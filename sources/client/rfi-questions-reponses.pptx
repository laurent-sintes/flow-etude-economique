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ags/tag2.xml" ContentType="application/vnd.openxmlformats-officedocument.presentationml.tags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2.xml" ContentType="application/vnd.openxmlformats-officedocument.theme+xml"/>
  <Override PartName="/ppt/tags/tag3.xml" ContentType="application/vnd.openxmlformats-officedocument.presentationml.tags+xml"/>
  <Override PartName="/ppt/theme/theme3.xml" ContentType="application/vnd.openxmlformats-officedocument.theme+xml"/>
  <Override PartName="/ppt/theme/theme4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notesSlides/notesSlide1.xml" ContentType="application/vnd.openxmlformats-officedocument.presentationml.notesSlide+xml"/>
  <Override PartName="/ppt/tags/tag8.xml" ContentType="application/vnd.openxmlformats-officedocument.presentationml.tags+xml"/>
  <Override PartName="/ppt/notesSlides/notesSlide2.xml" ContentType="application/vnd.openxmlformats-officedocument.presentationml.notesSlide+xml"/>
  <Override PartName="/ppt/tags/tag9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10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11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2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13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tags/tag15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16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tags/tag17.xml" ContentType="application/vnd.openxmlformats-officedocument.presentationml.tags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25" r:id="rId4"/>
    <p:sldMasterId id="2147483842" r:id="rId5"/>
  </p:sldMasterIdLst>
  <p:notesMasterIdLst>
    <p:notesMasterId r:id="rId36"/>
  </p:notesMasterIdLst>
  <p:handoutMasterIdLst>
    <p:handoutMasterId r:id="rId37"/>
  </p:handoutMasterIdLst>
  <p:sldIdLst>
    <p:sldId id="2147482827" r:id="rId6"/>
    <p:sldId id="2147482876" r:id="rId7"/>
    <p:sldId id="2147482877" r:id="rId8"/>
    <p:sldId id="2147482867" r:id="rId9"/>
    <p:sldId id="2147482878" r:id="rId10"/>
    <p:sldId id="2147482869" r:id="rId11"/>
    <p:sldId id="2147482879" r:id="rId12"/>
    <p:sldId id="2147482873" r:id="rId13"/>
    <p:sldId id="2147482880" r:id="rId14"/>
    <p:sldId id="2147482872" r:id="rId15"/>
    <p:sldId id="2147482881" r:id="rId16"/>
    <p:sldId id="2147482851" r:id="rId17"/>
    <p:sldId id="2147482854" r:id="rId18"/>
    <p:sldId id="2147482882" r:id="rId19"/>
    <p:sldId id="2147482855" r:id="rId20"/>
    <p:sldId id="2147482883" r:id="rId21"/>
    <p:sldId id="2147482870" r:id="rId22"/>
    <p:sldId id="2147482884" r:id="rId23"/>
    <p:sldId id="2147482868" r:id="rId24"/>
    <p:sldId id="2147482885" r:id="rId25"/>
    <p:sldId id="2147482874" r:id="rId26"/>
    <p:sldId id="2147482871" r:id="rId27"/>
    <p:sldId id="2147482875" r:id="rId28"/>
    <p:sldId id="2147482857" r:id="rId29"/>
    <p:sldId id="2147482858" r:id="rId30"/>
    <p:sldId id="2147482859" r:id="rId31"/>
    <p:sldId id="2147482860" r:id="rId32"/>
    <p:sldId id="2147482862" r:id="rId33"/>
    <p:sldId id="2147482863" r:id="rId34"/>
    <p:sldId id="2147482865" r:id="rId35"/>
  </p:sldIdLst>
  <p:sldSz cx="12192000" cy="6858000"/>
  <p:notesSz cx="6810375" cy="9942513"/>
  <p:custDataLst>
    <p:tags r:id="rId38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178" userDrawn="1">
          <p15:clr>
            <a:srgbClr val="A4A3A4"/>
          </p15:clr>
        </p15:guide>
        <p15:guide id="2" pos="678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F2099A00-3D5C-7C4B-2329-745801878CCF}" name="Jerome Chonez 1241" initials="JC" userId="S::jchonez@cache-cache.fr::8c9fce24-6026-4965-b193-b654e391e19b" providerId="AD"/>
  <p188:author id="{3A7DAC24-122A-338A-05A8-40E680E08625}" name="Barthélemy DULAUROY" initials="BD" userId="S::bdulauroy@synvance.com::97003c72-3e71-41b7-91d9-2ba56b078cd1" providerId="AD"/>
  <p188:author id="{0FC8724E-B07F-A3A0-F87B-E80D6328CB8C}" name="Damien CHAPELET" initials="DC" userId="S::dchapelet@synvance.com::4a31c921-710a-4960-8c09-91662a8659ea" providerId="AD"/>
  <p188:author id="{9672774F-2A0D-F1EF-B7BE-75A1D7E78E08}" name="Amal BARRIT" initials="AB" userId="S::abarrit@synvance.com::fc017c0c-6781-4a42-9116-2b22f9d03001" providerId="AD"/>
  <p188:author id="{A5255E94-0A83-0162-61C1-532F35D5F04B}" name="Ilyes TAZARKI" initials="" userId="S::ilyes.tazarki@synvance.com::6d7d44ed-85c0-4e6c-8e7f-dd64e9d2b858" providerId="AD"/>
  <p188:author id="{99E33F97-14BB-AE81-76D0-D462507DE0A4}" name="Pascal-Pierre COULON" initials="PPC" userId="Pascal-Pierre COULON" providerId="None"/>
  <p188:author id="{D5CB8BA1-E5F0-B9AE-EEE1-90CDBE336300}" name="Emilie REMBLIN" initials="ER" userId="S::eremblin@synvance.com::d039e63b-252a-467f-af85-c285ac2ba24f" providerId="AD"/>
  <p188:author id="{0AEC95A5-6315-A484-F616-C2AB996C23E5}" name="Alexandra Bardiot" initials="AB" userId="S::alexandra.bardiot@viseo.com::ce9fba8b-807e-4c1a-a2a3-c3431df64e3d" providerId="AD"/>
  <p188:author id="{86618ACF-613E-0B51-BAEF-3B9E262CC239}" name="Lilia MRAD" initials="LM" userId="S::lmrad@synvance.com::60793225-3a8c-4dcc-97d1-e4451d4cd8db" providerId="AD"/>
  <p188:author id="{1EB536D5-B59C-3E19-B018-CCF387AD8A1A}" name="Elise MARCHAND" initials="EM" userId="S::emarchand@synvance.com::a76ac0ed-5caa-4c57-bbbb-6765776c7c27" providerId="AD"/>
  <p188:author id="{7B5222DF-BC49-CC4A-F41E-227AAF890417}" name="François BOSSARD" initials="FB" userId="S::fbossard@synvance.com::6a85d292-1e20-4ddb-b216-ec694300e7d0" providerId="AD"/>
  <p188:author id="{1DBE04FD-43B2-B15A-4E41-53717DD1BCED}" name="Jimmy DOWSE" initials="JD" userId="S::jdowse@synvance.com::f054f132-4d05-4a6d-9e19-00dbab84113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E8DFF"/>
    <a:srgbClr val="FFCC99"/>
    <a:srgbClr val="FFCC66"/>
    <a:srgbClr val="FFFFCC"/>
    <a:srgbClr val="CCFFFF"/>
    <a:srgbClr val="CCFFCC"/>
    <a:srgbClr val="E2E6EA"/>
    <a:srgbClr val="FF6600"/>
    <a:srgbClr val="060B12"/>
    <a:srgbClr val="A8BB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126CB60-737E-496C-91EC-EB5371E15518}" v="3723" dt="2025-06-13T08:39:45.163"/>
    <p1510:client id="{CAF1F56F-DF39-42E9-B3E4-05577A091576}" v="23207" dt="2025-06-13T10:21:32.70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Aucun style, grille du tableau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Aucun style, aucune grille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2833802-FEF1-4C79-8D5D-14CF1EAF98D9}" styleName="Style léger 2 - Accentuation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69012ECD-51FC-41F1-AA8D-1B2483CD663E}" styleName="Style léger 2 - Accentuation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E9639D4-E3E2-4D34-9284-5A2195B3D0D7}" styleName="Style clair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4713" autoAdjust="0"/>
    <p:restoredTop sz="94660"/>
  </p:normalViewPr>
  <p:slideViewPr>
    <p:cSldViewPr snapToGrid="0">
      <p:cViewPr>
        <p:scale>
          <a:sx n="75" d="100"/>
          <a:sy n="75" d="100"/>
        </p:scale>
        <p:origin x="1392" y="726"/>
      </p:cViewPr>
      <p:guideLst>
        <p:guide orient="horz" pos="4178"/>
        <p:guide pos="6788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presProps" Target="presProps.xml"/><Relationship Id="rId21" Type="http://schemas.openxmlformats.org/officeDocument/2006/relationships/slide" Target="slides/slide16.xml"/><Relationship Id="rId34" Type="http://schemas.openxmlformats.org/officeDocument/2006/relationships/slide" Target="slides/slide29.xml"/><Relationship Id="rId42" Type="http://schemas.openxmlformats.org/officeDocument/2006/relationships/tableStyles" Target="tableStyles.xml"/><Relationship Id="rId7" Type="http://schemas.openxmlformats.org/officeDocument/2006/relationships/slide" Target="slides/slide2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slide" Target="slides/slide24.xml"/><Relationship Id="rId41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handoutMaster" Target="handoutMasters/handoutMaster1.xml"/><Relationship Id="rId40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microsoft.com/office/2015/10/relationships/revisionInfo" Target="revisionInfo.xml"/><Relationship Id="rId8" Type="http://schemas.openxmlformats.org/officeDocument/2006/relationships/slide" Target="slides/slide3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tags" Target="tags/tag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B9C4400F-F943-A399-5B80-C16F75B7B91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51163" cy="498853"/>
          </a:xfrm>
          <a:prstGeom prst="rect">
            <a:avLst/>
          </a:prstGeom>
        </p:spPr>
        <p:txBody>
          <a:bodyPr vert="horz" lIns="91449" tIns="45725" rIns="91449" bIns="45725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4A3CCCF9-E66B-0415-207D-2F781213E8C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57636" y="0"/>
            <a:ext cx="2951163" cy="498853"/>
          </a:xfrm>
          <a:prstGeom prst="rect">
            <a:avLst/>
          </a:prstGeom>
        </p:spPr>
        <p:txBody>
          <a:bodyPr vert="horz" lIns="91449" tIns="45725" rIns="91449" bIns="45725" rtlCol="0"/>
          <a:lstStyle>
            <a:lvl1pPr algn="r">
              <a:defRPr sz="1200"/>
            </a:lvl1pPr>
          </a:lstStyle>
          <a:p>
            <a:fld id="{FAA1E2C1-C4FB-7A4A-B024-1D058918BFD7}" type="datetimeFigureOut">
              <a:rPr lang="fr-FR" smtClean="0"/>
              <a:t>13/06/2025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657B80AB-7C1E-DDFA-302C-A5AA2551B24A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443662"/>
            <a:ext cx="2951163" cy="498852"/>
          </a:xfrm>
          <a:prstGeom prst="rect">
            <a:avLst/>
          </a:prstGeom>
        </p:spPr>
        <p:txBody>
          <a:bodyPr vert="horz" lIns="91449" tIns="45725" rIns="91449" bIns="45725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FF19A2B7-366F-228B-A0FF-A837E2DF9C92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57636" y="9443662"/>
            <a:ext cx="2951163" cy="498852"/>
          </a:xfrm>
          <a:prstGeom prst="rect">
            <a:avLst/>
          </a:prstGeom>
        </p:spPr>
        <p:txBody>
          <a:bodyPr vert="horz" lIns="91449" tIns="45725" rIns="91449" bIns="45725" rtlCol="0" anchor="b"/>
          <a:lstStyle>
            <a:lvl1pPr algn="r">
              <a:defRPr sz="1200"/>
            </a:lvl1pPr>
          </a:lstStyle>
          <a:p>
            <a:fld id="{CAB47D5B-9F4E-ED49-9E63-20A33D9C17E0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3994503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51163" cy="498853"/>
          </a:xfrm>
          <a:prstGeom prst="rect">
            <a:avLst/>
          </a:prstGeom>
        </p:spPr>
        <p:txBody>
          <a:bodyPr vert="horz" lIns="91449" tIns="45725" rIns="91449" bIns="45725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57636" y="0"/>
            <a:ext cx="2951163" cy="498853"/>
          </a:xfrm>
          <a:prstGeom prst="rect">
            <a:avLst/>
          </a:prstGeom>
        </p:spPr>
        <p:txBody>
          <a:bodyPr vert="horz" lIns="91449" tIns="45725" rIns="91449" bIns="45725" rtlCol="0"/>
          <a:lstStyle>
            <a:lvl1pPr algn="r">
              <a:defRPr sz="1200"/>
            </a:lvl1pPr>
          </a:lstStyle>
          <a:p>
            <a:fld id="{65130E4D-4536-0347-A037-F27A7B0AE2F2}" type="datetimeFigureOut">
              <a:rPr lang="fr-FR" smtClean="0"/>
              <a:t>13/06/2025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423863" y="1243013"/>
            <a:ext cx="5962650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9" tIns="45725" rIns="91449" bIns="45725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1038" y="4784835"/>
            <a:ext cx="5448300" cy="3914864"/>
          </a:xfrm>
          <a:prstGeom prst="rect">
            <a:avLst/>
          </a:prstGeom>
        </p:spPr>
        <p:txBody>
          <a:bodyPr vert="horz" lIns="91449" tIns="45725" rIns="91449" bIns="45725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9443662"/>
            <a:ext cx="2951163" cy="498852"/>
          </a:xfrm>
          <a:prstGeom prst="rect">
            <a:avLst/>
          </a:prstGeom>
        </p:spPr>
        <p:txBody>
          <a:bodyPr vert="horz" lIns="91449" tIns="45725" rIns="91449" bIns="45725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57636" y="9443662"/>
            <a:ext cx="2951163" cy="498852"/>
          </a:xfrm>
          <a:prstGeom prst="rect">
            <a:avLst/>
          </a:prstGeom>
        </p:spPr>
        <p:txBody>
          <a:bodyPr vert="horz" lIns="91449" tIns="45725" rIns="91449" bIns="45725" rtlCol="0" anchor="b"/>
          <a:lstStyle>
            <a:lvl1pPr algn="r">
              <a:defRPr sz="1200"/>
            </a:lvl1pPr>
          </a:lstStyle>
          <a:p>
            <a:fld id="{CB0CB572-A526-994D-9F24-8144F6FD4F44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892606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678930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39327-B34D-505D-F193-620B31E563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D5DF4D6-1BD8-50DC-0611-B87DABBE21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004BAC8-CB1C-232E-D695-F6CA7E67C9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EC2BF37-417D-A573-DF6F-226CF70B2F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9368647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BB0A8-8529-5D3F-5AAE-3B09CE3D0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2A18253-4E02-2CB2-29FD-3FFB6ECC68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96354D4-A5AD-121C-8EA5-EE558EFBC3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E4368C1-9843-86B6-A5CA-D395CDDF34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44085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932802-14C3-204C-2BF9-89167DEF4D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ACC3940-C135-1B30-42FE-884DE71FBE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83271BB-564B-27CE-5528-387824BAD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1D935CF-D0FE-1A66-866F-06AADF53C7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838158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8A1968-02B8-534D-AF42-72AAFC257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CEC27AD-DC91-2C44-70C0-3D74DBE2F6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B1B0749-5764-4B4C-2039-676BAFD6A9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D10618B-C0E5-913E-7B52-E964BB5684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5239366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868D20-A050-88A7-F3D2-CDDE6EA1F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3C96810-5708-4AB2-1CC2-23498D8AD9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DF90F02-C1E3-6945-AA06-93320F712B1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6BCC116-BE39-647C-AEB6-8739177BEB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0343753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2AE3B-1A38-C320-CDE5-6A71A7E49B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4E46E45-7F6D-A5F7-E98E-BEBC74B22F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4B4A127-8003-960E-8245-9F0AE128ED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6F875A3-4865-A4C0-17E6-4E8827DCB0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386576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4EDEBC-DF42-2831-391F-A897125C2A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93E03D3-462E-DC37-A22E-2A2D2597F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F64D9EE-B5C8-85C8-608C-E9FAAC9FE5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A303653-BB63-DBCF-C7E1-E367D44618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506254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33882-6E62-2AC5-3F0C-10CA5E555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D583F17-2565-F195-8203-21828BF2D9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166BEA8-FC1A-60A3-ADD1-3C285B87F7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BCF4F86-F0EB-8D16-6B59-C7BC59D183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7604653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F3EE37-3B0E-EF9F-F500-8CBA666BF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906AFA6-6BC5-4F42-4D9E-E917E8E583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45D5F34-2563-561B-50F3-BB60C526EA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5037DAB-E727-ABC7-7C62-CF279D8559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5507879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6F061D-915A-BD29-4C01-D6029874F7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7C582D2-C6B8-E7FC-8DCC-173EABC9D9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A4B49E2-0A8F-12B7-493B-5FA9414CEF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AA926B6-E960-F307-7E01-F50283C33E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2460943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7D3CC1-C48A-724F-05BC-1666FFAE2A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2BE1BF7-8046-4306-DEE0-26940BD3DF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97CA88F-BE2F-7184-2464-EAEE37FC02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2EC7764-2280-399C-87B0-D800515F1A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0694809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82B97-B710-ABA5-9E0B-97E7E32AD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2330833-96F6-4925-402B-5297884D67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82B6158-2C4E-40CD-0655-A04AA03870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B5004FC-AF84-A6A2-FE11-47E0629455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04538276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1FBA35-4A33-A932-CADA-7B09067D08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FEFD653-63D1-DB1B-9ABC-E60864849B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D40E7E4-1AA7-5387-4577-D70ACCFCB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9989E45-8656-3ECE-77FA-41CA896DA9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5998157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8732D1-BF93-07AD-387A-A6336697D1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705A029-D313-C023-D07B-284D6B8097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67A6491-0429-F2EE-A65A-B347AF8C5F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0F77225-A76C-C3BF-E6BF-042C97F465E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491166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657797-EDFE-20F8-70C1-FB697D794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0C48EFB-0C00-464B-71A0-9167701D7E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01951C0-3CA4-A52B-F5D5-2A6CB7A163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517A244-5AF5-BCD6-8002-CBF8E7B102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6387756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B702B-359F-6684-9627-D3BF09902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B2AE60C-B891-E555-B164-24074E600E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514AFB9-5DDC-F422-C9DC-D9CAF6CF2C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177B8F3-7DCD-F658-2907-6327AB7B2E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841369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D90981-8C0F-A93D-E0FA-371DA05A5F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8E365BD-7EE5-2532-198E-AD8665DC42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37AC180-181D-6621-A351-F74EAAD4DB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1F7F1F5-AB4E-305D-D0EA-E10722B141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19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610751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24E40E-2973-E179-E17A-81D30585A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580E870-752E-E828-BF5F-7C038DFF4E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03D6DF0-6B23-8889-A8CC-343C5F3CA7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94BA8F6-7838-2D63-0FA5-A15A7FF3F9D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6840235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FFB08B-3A8B-C688-8282-D8C00BE713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C3A2D01-4965-AE93-2A38-1618D395D1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9C55F6F-5891-5011-B520-A3209A5FE4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CCAC322-B4A3-6508-8950-19B3A6FCE4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5433314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3ADE7-4EFF-5E63-5E0D-BDC2DEE121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9FBF797-AF17-B6EF-BDA2-D28B6D89F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29BD08F-BBB8-B2AE-A1F4-389B0EBC95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2D3B6C9-FA36-13A0-5A64-7F9C51532D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5513377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78B4A-6EA5-F430-D429-127152B500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E2011F2-7EB6-2F2E-97DF-0F12DDF9B5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0143E6B-22E4-7670-35FB-1E6785F733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4432D99-0300-FBA5-0EEA-BB6A27084A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3904396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431CF-AF01-CA10-FD0E-F58B0F8EF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89584A8-2218-7B08-7152-A9956297E8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3D73586-32CE-C589-AEE8-E752EC40A1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08C7B07-84D6-9F1F-45B8-A30DF34500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4956184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7D99C-063B-BBCD-902B-B7A3A8F84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C6520BC-9362-AFBD-88F6-13097DFD93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E8D4FBC-03F8-B205-8CAC-D0A0C927B7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C6CEEA5-99DE-7DB7-7256-CC725CC038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125312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E2F821-F3B3-C29B-0933-95B05D735E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CAF0F64-13C8-2EA6-3AC5-8502BE979E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E3D3A91-0E18-EF4A-3E4C-302773DBD4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9186FE3-ECD6-9BDF-2164-6CCBE082F0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6566798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BD252A-48F3-4CB9-581E-857EC9174D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1F463B8-4E34-72FC-7482-87B67B12BF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DB36329-9C59-9901-4054-1BAAC1D97D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B4AF893-33CC-C5AB-C687-F675D7EE58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740435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973F54-0FF8-FA0A-DCC9-A30B39EB5B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C95AD1C-451F-51CA-640A-728AC02CAC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4EF258D-C11B-DBF3-8AD0-1E53A5EDE9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499FAD6-9747-AA97-DD62-7F9C02DDF6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244691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777F6B-E5A1-406A-86DA-16E7ABCC2B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E96623F-671B-83DC-6468-4949EF5351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1F721BD-9736-628E-FAA8-38134B7BA7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68CF44B-09DA-BA67-8B77-93A908DA63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29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792793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8E2D2-C73E-5E03-D89E-5D2FEE5F81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AD10E34-54C1-CBA7-84E4-50037607C9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B32EDA6-2993-8307-5F38-CB6B63C958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9E35D45-A120-482B-D2B2-E498F0DBFD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B0CB572-A526-994D-9F24-8144F6FD4F44}" type="slidenum">
              <a:rPr lang="fr-FR" smtClean="0"/>
              <a:t>30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519277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sv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.svg"/><Relationship Id="rId18" Type="http://schemas.openxmlformats.org/officeDocument/2006/relationships/image" Target="../media/image26.png"/><Relationship Id="rId26" Type="http://schemas.openxmlformats.org/officeDocument/2006/relationships/image" Target="../media/image34.svg"/><Relationship Id="rId21" Type="http://schemas.openxmlformats.org/officeDocument/2006/relationships/image" Target="../media/image29.svg"/><Relationship Id="rId34" Type="http://schemas.openxmlformats.org/officeDocument/2006/relationships/image" Target="../media/image42.sv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17" Type="http://schemas.openxmlformats.org/officeDocument/2006/relationships/image" Target="../media/image25.svg"/><Relationship Id="rId25" Type="http://schemas.openxmlformats.org/officeDocument/2006/relationships/image" Target="../media/image33.png"/><Relationship Id="rId33" Type="http://schemas.openxmlformats.org/officeDocument/2006/relationships/image" Target="../media/image41.png"/><Relationship Id="rId38" Type="http://schemas.openxmlformats.org/officeDocument/2006/relationships/image" Target="../media/image8.svg"/><Relationship Id="rId2" Type="http://schemas.openxmlformats.org/officeDocument/2006/relationships/image" Target="../media/image10.png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29" Type="http://schemas.openxmlformats.org/officeDocument/2006/relationships/image" Target="../media/image3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4.emf"/><Relationship Id="rId11" Type="http://schemas.openxmlformats.org/officeDocument/2006/relationships/image" Target="../media/image19.png"/><Relationship Id="rId24" Type="http://schemas.openxmlformats.org/officeDocument/2006/relationships/image" Target="../media/image32.svg"/><Relationship Id="rId32" Type="http://schemas.openxmlformats.org/officeDocument/2006/relationships/image" Target="../media/image40.svg"/><Relationship Id="rId37" Type="http://schemas.openxmlformats.org/officeDocument/2006/relationships/image" Target="../media/image7.png"/><Relationship Id="rId5" Type="http://schemas.openxmlformats.org/officeDocument/2006/relationships/image" Target="../media/image13.png"/><Relationship Id="rId15" Type="http://schemas.openxmlformats.org/officeDocument/2006/relationships/image" Target="../media/image23.svg"/><Relationship Id="rId23" Type="http://schemas.openxmlformats.org/officeDocument/2006/relationships/image" Target="../media/image31.png"/><Relationship Id="rId28" Type="http://schemas.openxmlformats.org/officeDocument/2006/relationships/image" Target="../media/image36.svg"/><Relationship Id="rId36" Type="http://schemas.openxmlformats.org/officeDocument/2006/relationships/image" Target="../media/image44.svg"/><Relationship Id="rId10" Type="http://schemas.openxmlformats.org/officeDocument/2006/relationships/image" Target="../media/image18.jpeg"/><Relationship Id="rId19" Type="http://schemas.openxmlformats.org/officeDocument/2006/relationships/image" Target="../media/image27.svg"/><Relationship Id="rId31" Type="http://schemas.openxmlformats.org/officeDocument/2006/relationships/image" Target="../media/image39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Relationship Id="rId14" Type="http://schemas.openxmlformats.org/officeDocument/2006/relationships/image" Target="../media/image22.png"/><Relationship Id="rId22" Type="http://schemas.openxmlformats.org/officeDocument/2006/relationships/image" Target="../media/image30.png"/><Relationship Id="rId27" Type="http://schemas.openxmlformats.org/officeDocument/2006/relationships/image" Target="../media/image35.png"/><Relationship Id="rId30" Type="http://schemas.openxmlformats.org/officeDocument/2006/relationships/image" Target="../media/image38.svg"/><Relationship Id="rId35" Type="http://schemas.openxmlformats.org/officeDocument/2006/relationships/image" Target="../media/image43.png"/><Relationship Id="rId8" Type="http://schemas.openxmlformats.org/officeDocument/2006/relationships/image" Target="../media/image16.svg"/><Relationship Id="rId3" Type="http://schemas.openxmlformats.org/officeDocument/2006/relationships/image" Target="../media/image11.png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8.jpeg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image" Target="../media/image51.jpe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emf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emf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image" Target="../media/image58.jpe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emf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emf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emf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image" Target="../media/image63.jpe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66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emf"/><Relationship Id="rId2" Type="http://schemas.openxmlformats.org/officeDocument/2006/relationships/image" Target="../media/image67.jpe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uverture (old logo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Graphique 18">
            <a:extLst>
              <a:ext uri="{FF2B5EF4-FFF2-40B4-BE49-F238E27FC236}">
                <a16:creationId xmlns:a16="http://schemas.microsoft.com/office/drawing/2014/main" id="{2B140582-2FD4-E64E-BA3E-C4B74FEBB6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67187" y="5985626"/>
            <a:ext cx="1446611" cy="321469"/>
          </a:xfrm>
          <a:prstGeom prst="rect">
            <a:avLst/>
          </a:prstGeom>
        </p:spPr>
      </p:pic>
      <p:sp>
        <p:nvSpPr>
          <p:cNvPr id="12" name="Espace réservé du texte 10">
            <a:extLst>
              <a:ext uri="{FF2B5EF4-FFF2-40B4-BE49-F238E27FC236}">
                <a16:creationId xmlns:a16="http://schemas.microsoft.com/office/drawing/2014/main" id="{EAFEA285-3E13-6A69-7915-EC5B33FE044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2596" y="4363655"/>
            <a:ext cx="4460798" cy="321468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Date (JJ.MM.AAAA)</a:t>
            </a:r>
          </a:p>
        </p:txBody>
      </p:sp>
      <p:sp>
        <p:nvSpPr>
          <p:cNvPr id="15" name="Espace réservé du texte 10">
            <a:extLst>
              <a:ext uri="{FF2B5EF4-FFF2-40B4-BE49-F238E27FC236}">
                <a16:creationId xmlns:a16="http://schemas.microsoft.com/office/drawing/2014/main" id="{8CA02F23-4FF3-BB0B-BFC9-B8CF29080A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72596" y="4017444"/>
            <a:ext cx="4460798" cy="321468"/>
          </a:xfrm>
          <a:prstGeom prst="rect">
            <a:avLst/>
          </a:prstGeom>
        </p:spPr>
        <p:txBody>
          <a:bodyPr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Client - Auteur</a:t>
            </a:r>
          </a:p>
        </p:txBody>
      </p:sp>
      <p:sp>
        <p:nvSpPr>
          <p:cNvPr id="18" name="Espace réservé du texte 10">
            <a:extLst>
              <a:ext uri="{FF2B5EF4-FFF2-40B4-BE49-F238E27FC236}">
                <a16:creationId xmlns:a16="http://schemas.microsoft.com/office/drawing/2014/main" id="{F94D5557-3C17-3ABE-8227-635D0E262DD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3105" y="3059577"/>
            <a:ext cx="4460798" cy="32146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Sous titre de la présentation</a:t>
            </a:r>
          </a:p>
        </p:txBody>
      </p:sp>
      <p:sp>
        <p:nvSpPr>
          <p:cNvPr id="23" name="Espace réservé pour une image  13">
            <a:extLst>
              <a:ext uri="{FF2B5EF4-FFF2-40B4-BE49-F238E27FC236}">
                <a16:creationId xmlns:a16="http://schemas.microsoft.com/office/drawing/2014/main" id="{E5A67A79-BACF-C48A-8FB5-67DA8895C5B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0" cy="685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r>
              <a:rPr lang="fr-FR"/>
              <a:t>Illustration</a:t>
            </a:r>
          </a:p>
        </p:txBody>
      </p:sp>
      <p:pic>
        <p:nvPicPr>
          <p:cNvPr id="2" name="Graphique 18">
            <a:extLst>
              <a:ext uri="{FF2B5EF4-FFF2-40B4-BE49-F238E27FC236}">
                <a16:creationId xmlns:a16="http://schemas.microsoft.com/office/drawing/2014/main" id="{20B6F76C-2746-9C69-AC22-8CDF7C632B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67187" y="5985626"/>
            <a:ext cx="1446611" cy="321469"/>
          </a:xfrm>
          <a:prstGeom prst="rect">
            <a:avLst/>
          </a:prstGeom>
        </p:spPr>
      </p:pic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E66B2E2F-E895-5887-C725-40CF74A8E8A0}"/>
              </a:ext>
            </a:extLst>
          </p:cNvPr>
          <p:cNvSpPr>
            <a:spLocks noGrp="1"/>
          </p:cNvSpPr>
          <p:nvPr>
            <p:ph type="body" idx="17" hasCustomPrompt="1"/>
          </p:nvPr>
        </p:nvSpPr>
        <p:spPr>
          <a:xfrm>
            <a:off x="472596" y="1687089"/>
            <a:ext cx="5330825" cy="1341437"/>
          </a:xfrm>
        </p:spPr>
        <p:txBody>
          <a:bodyPr anchor="b" anchorCtr="0">
            <a:normAutofit/>
          </a:bodyPr>
          <a:lstStyle>
            <a:lvl1pPr marL="0" indent="0">
              <a:buNone/>
              <a:defRPr sz="3600" b="1" i="0">
                <a:solidFill>
                  <a:schemeClr val="accent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Titre de la présentation</a:t>
            </a:r>
          </a:p>
        </p:txBody>
      </p:sp>
    </p:spTree>
    <p:extLst>
      <p:ext uri="{BB962C8B-B14F-4D97-AF65-F5344CB8AC3E}">
        <p14:creationId xmlns:p14="http://schemas.microsoft.com/office/powerpoint/2010/main" val="30642299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uverture (old logo) sans illustr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Graphique 18">
            <a:extLst>
              <a:ext uri="{FF2B5EF4-FFF2-40B4-BE49-F238E27FC236}">
                <a16:creationId xmlns:a16="http://schemas.microsoft.com/office/drawing/2014/main" id="{2B140582-2FD4-E64E-BA3E-C4B74FEBB6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67187" y="5985626"/>
            <a:ext cx="1446611" cy="321469"/>
          </a:xfrm>
          <a:prstGeom prst="rect">
            <a:avLst/>
          </a:prstGeom>
        </p:spPr>
      </p:pic>
      <p:pic>
        <p:nvPicPr>
          <p:cNvPr id="2" name="Graphique 18">
            <a:extLst>
              <a:ext uri="{FF2B5EF4-FFF2-40B4-BE49-F238E27FC236}">
                <a16:creationId xmlns:a16="http://schemas.microsoft.com/office/drawing/2014/main" id="{D8774CAF-CEB4-19AC-46A5-8A3A04924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67187" y="5985626"/>
            <a:ext cx="1446611" cy="321469"/>
          </a:xfrm>
          <a:prstGeom prst="rect">
            <a:avLst/>
          </a:prstGeom>
        </p:spPr>
      </p:pic>
      <p:sp>
        <p:nvSpPr>
          <p:cNvPr id="3" name="Espace réservé du texte 10">
            <a:extLst>
              <a:ext uri="{FF2B5EF4-FFF2-40B4-BE49-F238E27FC236}">
                <a16:creationId xmlns:a16="http://schemas.microsoft.com/office/drawing/2014/main" id="{AECFF1F7-B916-C16A-44B8-25BD4E192E6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2596" y="4363655"/>
            <a:ext cx="4460798" cy="321468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Date (JJ.MM.AAAA)</a:t>
            </a:r>
          </a:p>
        </p:txBody>
      </p:sp>
      <p:sp>
        <p:nvSpPr>
          <p:cNvPr id="5" name="Espace réservé du texte 10">
            <a:extLst>
              <a:ext uri="{FF2B5EF4-FFF2-40B4-BE49-F238E27FC236}">
                <a16:creationId xmlns:a16="http://schemas.microsoft.com/office/drawing/2014/main" id="{6EEF997C-8C83-0CD0-ADAB-E337E82FB2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72596" y="4017444"/>
            <a:ext cx="4460798" cy="321468"/>
          </a:xfrm>
          <a:prstGeom prst="rect">
            <a:avLst/>
          </a:prstGeom>
        </p:spPr>
        <p:txBody>
          <a:bodyPr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Client - Auteur</a:t>
            </a:r>
          </a:p>
        </p:txBody>
      </p:sp>
      <p:sp>
        <p:nvSpPr>
          <p:cNvPr id="7" name="Espace réservé du texte 10">
            <a:extLst>
              <a:ext uri="{FF2B5EF4-FFF2-40B4-BE49-F238E27FC236}">
                <a16:creationId xmlns:a16="http://schemas.microsoft.com/office/drawing/2014/main" id="{1D399635-64DC-0D8E-D059-5E1E8CFE946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3105" y="3059577"/>
            <a:ext cx="4460798" cy="32146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Sous titre de la présentation</a:t>
            </a:r>
          </a:p>
        </p:txBody>
      </p:sp>
      <p:sp>
        <p:nvSpPr>
          <p:cNvPr id="19" name="Espace réservé du texte 14">
            <a:extLst>
              <a:ext uri="{FF2B5EF4-FFF2-40B4-BE49-F238E27FC236}">
                <a16:creationId xmlns:a16="http://schemas.microsoft.com/office/drawing/2014/main" id="{8977B396-8D69-0B95-F48E-EF44DB0E3AB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2596" y="1816100"/>
            <a:ext cx="5331304" cy="1219200"/>
          </a:xfrm>
        </p:spPr>
        <p:txBody>
          <a:bodyPr anchor="b" anchorCtr="0"/>
          <a:lstStyle>
            <a:lvl1pPr marL="0" indent="0">
              <a:buNone/>
              <a:defRPr b="1" i="0">
                <a:latin typeface="Plus Jakarta Sans" pitchFamily="2" charset="77"/>
                <a:cs typeface="Plus Jakarta Sans" pitchFamily="2" charset="7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>
                <a:ln>
                  <a:noFill/>
                </a:ln>
                <a:solidFill>
                  <a:srgbClr val="6E8DFF"/>
                </a:solidFill>
                <a:effectLst/>
                <a:uLnTx/>
                <a:uFillTx/>
                <a:latin typeface="Plus Jakarta Sans ExtraBold" pitchFamily="2" charset="77"/>
                <a:ea typeface="Noto Sans" panose="020B0502040504020204" pitchFamily="34" charset="0"/>
                <a:cs typeface="Plus Jakarta Sans ExtraBold" pitchFamily="2" charset="77"/>
              </a:rPr>
              <a:t>Titre de la présentation</a:t>
            </a:r>
          </a:p>
        </p:txBody>
      </p:sp>
    </p:spTree>
    <p:extLst>
      <p:ext uri="{BB962C8B-B14F-4D97-AF65-F5344CB8AC3E}">
        <p14:creationId xmlns:p14="http://schemas.microsoft.com/office/powerpoint/2010/main" val="11024820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Bleu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F08085D-A091-AAF0-15AB-7F150712F8E5}"/>
              </a:ext>
            </a:extLst>
          </p:cNvPr>
          <p:cNvSpPr/>
          <p:nvPr/>
        </p:nvSpPr>
        <p:spPr>
          <a:xfrm>
            <a:off x="0" y="0"/>
            <a:ext cx="6095999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Espace réservé pour une image  16">
            <a:extLst>
              <a:ext uri="{FF2B5EF4-FFF2-40B4-BE49-F238E27FC236}">
                <a16:creationId xmlns:a16="http://schemas.microsoft.com/office/drawing/2014/main" id="{970B1F16-6576-CFC1-1DEE-1F3A3188CCE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5999" y="0"/>
            <a:ext cx="6094473" cy="6858000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/>
            </a:lvl1pPr>
          </a:lstStyle>
          <a:p>
            <a:r>
              <a:rPr lang="fr-FR"/>
              <a:t>Insérer une image dans les tons bleus</a:t>
            </a: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2925EBB3-03A8-FA25-9906-7AAF1993380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3992" y="4050286"/>
            <a:ext cx="5127401" cy="59372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Partie 0 :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509AF101-78C2-51C1-ECBA-8DB9F6BFE1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455743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chemeClr val="accent2"/>
                </a:solidFill>
                <a:latin typeface="Plus Jakarta Sans SemiBold" pitchFamily="2" charset="77"/>
                <a:cs typeface="Plus Jakarta Sans SemiBold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grpSp>
        <p:nvGrpSpPr>
          <p:cNvPr id="4" name="Graphique 3">
            <a:extLst>
              <a:ext uri="{FF2B5EF4-FFF2-40B4-BE49-F238E27FC236}">
                <a16:creationId xmlns:a16="http://schemas.microsoft.com/office/drawing/2014/main" id="{A8057DFD-79F4-3274-6C5B-46F90D296C5F}"/>
              </a:ext>
            </a:extLst>
          </p:cNvPr>
          <p:cNvGrpSpPr/>
          <p:nvPr/>
        </p:nvGrpSpPr>
        <p:grpSpPr>
          <a:xfrm>
            <a:off x="612225" y="3155563"/>
            <a:ext cx="739702" cy="475141"/>
            <a:chOff x="612225" y="3155563"/>
            <a:chExt cx="739702" cy="475141"/>
          </a:xfrm>
          <a:solidFill>
            <a:schemeClr val="accent2"/>
          </a:solidFill>
        </p:grpSpPr>
        <p:sp>
          <p:nvSpPr>
            <p:cNvPr id="5" name="Forme libre 4">
              <a:extLst>
                <a:ext uri="{FF2B5EF4-FFF2-40B4-BE49-F238E27FC236}">
                  <a16:creationId xmlns:a16="http://schemas.microsoft.com/office/drawing/2014/main" id="{84413371-60DA-E714-0221-D55E6D0FB0E4}"/>
                </a:ext>
              </a:extLst>
            </p:cNvPr>
            <p:cNvSpPr/>
            <p:nvPr/>
          </p:nvSpPr>
          <p:spPr>
            <a:xfrm>
              <a:off x="818751" y="3155563"/>
              <a:ext cx="306839" cy="474600"/>
            </a:xfrm>
            <a:custGeom>
              <a:avLst/>
              <a:gdLst>
                <a:gd name="connsiteX0" fmla="*/ 171403 w 306839"/>
                <a:gd name="connsiteY0" fmla="*/ 56281 h 474600"/>
                <a:gd name="connsiteX1" fmla="*/ 123635 w 306839"/>
                <a:gd name="connsiteY1" fmla="*/ 166678 h 474600"/>
                <a:gd name="connsiteX2" fmla="*/ 101718 w 306839"/>
                <a:gd name="connsiteY2" fmla="*/ 321992 h 474600"/>
                <a:gd name="connsiteX3" fmla="*/ 0 w 306839"/>
                <a:gd name="connsiteY3" fmla="*/ 474600 h 474600"/>
                <a:gd name="connsiteX4" fmla="*/ 13487 w 306839"/>
                <a:gd name="connsiteY4" fmla="*/ 474600 h 474600"/>
                <a:gd name="connsiteX5" fmla="*/ 135436 w 306839"/>
                <a:gd name="connsiteY5" fmla="*/ 418319 h 474600"/>
                <a:gd name="connsiteX6" fmla="*/ 183204 w 306839"/>
                <a:gd name="connsiteY6" fmla="*/ 307922 h 474600"/>
                <a:gd name="connsiteX7" fmla="*/ 205122 w 306839"/>
                <a:gd name="connsiteY7" fmla="*/ 152608 h 474600"/>
                <a:gd name="connsiteX8" fmla="*/ 306839 w 306839"/>
                <a:gd name="connsiteY8" fmla="*/ 0 h 474600"/>
                <a:gd name="connsiteX9" fmla="*/ 293352 w 306839"/>
                <a:gd name="connsiteY9" fmla="*/ 0 h 474600"/>
                <a:gd name="connsiteX10" fmla="*/ 171403 w 306839"/>
                <a:gd name="connsiteY10" fmla="*/ 56281 h 47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839" h="474600">
                  <a:moveTo>
                    <a:pt x="171403" y="56281"/>
                  </a:moveTo>
                  <a:cubicBezTo>
                    <a:pt x="146114" y="84421"/>
                    <a:pt x="130379" y="121762"/>
                    <a:pt x="123635" y="166678"/>
                  </a:cubicBezTo>
                  <a:lnTo>
                    <a:pt x="101718" y="321992"/>
                  </a:lnTo>
                  <a:cubicBezTo>
                    <a:pt x="93288" y="382603"/>
                    <a:pt x="55074" y="439425"/>
                    <a:pt x="0" y="474600"/>
                  </a:cubicBezTo>
                  <a:cubicBezTo>
                    <a:pt x="4496" y="474600"/>
                    <a:pt x="8992" y="474600"/>
                    <a:pt x="13487" y="474600"/>
                  </a:cubicBezTo>
                  <a:cubicBezTo>
                    <a:pt x="58446" y="474600"/>
                    <a:pt x="102842" y="454577"/>
                    <a:pt x="135436" y="418319"/>
                  </a:cubicBezTo>
                  <a:cubicBezTo>
                    <a:pt x="160725" y="390179"/>
                    <a:pt x="176461" y="352839"/>
                    <a:pt x="183204" y="307922"/>
                  </a:cubicBezTo>
                  <a:lnTo>
                    <a:pt x="205122" y="152608"/>
                  </a:lnTo>
                  <a:cubicBezTo>
                    <a:pt x="213551" y="91998"/>
                    <a:pt x="251766" y="35176"/>
                    <a:pt x="306839" y="0"/>
                  </a:cubicBezTo>
                  <a:cubicBezTo>
                    <a:pt x="302344" y="0"/>
                    <a:pt x="297848" y="0"/>
                    <a:pt x="293352" y="0"/>
                  </a:cubicBezTo>
                  <a:cubicBezTo>
                    <a:pt x="248394" y="0"/>
                    <a:pt x="203998" y="20023"/>
                    <a:pt x="171403" y="5628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" name="Forme libre 5">
              <a:extLst>
                <a:ext uri="{FF2B5EF4-FFF2-40B4-BE49-F238E27FC236}">
                  <a16:creationId xmlns:a16="http://schemas.microsoft.com/office/drawing/2014/main" id="{687FD5A5-D0B6-1DE9-67B2-A1F68C96197C}"/>
                </a:ext>
              </a:extLst>
            </p:cNvPr>
            <p:cNvSpPr/>
            <p:nvPr/>
          </p:nvSpPr>
          <p:spPr>
            <a:xfrm>
              <a:off x="612225" y="3160974"/>
              <a:ext cx="222823" cy="456200"/>
            </a:xfrm>
            <a:custGeom>
              <a:avLst/>
              <a:gdLst>
                <a:gd name="connsiteX0" fmla="*/ 138527 w 222823"/>
                <a:gd name="connsiteY0" fmla="*/ 104986 h 456200"/>
                <a:gd name="connsiteX1" fmla="*/ 195849 w 222823"/>
                <a:gd name="connsiteY1" fmla="*/ 76304 h 456200"/>
                <a:gd name="connsiteX2" fmla="*/ 195849 w 222823"/>
                <a:gd name="connsiteY2" fmla="*/ 0 h 456200"/>
                <a:gd name="connsiteX3" fmla="*/ 160444 w 222823"/>
                <a:gd name="connsiteY3" fmla="*/ 9200 h 456200"/>
                <a:gd name="connsiteX4" fmla="*/ 64908 w 222823"/>
                <a:gd name="connsiteY4" fmla="*/ 70351 h 456200"/>
                <a:gd name="connsiteX5" fmla="*/ 64908 w 222823"/>
                <a:gd name="connsiteY5" fmla="*/ 70351 h 456200"/>
                <a:gd name="connsiteX6" fmla="*/ 64908 w 222823"/>
                <a:gd name="connsiteY6" fmla="*/ 70351 h 456200"/>
                <a:gd name="connsiteX7" fmla="*/ 64908 w 222823"/>
                <a:gd name="connsiteY7" fmla="*/ 393967 h 456200"/>
                <a:gd name="connsiteX8" fmla="*/ 64908 w 222823"/>
                <a:gd name="connsiteY8" fmla="*/ 393967 h 456200"/>
                <a:gd name="connsiteX9" fmla="*/ 163254 w 222823"/>
                <a:gd name="connsiteY9" fmla="*/ 456201 h 456200"/>
                <a:gd name="connsiteX10" fmla="*/ 222824 w 222823"/>
                <a:gd name="connsiteY10" fmla="*/ 393426 h 456200"/>
                <a:gd name="connsiteX11" fmla="*/ 81206 w 222823"/>
                <a:gd name="connsiteY11" fmla="*/ 276534 h 456200"/>
                <a:gd name="connsiteX12" fmla="*/ 137965 w 222823"/>
                <a:gd name="connsiteY12" fmla="*/ 104986 h 4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823" h="456200">
                  <a:moveTo>
                    <a:pt x="138527" y="104986"/>
                  </a:moveTo>
                  <a:cubicBezTo>
                    <a:pt x="155387" y="91998"/>
                    <a:pt x="175056" y="82257"/>
                    <a:pt x="195849" y="76304"/>
                  </a:cubicBezTo>
                  <a:lnTo>
                    <a:pt x="195849" y="0"/>
                  </a:lnTo>
                  <a:cubicBezTo>
                    <a:pt x="183485" y="2165"/>
                    <a:pt x="171684" y="5412"/>
                    <a:pt x="160444" y="9200"/>
                  </a:cubicBezTo>
                  <a:cubicBezTo>
                    <a:pt x="123354" y="21647"/>
                    <a:pt x="90759" y="43293"/>
                    <a:pt x="64908" y="70351"/>
                  </a:cubicBezTo>
                  <a:cubicBezTo>
                    <a:pt x="64908" y="70351"/>
                    <a:pt x="64908" y="70351"/>
                    <a:pt x="64908" y="70351"/>
                  </a:cubicBezTo>
                  <a:lnTo>
                    <a:pt x="64908" y="70351"/>
                  </a:lnTo>
                  <a:cubicBezTo>
                    <a:pt x="-21636" y="160184"/>
                    <a:pt x="-21636" y="304134"/>
                    <a:pt x="64908" y="393967"/>
                  </a:cubicBezTo>
                  <a:lnTo>
                    <a:pt x="64908" y="393967"/>
                  </a:lnTo>
                  <a:cubicBezTo>
                    <a:pt x="91883" y="422107"/>
                    <a:pt x="126164" y="443754"/>
                    <a:pt x="163254" y="456201"/>
                  </a:cubicBezTo>
                  <a:cubicBezTo>
                    <a:pt x="187419" y="439425"/>
                    <a:pt x="207650" y="417778"/>
                    <a:pt x="222824" y="393426"/>
                  </a:cubicBezTo>
                  <a:cubicBezTo>
                    <a:pt x="156511" y="386391"/>
                    <a:pt x="99189" y="339309"/>
                    <a:pt x="81206" y="276534"/>
                  </a:cubicBezTo>
                  <a:cubicBezTo>
                    <a:pt x="63222" y="213760"/>
                    <a:pt x="86263" y="145032"/>
                    <a:pt x="137965" y="104986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" name="Forme libre 6">
              <a:extLst>
                <a:ext uri="{FF2B5EF4-FFF2-40B4-BE49-F238E27FC236}">
                  <a16:creationId xmlns:a16="http://schemas.microsoft.com/office/drawing/2014/main" id="{64131AB6-0BB8-2848-A3E3-46E85CCCD7B2}"/>
                </a:ext>
              </a:extLst>
            </p:cNvPr>
            <p:cNvSpPr/>
            <p:nvPr/>
          </p:nvSpPr>
          <p:spPr>
            <a:xfrm>
              <a:off x="1116037" y="3166927"/>
              <a:ext cx="235889" cy="463776"/>
            </a:xfrm>
            <a:custGeom>
              <a:avLst/>
              <a:gdLst>
                <a:gd name="connsiteX0" fmla="*/ 60694 w 235889"/>
                <a:gd name="connsiteY0" fmla="*/ 0 h 463776"/>
                <a:gd name="connsiteX1" fmla="*/ 0 w 235889"/>
                <a:gd name="connsiteY1" fmla="*/ 63316 h 463776"/>
                <a:gd name="connsiteX2" fmla="*/ 152296 w 235889"/>
                <a:gd name="connsiteY2" fmla="*/ 182913 h 463776"/>
                <a:gd name="connsiteX3" fmla="*/ 94412 w 235889"/>
                <a:gd name="connsiteY3" fmla="*/ 356085 h 463776"/>
                <a:gd name="connsiteX4" fmla="*/ 23603 w 235889"/>
                <a:gd name="connsiteY4" fmla="*/ 387473 h 463776"/>
                <a:gd name="connsiteX5" fmla="*/ 23603 w 235889"/>
                <a:gd name="connsiteY5" fmla="*/ 463777 h 463776"/>
                <a:gd name="connsiteX6" fmla="*/ 71933 w 235889"/>
                <a:gd name="connsiteY6" fmla="*/ 452413 h 463776"/>
                <a:gd name="connsiteX7" fmla="*/ 169717 w 235889"/>
                <a:gd name="connsiteY7" fmla="*/ 390720 h 463776"/>
                <a:gd name="connsiteX8" fmla="*/ 169717 w 235889"/>
                <a:gd name="connsiteY8" fmla="*/ 390720 h 463776"/>
                <a:gd name="connsiteX9" fmla="*/ 169717 w 235889"/>
                <a:gd name="connsiteY9" fmla="*/ 390720 h 463776"/>
                <a:gd name="connsiteX10" fmla="*/ 169717 w 235889"/>
                <a:gd name="connsiteY10" fmla="*/ 64398 h 463776"/>
                <a:gd name="connsiteX11" fmla="*/ 169717 w 235889"/>
                <a:gd name="connsiteY11" fmla="*/ 64398 h 463776"/>
                <a:gd name="connsiteX12" fmla="*/ 61255 w 235889"/>
                <a:gd name="connsiteY12" fmla="*/ 541 h 46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889" h="463776">
                  <a:moveTo>
                    <a:pt x="60694" y="0"/>
                  </a:moveTo>
                  <a:cubicBezTo>
                    <a:pt x="35967" y="17317"/>
                    <a:pt x="15173" y="38964"/>
                    <a:pt x="0" y="63316"/>
                  </a:cubicBezTo>
                  <a:cubicBezTo>
                    <a:pt x="67437" y="70351"/>
                    <a:pt x="133751" y="119597"/>
                    <a:pt x="152296" y="182913"/>
                  </a:cubicBezTo>
                  <a:cubicBezTo>
                    <a:pt x="170841" y="246229"/>
                    <a:pt x="147238" y="315498"/>
                    <a:pt x="94412" y="356085"/>
                  </a:cubicBezTo>
                  <a:cubicBezTo>
                    <a:pt x="73619" y="371779"/>
                    <a:pt x="49454" y="382603"/>
                    <a:pt x="23603" y="387473"/>
                  </a:cubicBezTo>
                  <a:lnTo>
                    <a:pt x="23603" y="463777"/>
                  </a:lnTo>
                  <a:cubicBezTo>
                    <a:pt x="40462" y="461612"/>
                    <a:pt x="56760" y="457824"/>
                    <a:pt x="71933" y="452413"/>
                  </a:cubicBezTo>
                  <a:cubicBezTo>
                    <a:pt x="109585" y="439425"/>
                    <a:pt x="142742" y="418319"/>
                    <a:pt x="169717" y="390720"/>
                  </a:cubicBezTo>
                  <a:cubicBezTo>
                    <a:pt x="169717" y="390720"/>
                    <a:pt x="169717" y="390720"/>
                    <a:pt x="169717" y="390720"/>
                  </a:cubicBezTo>
                  <a:lnTo>
                    <a:pt x="169717" y="390720"/>
                  </a:lnTo>
                  <a:cubicBezTo>
                    <a:pt x="257947" y="299805"/>
                    <a:pt x="257947" y="154773"/>
                    <a:pt x="169717" y="64398"/>
                  </a:cubicBezTo>
                  <a:lnTo>
                    <a:pt x="169717" y="64398"/>
                  </a:lnTo>
                  <a:cubicBezTo>
                    <a:pt x="142180" y="35717"/>
                    <a:pt x="99470" y="12988"/>
                    <a:pt x="61255" y="54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11034139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Vert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38E555E-C0E8-CE17-7DC3-AB0395393FE7}"/>
              </a:ext>
            </a:extLst>
          </p:cNvPr>
          <p:cNvSpPr/>
          <p:nvPr/>
        </p:nvSpPr>
        <p:spPr>
          <a:xfrm>
            <a:off x="0" y="0"/>
            <a:ext cx="6095999" cy="68580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Espace réservé pour une image  16">
            <a:extLst>
              <a:ext uri="{FF2B5EF4-FFF2-40B4-BE49-F238E27FC236}">
                <a16:creationId xmlns:a16="http://schemas.microsoft.com/office/drawing/2014/main" id="{970B1F16-6576-CFC1-1DEE-1F3A3188CCE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5999" y="0"/>
            <a:ext cx="6094473" cy="6858000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/>
            </a:lvl1pPr>
          </a:lstStyle>
          <a:p>
            <a:r>
              <a:rPr lang="fr-FR"/>
              <a:t>Insérer une image dans les tons verts</a:t>
            </a:r>
          </a:p>
        </p:txBody>
      </p:sp>
      <p:grpSp>
        <p:nvGrpSpPr>
          <p:cNvPr id="2" name="Graphique 3">
            <a:extLst>
              <a:ext uri="{FF2B5EF4-FFF2-40B4-BE49-F238E27FC236}">
                <a16:creationId xmlns:a16="http://schemas.microsoft.com/office/drawing/2014/main" id="{4FC4A916-2E09-1849-C721-62B87DC430FC}"/>
              </a:ext>
            </a:extLst>
          </p:cNvPr>
          <p:cNvGrpSpPr/>
          <p:nvPr/>
        </p:nvGrpSpPr>
        <p:grpSpPr>
          <a:xfrm>
            <a:off x="612225" y="3155563"/>
            <a:ext cx="739702" cy="475141"/>
            <a:chOff x="612225" y="3155563"/>
            <a:chExt cx="739702" cy="475141"/>
          </a:xfrm>
          <a:solidFill>
            <a:schemeClr val="accent6"/>
          </a:solidFill>
        </p:grpSpPr>
        <p:sp>
          <p:nvSpPr>
            <p:cNvPr id="5" name="Forme libre 4">
              <a:extLst>
                <a:ext uri="{FF2B5EF4-FFF2-40B4-BE49-F238E27FC236}">
                  <a16:creationId xmlns:a16="http://schemas.microsoft.com/office/drawing/2014/main" id="{E9B8E1BC-7089-2ED0-79E4-39F4A09BA8ED}"/>
                </a:ext>
              </a:extLst>
            </p:cNvPr>
            <p:cNvSpPr/>
            <p:nvPr/>
          </p:nvSpPr>
          <p:spPr>
            <a:xfrm>
              <a:off x="818751" y="3155563"/>
              <a:ext cx="306839" cy="474600"/>
            </a:xfrm>
            <a:custGeom>
              <a:avLst/>
              <a:gdLst>
                <a:gd name="connsiteX0" fmla="*/ 171403 w 306839"/>
                <a:gd name="connsiteY0" fmla="*/ 56281 h 474600"/>
                <a:gd name="connsiteX1" fmla="*/ 123635 w 306839"/>
                <a:gd name="connsiteY1" fmla="*/ 166678 h 474600"/>
                <a:gd name="connsiteX2" fmla="*/ 101718 w 306839"/>
                <a:gd name="connsiteY2" fmla="*/ 321992 h 474600"/>
                <a:gd name="connsiteX3" fmla="*/ 0 w 306839"/>
                <a:gd name="connsiteY3" fmla="*/ 474600 h 474600"/>
                <a:gd name="connsiteX4" fmla="*/ 13487 w 306839"/>
                <a:gd name="connsiteY4" fmla="*/ 474600 h 474600"/>
                <a:gd name="connsiteX5" fmla="*/ 135436 w 306839"/>
                <a:gd name="connsiteY5" fmla="*/ 418319 h 474600"/>
                <a:gd name="connsiteX6" fmla="*/ 183204 w 306839"/>
                <a:gd name="connsiteY6" fmla="*/ 307922 h 474600"/>
                <a:gd name="connsiteX7" fmla="*/ 205122 w 306839"/>
                <a:gd name="connsiteY7" fmla="*/ 152608 h 474600"/>
                <a:gd name="connsiteX8" fmla="*/ 306839 w 306839"/>
                <a:gd name="connsiteY8" fmla="*/ 0 h 474600"/>
                <a:gd name="connsiteX9" fmla="*/ 293352 w 306839"/>
                <a:gd name="connsiteY9" fmla="*/ 0 h 474600"/>
                <a:gd name="connsiteX10" fmla="*/ 171403 w 306839"/>
                <a:gd name="connsiteY10" fmla="*/ 56281 h 47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839" h="474600">
                  <a:moveTo>
                    <a:pt x="171403" y="56281"/>
                  </a:moveTo>
                  <a:cubicBezTo>
                    <a:pt x="146114" y="84421"/>
                    <a:pt x="130379" y="121762"/>
                    <a:pt x="123635" y="166678"/>
                  </a:cubicBezTo>
                  <a:lnTo>
                    <a:pt x="101718" y="321992"/>
                  </a:lnTo>
                  <a:cubicBezTo>
                    <a:pt x="93288" y="382603"/>
                    <a:pt x="55074" y="439425"/>
                    <a:pt x="0" y="474600"/>
                  </a:cubicBezTo>
                  <a:cubicBezTo>
                    <a:pt x="4496" y="474600"/>
                    <a:pt x="8992" y="474600"/>
                    <a:pt x="13487" y="474600"/>
                  </a:cubicBezTo>
                  <a:cubicBezTo>
                    <a:pt x="58446" y="474600"/>
                    <a:pt x="102842" y="454577"/>
                    <a:pt x="135436" y="418319"/>
                  </a:cubicBezTo>
                  <a:cubicBezTo>
                    <a:pt x="160725" y="390179"/>
                    <a:pt x="176461" y="352839"/>
                    <a:pt x="183204" y="307922"/>
                  </a:cubicBezTo>
                  <a:lnTo>
                    <a:pt x="205122" y="152608"/>
                  </a:lnTo>
                  <a:cubicBezTo>
                    <a:pt x="213551" y="91998"/>
                    <a:pt x="251766" y="35176"/>
                    <a:pt x="306839" y="0"/>
                  </a:cubicBezTo>
                  <a:cubicBezTo>
                    <a:pt x="302344" y="0"/>
                    <a:pt x="297848" y="0"/>
                    <a:pt x="293352" y="0"/>
                  </a:cubicBezTo>
                  <a:cubicBezTo>
                    <a:pt x="248394" y="0"/>
                    <a:pt x="203998" y="20023"/>
                    <a:pt x="171403" y="5628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" name="Forme libre 5">
              <a:extLst>
                <a:ext uri="{FF2B5EF4-FFF2-40B4-BE49-F238E27FC236}">
                  <a16:creationId xmlns:a16="http://schemas.microsoft.com/office/drawing/2014/main" id="{A1A7B245-776E-8039-3754-0C298FF41FFD}"/>
                </a:ext>
              </a:extLst>
            </p:cNvPr>
            <p:cNvSpPr/>
            <p:nvPr/>
          </p:nvSpPr>
          <p:spPr>
            <a:xfrm>
              <a:off x="612225" y="3160974"/>
              <a:ext cx="222823" cy="456200"/>
            </a:xfrm>
            <a:custGeom>
              <a:avLst/>
              <a:gdLst>
                <a:gd name="connsiteX0" fmla="*/ 138527 w 222823"/>
                <a:gd name="connsiteY0" fmla="*/ 104986 h 456200"/>
                <a:gd name="connsiteX1" fmla="*/ 195849 w 222823"/>
                <a:gd name="connsiteY1" fmla="*/ 76304 h 456200"/>
                <a:gd name="connsiteX2" fmla="*/ 195849 w 222823"/>
                <a:gd name="connsiteY2" fmla="*/ 0 h 456200"/>
                <a:gd name="connsiteX3" fmla="*/ 160444 w 222823"/>
                <a:gd name="connsiteY3" fmla="*/ 9200 h 456200"/>
                <a:gd name="connsiteX4" fmla="*/ 64908 w 222823"/>
                <a:gd name="connsiteY4" fmla="*/ 70351 h 456200"/>
                <a:gd name="connsiteX5" fmla="*/ 64908 w 222823"/>
                <a:gd name="connsiteY5" fmla="*/ 70351 h 456200"/>
                <a:gd name="connsiteX6" fmla="*/ 64908 w 222823"/>
                <a:gd name="connsiteY6" fmla="*/ 70351 h 456200"/>
                <a:gd name="connsiteX7" fmla="*/ 64908 w 222823"/>
                <a:gd name="connsiteY7" fmla="*/ 393967 h 456200"/>
                <a:gd name="connsiteX8" fmla="*/ 64908 w 222823"/>
                <a:gd name="connsiteY8" fmla="*/ 393967 h 456200"/>
                <a:gd name="connsiteX9" fmla="*/ 163254 w 222823"/>
                <a:gd name="connsiteY9" fmla="*/ 456201 h 456200"/>
                <a:gd name="connsiteX10" fmla="*/ 222824 w 222823"/>
                <a:gd name="connsiteY10" fmla="*/ 393426 h 456200"/>
                <a:gd name="connsiteX11" fmla="*/ 81206 w 222823"/>
                <a:gd name="connsiteY11" fmla="*/ 276534 h 456200"/>
                <a:gd name="connsiteX12" fmla="*/ 137965 w 222823"/>
                <a:gd name="connsiteY12" fmla="*/ 104986 h 4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823" h="456200">
                  <a:moveTo>
                    <a:pt x="138527" y="104986"/>
                  </a:moveTo>
                  <a:cubicBezTo>
                    <a:pt x="155387" y="91998"/>
                    <a:pt x="175056" y="82257"/>
                    <a:pt x="195849" y="76304"/>
                  </a:cubicBezTo>
                  <a:lnTo>
                    <a:pt x="195849" y="0"/>
                  </a:lnTo>
                  <a:cubicBezTo>
                    <a:pt x="183485" y="2165"/>
                    <a:pt x="171684" y="5412"/>
                    <a:pt x="160444" y="9200"/>
                  </a:cubicBezTo>
                  <a:cubicBezTo>
                    <a:pt x="123354" y="21647"/>
                    <a:pt x="90759" y="43293"/>
                    <a:pt x="64908" y="70351"/>
                  </a:cubicBezTo>
                  <a:cubicBezTo>
                    <a:pt x="64908" y="70351"/>
                    <a:pt x="64908" y="70351"/>
                    <a:pt x="64908" y="70351"/>
                  </a:cubicBezTo>
                  <a:lnTo>
                    <a:pt x="64908" y="70351"/>
                  </a:lnTo>
                  <a:cubicBezTo>
                    <a:pt x="-21636" y="160184"/>
                    <a:pt x="-21636" y="304134"/>
                    <a:pt x="64908" y="393967"/>
                  </a:cubicBezTo>
                  <a:lnTo>
                    <a:pt x="64908" y="393967"/>
                  </a:lnTo>
                  <a:cubicBezTo>
                    <a:pt x="91883" y="422107"/>
                    <a:pt x="126164" y="443754"/>
                    <a:pt x="163254" y="456201"/>
                  </a:cubicBezTo>
                  <a:cubicBezTo>
                    <a:pt x="187419" y="439425"/>
                    <a:pt x="207650" y="417778"/>
                    <a:pt x="222824" y="393426"/>
                  </a:cubicBezTo>
                  <a:cubicBezTo>
                    <a:pt x="156511" y="386391"/>
                    <a:pt x="99189" y="339309"/>
                    <a:pt x="81206" y="276534"/>
                  </a:cubicBezTo>
                  <a:cubicBezTo>
                    <a:pt x="63222" y="213760"/>
                    <a:pt x="86263" y="145032"/>
                    <a:pt x="137965" y="104986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" name="Forme libre 6">
              <a:extLst>
                <a:ext uri="{FF2B5EF4-FFF2-40B4-BE49-F238E27FC236}">
                  <a16:creationId xmlns:a16="http://schemas.microsoft.com/office/drawing/2014/main" id="{558B6826-A06C-DEC8-018E-12A0CA30CF47}"/>
                </a:ext>
              </a:extLst>
            </p:cNvPr>
            <p:cNvSpPr/>
            <p:nvPr/>
          </p:nvSpPr>
          <p:spPr>
            <a:xfrm>
              <a:off x="1116037" y="3166927"/>
              <a:ext cx="235889" cy="463776"/>
            </a:xfrm>
            <a:custGeom>
              <a:avLst/>
              <a:gdLst>
                <a:gd name="connsiteX0" fmla="*/ 60694 w 235889"/>
                <a:gd name="connsiteY0" fmla="*/ 0 h 463776"/>
                <a:gd name="connsiteX1" fmla="*/ 0 w 235889"/>
                <a:gd name="connsiteY1" fmla="*/ 63316 h 463776"/>
                <a:gd name="connsiteX2" fmla="*/ 152296 w 235889"/>
                <a:gd name="connsiteY2" fmla="*/ 182913 h 463776"/>
                <a:gd name="connsiteX3" fmla="*/ 94412 w 235889"/>
                <a:gd name="connsiteY3" fmla="*/ 356085 h 463776"/>
                <a:gd name="connsiteX4" fmla="*/ 23603 w 235889"/>
                <a:gd name="connsiteY4" fmla="*/ 387473 h 463776"/>
                <a:gd name="connsiteX5" fmla="*/ 23603 w 235889"/>
                <a:gd name="connsiteY5" fmla="*/ 463777 h 463776"/>
                <a:gd name="connsiteX6" fmla="*/ 71933 w 235889"/>
                <a:gd name="connsiteY6" fmla="*/ 452413 h 463776"/>
                <a:gd name="connsiteX7" fmla="*/ 169717 w 235889"/>
                <a:gd name="connsiteY7" fmla="*/ 390720 h 463776"/>
                <a:gd name="connsiteX8" fmla="*/ 169717 w 235889"/>
                <a:gd name="connsiteY8" fmla="*/ 390720 h 463776"/>
                <a:gd name="connsiteX9" fmla="*/ 169717 w 235889"/>
                <a:gd name="connsiteY9" fmla="*/ 390720 h 463776"/>
                <a:gd name="connsiteX10" fmla="*/ 169717 w 235889"/>
                <a:gd name="connsiteY10" fmla="*/ 64398 h 463776"/>
                <a:gd name="connsiteX11" fmla="*/ 169717 w 235889"/>
                <a:gd name="connsiteY11" fmla="*/ 64398 h 463776"/>
                <a:gd name="connsiteX12" fmla="*/ 61255 w 235889"/>
                <a:gd name="connsiteY12" fmla="*/ 541 h 46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889" h="463776">
                  <a:moveTo>
                    <a:pt x="60694" y="0"/>
                  </a:moveTo>
                  <a:cubicBezTo>
                    <a:pt x="35967" y="17317"/>
                    <a:pt x="15173" y="38964"/>
                    <a:pt x="0" y="63316"/>
                  </a:cubicBezTo>
                  <a:cubicBezTo>
                    <a:pt x="67437" y="70351"/>
                    <a:pt x="133751" y="119597"/>
                    <a:pt x="152296" y="182913"/>
                  </a:cubicBezTo>
                  <a:cubicBezTo>
                    <a:pt x="170841" y="246229"/>
                    <a:pt x="147238" y="315498"/>
                    <a:pt x="94412" y="356085"/>
                  </a:cubicBezTo>
                  <a:cubicBezTo>
                    <a:pt x="73619" y="371779"/>
                    <a:pt x="49454" y="382603"/>
                    <a:pt x="23603" y="387473"/>
                  </a:cubicBezTo>
                  <a:lnTo>
                    <a:pt x="23603" y="463777"/>
                  </a:lnTo>
                  <a:cubicBezTo>
                    <a:pt x="40462" y="461612"/>
                    <a:pt x="56760" y="457824"/>
                    <a:pt x="71933" y="452413"/>
                  </a:cubicBezTo>
                  <a:cubicBezTo>
                    <a:pt x="109585" y="439425"/>
                    <a:pt x="142742" y="418319"/>
                    <a:pt x="169717" y="390720"/>
                  </a:cubicBezTo>
                  <a:cubicBezTo>
                    <a:pt x="169717" y="390720"/>
                    <a:pt x="169717" y="390720"/>
                    <a:pt x="169717" y="390720"/>
                  </a:cubicBezTo>
                  <a:lnTo>
                    <a:pt x="169717" y="390720"/>
                  </a:lnTo>
                  <a:cubicBezTo>
                    <a:pt x="257947" y="299805"/>
                    <a:pt x="257947" y="154773"/>
                    <a:pt x="169717" y="64398"/>
                  </a:cubicBezTo>
                  <a:lnTo>
                    <a:pt x="169717" y="64398"/>
                  </a:lnTo>
                  <a:cubicBezTo>
                    <a:pt x="142180" y="35717"/>
                    <a:pt x="99470" y="12988"/>
                    <a:pt x="61255" y="54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1E81CD5-827E-939B-673D-ACF7F21DA45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3992" y="4051760"/>
            <a:ext cx="5127401" cy="59372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Partie 0 :</a:t>
            </a: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C40B2A5C-FEB3-EB99-9204-C382D3A9714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455743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chemeClr val="accent6"/>
                </a:solidFill>
                <a:latin typeface="Plus Jakarta Sans SemiBold" pitchFamily="2" charset="77"/>
                <a:cs typeface="Plus Jakarta Sans SemiBold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</p:spTree>
    <p:extLst>
      <p:ext uri="{BB962C8B-B14F-4D97-AF65-F5344CB8AC3E}">
        <p14:creationId xmlns:p14="http://schemas.microsoft.com/office/powerpoint/2010/main" val="7490290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Rouge -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38E555E-C0E8-CE17-7DC3-AB0395393FE7}"/>
              </a:ext>
            </a:extLst>
          </p:cNvPr>
          <p:cNvSpPr/>
          <p:nvPr/>
        </p:nvSpPr>
        <p:spPr>
          <a:xfrm>
            <a:off x="0" y="0"/>
            <a:ext cx="6095999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Espace réservé pour une image  16">
            <a:extLst>
              <a:ext uri="{FF2B5EF4-FFF2-40B4-BE49-F238E27FC236}">
                <a16:creationId xmlns:a16="http://schemas.microsoft.com/office/drawing/2014/main" id="{970B1F16-6576-CFC1-1DEE-1F3A3188CCE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5999" y="0"/>
            <a:ext cx="6094473" cy="6858000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/>
            </a:lvl1pPr>
          </a:lstStyle>
          <a:p>
            <a:r>
              <a:rPr lang="fr-FR"/>
              <a:t>Insérer une image dans les tons rouges</a:t>
            </a:r>
          </a:p>
        </p:txBody>
      </p:sp>
      <p:grpSp>
        <p:nvGrpSpPr>
          <p:cNvPr id="2" name="Graphique 3">
            <a:extLst>
              <a:ext uri="{FF2B5EF4-FFF2-40B4-BE49-F238E27FC236}">
                <a16:creationId xmlns:a16="http://schemas.microsoft.com/office/drawing/2014/main" id="{4FC4A916-2E09-1849-C721-62B87DC430FC}"/>
              </a:ext>
            </a:extLst>
          </p:cNvPr>
          <p:cNvGrpSpPr/>
          <p:nvPr/>
        </p:nvGrpSpPr>
        <p:grpSpPr>
          <a:xfrm>
            <a:off x="612225" y="3155563"/>
            <a:ext cx="739702" cy="475141"/>
            <a:chOff x="612225" y="3155563"/>
            <a:chExt cx="739702" cy="475141"/>
          </a:xfrm>
          <a:solidFill>
            <a:schemeClr val="accent4"/>
          </a:solidFill>
        </p:grpSpPr>
        <p:sp>
          <p:nvSpPr>
            <p:cNvPr id="5" name="Forme libre 4">
              <a:extLst>
                <a:ext uri="{FF2B5EF4-FFF2-40B4-BE49-F238E27FC236}">
                  <a16:creationId xmlns:a16="http://schemas.microsoft.com/office/drawing/2014/main" id="{E9B8E1BC-7089-2ED0-79E4-39F4A09BA8ED}"/>
                </a:ext>
              </a:extLst>
            </p:cNvPr>
            <p:cNvSpPr/>
            <p:nvPr/>
          </p:nvSpPr>
          <p:spPr>
            <a:xfrm>
              <a:off x="818751" y="3155563"/>
              <a:ext cx="306839" cy="474600"/>
            </a:xfrm>
            <a:custGeom>
              <a:avLst/>
              <a:gdLst>
                <a:gd name="connsiteX0" fmla="*/ 171403 w 306839"/>
                <a:gd name="connsiteY0" fmla="*/ 56281 h 474600"/>
                <a:gd name="connsiteX1" fmla="*/ 123635 w 306839"/>
                <a:gd name="connsiteY1" fmla="*/ 166678 h 474600"/>
                <a:gd name="connsiteX2" fmla="*/ 101718 w 306839"/>
                <a:gd name="connsiteY2" fmla="*/ 321992 h 474600"/>
                <a:gd name="connsiteX3" fmla="*/ 0 w 306839"/>
                <a:gd name="connsiteY3" fmla="*/ 474600 h 474600"/>
                <a:gd name="connsiteX4" fmla="*/ 13487 w 306839"/>
                <a:gd name="connsiteY4" fmla="*/ 474600 h 474600"/>
                <a:gd name="connsiteX5" fmla="*/ 135436 w 306839"/>
                <a:gd name="connsiteY5" fmla="*/ 418319 h 474600"/>
                <a:gd name="connsiteX6" fmla="*/ 183204 w 306839"/>
                <a:gd name="connsiteY6" fmla="*/ 307922 h 474600"/>
                <a:gd name="connsiteX7" fmla="*/ 205122 w 306839"/>
                <a:gd name="connsiteY7" fmla="*/ 152608 h 474600"/>
                <a:gd name="connsiteX8" fmla="*/ 306839 w 306839"/>
                <a:gd name="connsiteY8" fmla="*/ 0 h 474600"/>
                <a:gd name="connsiteX9" fmla="*/ 293352 w 306839"/>
                <a:gd name="connsiteY9" fmla="*/ 0 h 474600"/>
                <a:gd name="connsiteX10" fmla="*/ 171403 w 306839"/>
                <a:gd name="connsiteY10" fmla="*/ 56281 h 47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839" h="474600">
                  <a:moveTo>
                    <a:pt x="171403" y="56281"/>
                  </a:moveTo>
                  <a:cubicBezTo>
                    <a:pt x="146114" y="84421"/>
                    <a:pt x="130379" y="121762"/>
                    <a:pt x="123635" y="166678"/>
                  </a:cubicBezTo>
                  <a:lnTo>
                    <a:pt x="101718" y="321992"/>
                  </a:lnTo>
                  <a:cubicBezTo>
                    <a:pt x="93288" y="382603"/>
                    <a:pt x="55074" y="439425"/>
                    <a:pt x="0" y="474600"/>
                  </a:cubicBezTo>
                  <a:cubicBezTo>
                    <a:pt x="4496" y="474600"/>
                    <a:pt x="8992" y="474600"/>
                    <a:pt x="13487" y="474600"/>
                  </a:cubicBezTo>
                  <a:cubicBezTo>
                    <a:pt x="58446" y="474600"/>
                    <a:pt x="102842" y="454577"/>
                    <a:pt x="135436" y="418319"/>
                  </a:cubicBezTo>
                  <a:cubicBezTo>
                    <a:pt x="160725" y="390179"/>
                    <a:pt x="176461" y="352839"/>
                    <a:pt x="183204" y="307922"/>
                  </a:cubicBezTo>
                  <a:lnTo>
                    <a:pt x="205122" y="152608"/>
                  </a:lnTo>
                  <a:cubicBezTo>
                    <a:pt x="213551" y="91998"/>
                    <a:pt x="251766" y="35176"/>
                    <a:pt x="306839" y="0"/>
                  </a:cubicBezTo>
                  <a:cubicBezTo>
                    <a:pt x="302344" y="0"/>
                    <a:pt x="297848" y="0"/>
                    <a:pt x="293352" y="0"/>
                  </a:cubicBezTo>
                  <a:cubicBezTo>
                    <a:pt x="248394" y="0"/>
                    <a:pt x="203998" y="20023"/>
                    <a:pt x="171403" y="5628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6" name="Forme libre 5">
              <a:extLst>
                <a:ext uri="{FF2B5EF4-FFF2-40B4-BE49-F238E27FC236}">
                  <a16:creationId xmlns:a16="http://schemas.microsoft.com/office/drawing/2014/main" id="{A1A7B245-776E-8039-3754-0C298FF41FFD}"/>
                </a:ext>
              </a:extLst>
            </p:cNvPr>
            <p:cNvSpPr/>
            <p:nvPr/>
          </p:nvSpPr>
          <p:spPr>
            <a:xfrm>
              <a:off x="612225" y="3160974"/>
              <a:ext cx="222823" cy="456200"/>
            </a:xfrm>
            <a:custGeom>
              <a:avLst/>
              <a:gdLst>
                <a:gd name="connsiteX0" fmla="*/ 138527 w 222823"/>
                <a:gd name="connsiteY0" fmla="*/ 104986 h 456200"/>
                <a:gd name="connsiteX1" fmla="*/ 195849 w 222823"/>
                <a:gd name="connsiteY1" fmla="*/ 76304 h 456200"/>
                <a:gd name="connsiteX2" fmla="*/ 195849 w 222823"/>
                <a:gd name="connsiteY2" fmla="*/ 0 h 456200"/>
                <a:gd name="connsiteX3" fmla="*/ 160444 w 222823"/>
                <a:gd name="connsiteY3" fmla="*/ 9200 h 456200"/>
                <a:gd name="connsiteX4" fmla="*/ 64908 w 222823"/>
                <a:gd name="connsiteY4" fmla="*/ 70351 h 456200"/>
                <a:gd name="connsiteX5" fmla="*/ 64908 w 222823"/>
                <a:gd name="connsiteY5" fmla="*/ 70351 h 456200"/>
                <a:gd name="connsiteX6" fmla="*/ 64908 w 222823"/>
                <a:gd name="connsiteY6" fmla="*/ 70351 h 456200"/>
                <a:gd name="connsiteX7" fmla="*/ 64908 w 222823"/>
                <a:gd name="connsiteY7" fmla="*/ 393967 h 456200"/>
                <a:gd name="connsiteX8" fmla="*/ 64908 w 222823"/>
                <a:gd name="connsiteY8" fmla="*/ 393967 h 456200"/>
                <a:gd name="connsiteX9" fmla="*/ 163254 w 222823"/>
                <a:gd name="connsiteY9" fmla="*/ 456201 h 456200"/>
                <a:gd name="connsiteX10" fmla="*/ 222824 w 222823"/>
                <a:gd name="connsiteY10" fmla="*/ 393426 h 456200"/>
                <a:gd name="connsiteX11" fmla="*/ 81206 w 222823"/>
                <a:gd name="connsiteY11" fmla="*/ 276534 h 456200"/>
                <a:gd name="connsiteX12" fmla="*/ 137965 w 222823"/>
                <a:gd name="connsiteY12" fmla="*/ 104986 h 4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823" h="456200">
                  <a:moveTo>
                    <a:pt x="138527" y="104986"/>
                  </a:moveTo>
                  <a:cubicBezTo>
                    <a:pt x="155387" y="91998"/>
                    <a:pt x="175056" y="82257"/>
                    <a:pt x="195849" y="76304"/>
                  </a:cubicBezTo>
                  <a:lnTo>
                    <a:pt x="195849" y="0"/>
                  </a:lnTo>
                  <a:cubicBezTo>
                    <a:pt x="183485" y="2165"/>
                    <a:pt x="171684" y="5412"/>
                    <a:pt x="160444" y="9200"/>
                  </a:cubicBezTo>
                  <a:cubicBezTo>
                    <a:pt x="123354" y="21647"/>
                    <a:pt x="90759" y="43293"/>
                    <a:pt x="64908" y="70351"/>
                  </a:cubicBezTo>
                  <a:cubicBezTo>
                    <a:pt x="64908" y="70351"/>
                    <a:pt x="64908" y="70351"/>
                    <a:pt x="64908" y="70351"/>
                  </a:cubicBezTo>
                  <a:lnTo>
                    <a:pt x="64908" y="70351"/>
                  </a:lnTo>
                  <a:cubicBezTo>
                    <a:pt x="-21636" y="160184"/>
                    <a:pt x="-21636" y="304134"/>
                    <a:pt x="64908" y="393967"/>
                  </a:cubicBezTo>
                  <a:lnTo>
                    <a:pt x="64908" y="393967"/>
                  </a:lnTo>
                  <a:cubicBezTo>
                    <a:pt x="91883" y="422107"/>
                    <a:pt x="126164" y="443754"/>
                    <a:pt x="163254" y="456201"/>
                  </a:cubicBezTo>
                  <a:cubicBezTo>
                    <a:pt x="187419" y="439425"/>
                    <a:pt x="207650" y="417778"/>
                    <a:pt x="222824" y="393426"/>
                  </a:cubicBezTo>
                  <a:cubicBezTo>
                    <a:pt x="156511" y="386391"/>
                    <a:pt x="99189" y="339309"/>
                    <a:pt x="81206" y="276534"/>
                  </a:cubicBezTo>
                  <a:cubicBezTo>
                    <a:pt x="63222" y="213760"/>
                    <a:pt x="86263" y="145032"/>
                    <a:pt x="137965" y="104986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7" name="Forme libre 6">
              <a:extLst>
                <a:ext uri="{FF2B5EF4-FFF2-40B4-BE49-F238E27FC236}">
                  <a16:creationId xmlns:a16="http://schemas.microsoft.com/office/drawing/2014/main" id="{558B6826-A06C-DEC8-018E-12A0CA30CF47}"/>
                </a:ext>
              </a:extLst>
            </p:cNvPr>
            <p:cNvSpPr/>
            <p:nvPr/>
          </p:nvSpPr>
          <p:spPr>
            <a:xfrm>
              <a:off x="1116037" y="3166927"/>
              <a:ext cx="235889" cy="463776"/>
            </a:xfrm>
            <a:custGeom>
              <a:avLst/>
              <a:gdLst>
                <a:gd name="connsiteX0" fmla="*/ 60694 w 235889"/>
                <a:gd name="connsiteY0" fmla="*/ 0 h 463776"/>
                <a:gd name="connsiteX1" fmla="*/ 0 w 235889"/>
                <a:gd name="connsiteY1" fmla="*/ 63316 h 463776"/>
                <a:gd name="connsiteX2" fmla="*/ 152296 w 235889"/>
                <a:gd name="connsiteY2" fmla="*/ 182913 h 463776"/>
                <a:gd name="connsiteX3" fmla="*/ 94412 w 235889"/>
                <a:gd name="connsiteY3" fmla="*/ 356085 h 463776"/>
                <a:gd name="connsiteX4" fmla="*/ 23603 w 235889"/>
                <a:gd name="connsiteY4" fmla="*/ 387473 h 463776"/>
                <a:gd name="connsiteX5" fmla="*/ 23603 w 235889"/>
                <a:gd name="connsiteY5" fmla="*/ 463777 h 463776"/>
                <a:gd name="connsiteX6" fmla="*/ 71933 w 235889"/>
                <a:gd name="connsiteY6" fmla="*/ 452413 h 463776"/>
                <a:gd name="connsiteX7" fmla="*/ 169717 w 235889"/>
                <a:gd name="connsiteY7" fmla="*/ 390720 h 463776"/>
                <a:gd name="connsiteX8" fmla="*/ 169717 w 235889"/>
                <a:gd name="connsiteY8" fmla="*/ 390720 h 463776"/>
                <a:gd name="connsiteX9" fmla="*/ 169717 w 235889"/>
                <a:gd name="connsiteY9" fmla="*/ 390720 h 463776"/>
                <a:gd name="connsiteX10" fmla="*/ 169717 w 235889"/>
                <a:gd name="connsiteY10" fmla="*/ 64398 h 463776"/>
                <a:gd name="connsiteX11" fmla="*/ 169717 w 235889"/>
                <a:gd name="connsiteY11" fmla="*/ 64398 h 463776"/>
                <a:gd name="connsiteX12" fmla="*/ 61255 w 235889"/>
                <a:gd name="connsiteY12" fmla="*/ 541 h 46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889" h="463776">
                  <a:moveTo>
                    <a:pt x="60694" y="0"/>
                  </a:moveTo>
                  <a:cubicBezTo>
                    <a:pt x="35967" y="17317"/>
                    <a:pt x="15173" y="38964"/>
                    <a:pt x="0" y="63316"/>
                  </a:cubicBezTo>
                  <a:cubicBezTo>
                    <a:pt x="67437" y="70351"/>
                    <a:pt x="133751" y="119597"/>
                    <a:pt x="152296" y="182913"/>
                  </a:cubicBezTo>
                  <a:cubicBezTo>
                    <a:pt x="170841" y="246229"/>
                    <a:pt x="147238" y="315498"/>
                    <a:pt x="94412" y="356085"/>
                  </a:cubicBezTo>
                  <a:cubicBezTo>
                    <a:pt x="73619" y="371779"/>
                    <a:pt x="49454" y="382603"/>
                    <a:pt x="23603" y="387473"/>
                  </a:cubicBezTo>
                  <a:lnTo>
                    <a:pt x="23603" y="463777"/>
                  </a:lnTo>
                  <a:cubicBezTo>
                    <a:pt x="40462" y="461612"/>
                    <a:pt x="56760" y="457824"/>
                    <a:pt x="71933" y="452413"/>
                  </a:cubicBezTo>
                  <a:cubicBezTo>
                    <a:pt x="109585" y="439425"/>
                    <a:pt x="142742" y="418319"/>
                    <a:pt x="169717" y="390720"/>
                  </a:cubicBezTo>
                  <a:cubicBezTo>
                    <a:pt x="169717" y="390720"/>
                    <a:pt x="169717" y="390720"/>
                    <a:pt x="169717" y="390720"/>
                  </a:cubicBezTo>
                  <a:lnTo>
                    <a:pt x="169717" y="390720"/>
                  </a:lnTo>
                  <a:cubicBezTo>
                    <a:pt x="257947" y="299805"/>
                    <a:pt x="257947" y="154773"/>
                    <a:pt x="169717" y="64398"/>
                  </a:cubicBezTo>
                  <a:lnTo>
                    <a:pt x="169717" y="64398"/>
                  </a:lnTo>
                  <a:cubicBezTo>
                    <a:pt x="142180" y="35717"/>
                    <a:pt x="99470" y="12988"/>
                    <a:pt x="61255" y="54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CFB0C61-5752-3657-C119-062DDA01A92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3992" y="4051760"/>
            <a:ext cx="5127401" cy="59372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Partie 0 :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48AD976B-BA4D-C1F7-8AE5-CEB2BD764E0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455743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chemeClr val="accent4"/>
                </a:solidFill>
                <a:latin typeface="Plus Jakarta Sans SemiBold" pitchFamily="2" charset="77"/>
                <a:cs typeface="Plus Jakarta Sans SemiBold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</p:spTree>
    <p:extLst>
      <p:ext uri="{BB962C8B-B14F-4D97-AF65-F5344CB8AC3E}">
        <p14:creationId xmlns:p14="http://schemas.microsoft.com/office/powerpoint/2010/main" val="33895896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Bleu - u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3EAACD5-43D3-ADB9-78D3-54F17D687643}"/>
              </a:ext>
            </a:extLst>
          </p:cNvPr>
          <p:cNvSpPr/>
          <p:nvPr/>
        </p:nvSpPr>
        <p:spPr>
          <a:xfrm>
            <a:off x="6096000" y="11022"/>
            <a:ext cx="6096000" cy="6869022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ACEDA3C-BD0C-79E6-D7E8-2814E14D5E34}"/>
              </a:ext>
            </a:extLst>
          </p:cNvPr>
          <p:cNvSpPr/>
          <p:nvPr/>
        </p:nvSpPr>
        <p:spPr>
          <a:xfrm>
            <a:off x="0" y="11022"/>
            <a:ext cx="6096000" cy="6858000"/>
          </a:xfrm>
          <a:prstGeom prst="rect">
            <a:avLst/>
          </a:prstGeom>
          <a:solidFill>
            <a:srgbClr val="1B094E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509AF101-78C2-51C1-ECBA-8DB9F6BFE1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392312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rgbClr val="6F8DFF"/>
                </a:solidFill>
                <a:latin typeface="Plus Jakarta Sans SemiBold" pitchFamily="2" charset="77"/>
              </a:defRPr>
            </a:lvl1pPr>
          </a:lstStyle>
          <a:p>
            <a:pPr lvl="0"/>
            <a:r>
              <a:rPr lang="fr-FR"/>
              <a:t>Partie 0</a:t>
            </a:r>
          </a:p>
        </p:txBody>
      </p:sp>
      <p:pic>
        <p:nvPicPr>
          <p:cNvPr id="19" name="Graphique 18">
            <a:extLst>
              <a:ext uri="{FF2B5EF4-FFF2-40B4-BE49-F238E27FC236}">
                <a16:creationId xmlns:a16="http://schemas.microsoft.com/office/drawing/2014/main" id="{E58C2475-B253-93F3-2F9F-C82DF81EAB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12506" y="3155563"/>
            <a:ext cx="730570" cy="487047"/>
          </a:xfrm>
          <a:prstGeom prst="rect">
            <a:avLst/>
          </a:prstGeom>
        </p:spPr>
      </p:pic>
      <p:cxnSp>
        <p:nvCxnSpPr>
          <p:cNvPr id="24" name="Connecteur droit 23">
            <a:extLst>
              <a:ext uri="{FF2B5EF4-FFF2-40B4-BE49-F238E27FC236}">
                <a16:creationId xmlns:a16="http://schemas.microsoft.com/office/drawing/2014/main" id="{7D4E6F9F-6E80-830D-331F-2945CD29C9EB}"/>
              </a:ext>
            </a:extLst>
          </p:cNvPr>
          <p:cNvCxnSpPr>
            <a:cxnSpLocks/>
          </p:cNvCxnSpPr>
          <p:nvPr/>
        </p:nvCxnSpPr>
        <p:spPr>
          <a:xfrm>
            <a:off x="6335486" y="6479692"/>
            <a:ext cx="5260407" cy="0"/>
          </a:xfrm>
          <a:prstGeom prst="line">
            <a:avLst/>
          </a:prstGeom>
          <a:ln w="12700">
            <a:solidFill>
              <a:srgbClr val="1B094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Espace réservé du texte 11">
            <a:extLst>
              <a:ext uri="{FF2B5EF4-FFF2-40B4-BE49-F238E27FC236}">
                <a16:creationId xmlns:a16="http://schemas.microsoft.com/office/drawing/2014/main" id="{6A7937CE-902F-FEC9-1C45-691ED1B551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18238" y="3122001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29" name="Espace réservé du texte 11">
            <a:extLst>
              <a:ext uri="{FF2B5EF4-FFF2-40B4-BE49-F238E27FC236}">
                <a16:creationId xmlns:a16="http://schemas.microsoft.com/office/drawing/2014/main" id="{DFED1392-64ED-6531-5449-B33589D8670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18238" y="3661720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02</a:t>
            </a:r>
          </a:p>
        </p:txBody>
      </p:sp>
      <p:sp>
        <p:nvSpPr>
          <p:cNvPr id="30" name="Espace réservé du texte 11">
            <a:extLst>
              <a:ext uri="{FF2B5EF4-FFF2-40B4-BE49-F238E27FC236}">
                <a16:creationId xmlns:a16="http://schemas.microsoft.com/office/drawing/2014/main" id="{65316F1D-0C52-86BC-D346-114C1AB870A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18238" y="4201439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03</a:t>
            </a:r>
          </a:p>
        </p:txBody>
      </p:sp>
      <p:sp>
        <p:nvSpPr>
          <p:cNvPr id="31" name="Espace réservé du texte 11">
            <a:extLst>
              <a:ext uri="{FF2B5EF4-FFF2-40B4-BE49-F238E27FC236}">
                <a16:creationId xmlns:a16="http://schemas.microsoft.com/office/drawing/2014/main" id="{ADB5336A-9386-CACC-11EC-E73BFE0BA0E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218238" y="4742127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04</a:t>
            </a:r>
          </a:p>
        </p:txBody>
      </p:sp>
      <p:sp>
        <p:nvSpPr>
          <p:cNvPr id="32" name="Espace réservé du texte 11">
            <a:extLst>
              <a:ext uri="{FF2B5EF4-FFF2-40B4-BE49-F238E27FC236}">
                <a16:creationId xmlns:a16="http://schemas.microsoft.com/office/drawing/2014/main" id="{4E4FC6BC-0A3D-1A08-F97E-AA2C96EF1A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218238" y="5282816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05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182EF8E4-AF31-3ADB-D846-ECD694B9525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218238" y="5823505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rgbClr val="1B084E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06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F299FA3-24B0-D169-FBD8-72EF933951EE}"/>
              </a:ext>
            </a:extLst>
          </p:cNvPr>
          <p:cNvSpPr txBox="1"/>
          <p:nvPr/>
        </p:nvSpPr>
        <p:spPr>
          <a:xfrm>
            <a:off x="11283301" y="6507574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>
                <a:solidFill>
                  <a:schemeClr val="bg2">
                    <a:lumMod val="50000"/>
                  </a:schemeClr>
                </a:solidFill>
              </a:rPr>
              <a:pPr lvl="0" algn="r"/>
              <a:t>‹N°›</a:t>
            </a:fld>
            <a:endParaRPr lang="fr-FR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7" name="Espace réservé du texte 13">
            <a:extLst>
              <a:ext uri="{FF2B5EF4-FFF2-40B4-BE49-F238E27FC236}">
                <a16:creationId xmlns:a16="http://schemas.microsoft.com/office/drawing/2014/main" id="{93542760-8052-81CF-27FF-641B06288BC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1430" y="312200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8" name="Espace réservé du texte 13">
            <a:extLst>
              <a:ext uri="{FF2B5EF4-FFF2-40B4-BE49-F238E27FC236}">
                <a16:creationId xmlns:a16="http://schemas.microsoft.com/office/drawing/2014/main" id="{7E0BBA2F-DADC-43EA-0D7B-8DDDBD0345A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11430" y="366618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9" name="Espace réservé du texte 13">
            <a:extLst>
              <a:ext uri="{FF2B5EF4-FFF2-40B4-BE49-F238E27FC236}">
                <a16:creationId xmlns:a16="http://schemas.microsoft.com/office/drawing/2014/main" id="{ED751EFE-1C89-FFE3-3327-50C442E8CA4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911430" y="421036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7DA8FA47-1905-3B23-9B81-DC9C06DA37D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1430" y="475454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12" name="Espace réservé du texte 13">
            <a:extLst>
              <a:ext uri="{FF2B5EF4-FFF2-40B4-BE49-F238E27FC236}">
                <a16:creationId xmlns:a16="http://schemas.microsoft.com/office/drawing/2014/main" id="{CE0B523C-5A73-1221-0B7B-7ACD00E0CB1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911430" y="528241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13" name="Espace réservé du texte 13">
            <a:extLst>
              <a:ext uri="{FF2B5EF4-FFF2-40B4-BE49-F238E27FC236}">
                <a16:creationId xmlns:a16="http://schemas.microsoft.com/office/drawing/2014/main" id="{72E624F7-D608-9E70-6634-67331CB061F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11430" y="582659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</p:spTree>
    <p:extLst>
      <p:ext uri="{BB962C8B-B14F-4D97-AF65-F5344CB8AC3E}">
        <p14:creationId xmlns:p14="http://schemas.microsoft.com/office/powerpoint/2010/main" val="18110979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Vert - u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3EAACD5-43D3-ADB9-78D3-54F17D687643}"/>
              </a:ext>
            </a:extLst>
          </p:cNvPr>
          <p:cNvSpPr/>
          <p:nvPr/>
        </p:nvSpPr>
        <p:spPr>
          <a:xfrm>
            <a:off x="6096000" y="0"/>
            <a:ext cx="6096000" cy="686902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ACEDA3C-BD0C-79E6-D7E8-2814E14D5E34}"/>
              </a:ext>
            </a:extLst>
          </p:cNvPr>
          <p:cNvSpPr/>
          <p:nvPr/>
        </p:nvSpPr>
        <p:spPr>
          <a:xfrm>
            <a:off x="0" y="11022"/>
            <a:ext cx="6096000" cy="6858000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509AF101-78C2-51C1-ECBA-8DB9F6BFE1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392312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chemeClr val="accent5">
                    <a:lumMod val="20000"/>
                    <a:lumOff val="80000"/>
                  </a:schemeClr>
                </a:solidFill>
                <a:latin typeface="Plus Jakarta Sans SemiBold" pitchFamily="2" charset="77"/>
              </a:defRPr>
            </a:lvl1pPr>
          </a:lstStyle>
          <a:p>
            <a:pPr lvl="0"/>
            <a:r>
              <a:rPr lang="fr-FR"/>
              <a:t>Partie 0</a:t>
            </a:r>
          </a:p>
        </p:txBody>
      </p:sp>
      <p:cxnSp>
        <p:nvCxnSpPr>
          <p:cNvPr id="24" name="Connecteur droit 23">
            <a:extLst>
              <a:ext uri="{FF2B5EF4-FFF2-40B4-BE49-F238E27FC236}">
                <a16:creationId xmlns:a16="http://schemas.microsoft.com/office/drawing/2014/main" id="{7D4E6F9F-6E80-830D-331F-2945CD29C9EB}"/>
              </a:ext>
            </a:extLst>
          </p:cNvPr>
          <p:cNvCxnSpPr>
            <a:cxnSpLocks/>
          </p:cNvCxnSpPr>
          <p:nvPr/>
        </p:nvCxnSpPr>
        <p:spPr>
          <a:xfrm>
            <a:off x="6335486" y="6479692"/>
            <a:ext cx="5260407" cy="0"/>
          </a:xfrm>
          <a:prstGeom prst="line">
            <a:avLst/>
          </a:prstGeom>
          <a:ln w="1270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ZoneTexte 3">
            <a:extLst>
              <a:ext uri="{FF2B5EF4-FFF2-40B4-BE49-F238E27FC236}">
                <a16:creationId xmlns:a16="http://schemas.microsoft.com/office/drawing/2014/main" id="{CF299FA3-24B0-D169-FBD8-72EF933951EE}"/>
              </a:ext>
            </a:extLst>
          </p:cNvPr>
          <p:cNvSpPr txBox="1"/>
          <p:nvPr/>
        </p:nvSpPr>
        <p:spPr>
          <a:xfrm>
            <a:off x="11283301" y="6507574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>
                <a:solidFill>
                  <a:schemeClr val="bg2">
                    <a:lumMod val="50000"/>
                  </a:schemeClr>
                </a:solidFill>
              </a:rPr>
              <a:pPr lvl="0" algn="r"/>
              <a:t>‹N°›</a:t>
            </a:fld>
            <a:endParaRPr lang="fr-FR">
              <a:solidFill>
                <a:schemeClr val="bg2">
                  <a:lumMod val="50000"/>
                </a:schemeClr>
              </a:solidFill>
            </a:endParaRPr>
          </a:p>
        </p:txBody>
      </p:sp>
      <p:grpSp>
        <p:nvGrpSpPr>
          <p:cNvPr id="7" name="Graphique 18">
            <a:extLst>
              <a:ext uri="{FF2B5EF4-FFF2-40B4-BE49-F238E27FC236}">
                <a16:creationId xmlns:a16="http://schemas.microsoft.com/office/drawing/2014/main" id="{058A79FE-4054-7674-01BE-2AB79A96CB85}"/>
              </a:ext>
            </a:extLst>
          </p:cNvPr>
          <p:cNvGrpSpPr/>
          <p:nvPr/>
        </p:nvGrpSpPr>
        <p:grpSpPr>
          <a:xfrm>
            <a:off x="612225" y="3155563"/>
            <a:ext cx="739702" cy="475141"/>
            <a:chOff x="612225" y="3155563"/>
            <a:chExt cx="739702" cy="475141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8" name="Forme libre 7">
              <a:extLst>
                <a:ext uri="{FF2B5EF4-FFF2-40B4-BE49-F238E27FC236}">
                  <a16:creationId xmlns:a16="http://schemas.microsoft.com/office/drawing/2014/main" id="{091AA00B-E3BC-13AA-70D4-832C859A7B71}"/>
                </a:ext>
              </a:extLst>
            </p:cNvPr>
            <p:cNvSpPr/>
            <p:nvPr/>
          </p:nvSpPr>
          <p:spPr>
            <a:xfrm>
              <a:off x="818751" y="3155563"/>
              <a:ext cx="306839" cy="474600"/>
            </a:xfrm>
            <a:custGeom>
              <a:avLst/>
              <a:gdLst>
                <a:gd name="connsiteX0" fmla="*/ 171403 w 306839"/>
                <a:gd name="connsiteY0" fmla="*/ 56281 h 474600"/>
                <a:gd name="connsiteX1" fmla="*/ 123635 w 306839"/>
                <a:gd name="connsiteY1" fmla="*/ 166678 h 474600"/>
                <a:gd name="connsiteX2" fmla="*/ 101718 w 306839"/>
                <a:gd name="connsiteY2" fmla="*/ 321992 h 474600"/>
                <a:gd name="connsiteX3" fmla="*/ 0 w 306839"/>
                <a:gd name="connsiteY3" fmla="*/ 474600 h 474600"/>
                <a:gd name="connsiteX4" fmla="*/ 13487 w 306839"/>
                <a:gd name="connsiteY4" fmla="*/ 474600 h 474600"/>
                <a:gd name="connsiteX5" fmla="*/ 135436 w 306839"/>
                <a:gd name="connsiteY5" fmla="*/ 418319 h 474600"/>
                <a:gd name="connsiteX6" fmla="*/ 183204 w 306839"/>
                <a:gd name="connsiteY6" fmla="*/ 307922 h 474600"/>
                <a:gd name="connsiteX7" fmla="*/ 205122 w 306839"/>
                <a:gd name="connsiteY7" fmla="*/ 152608 h 474600"/>
                <a:gd name="connsiteX8" fmla="*/ 306839 w 306839"/>
                <a:gd name="connsiteY8" fmla="*/ 0 h 474600"/>
                <a:gd name="connsiteX9" fmla="*/ 293352 w 306839"/>
                <a:gd name="connsiteY9" fmla="*/ 0 h 474600"/>
                <a:gd name="connsiteX10" fmla="*/ 171403 w 306839"/>
                <a:gd name="connsiteY10" fmla="*/ 56281 h 47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839" h="474600">
                  <a:moveTo>
                    <a:pt x="171403" y="56281"/>
                  </a:moveTo>
                  <a:cubicBezTo>
                    <a:pt x="146114" y="84421"/>
                    <a:pt x="130379" y="121762"/>
                    <a:pt x="123635" y="166678"/>
                  </a:cubicBezTo>
                  <a:lnTo>
                    <a:pt x="101718" y="321992"/>
                  </a:lnTo>
                  <a:cubicBezTo>
                    <a:pt x="93288" y="382603"/>
                    <a:pt x="55074" y="439425"/>
                    <a:pt x="0" y="474600"/>
                  </a:cubicBezTo>
                  <a:cubicBezTo>
                    <a:pt x="4496" y="474600"/>
                    <a:pt x="8992" y="474600"/>
                    <a:pt x="13487" y="474600"/>
                  </a:cubicBezTo>
                  <a:cubicBezTo>
                    <a:pt x="58446" y="474600"/>
                    <a:pt x="102842" y="454577"/>
                    <a:pt x="135436" y="418319"/>
                  </a:cubicBezTo>
                  <a:cubicBezTo>
                    <a:pt x="160725" y="390179"/>
                    <a:pt x="176461" y="352839"/>
                    <a:pt x="183204" y="307922"/>
                  </a:cubicBezTo>
                  <a:lnTo>
                    <a:pt x="205122" y="152608"/>
                  </a:lnTo>
                  <a:cubicBezTo>
                    <a:pt x="213551" y="91998"/>
                    <a:pt x="251766" y="35176"/>
                    <a:pt x="306839" y="0"/>
                  </a:cubicBezTo>
                  <a:cubicBezTo>
                    <a:pt x="302344" y="0"/>
                    <a:pt x="297848" y="0"/>
                    <a:pt x="293352" y="0"/>
                  </a:cubicBezTo>
                  <a:cubicBezTo>
                    <a:pt x="248394" y="0"/>
                    <a:pt x="203998" y="20023"/>
                    <a:pt x="171403" y="5628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  <p:sp>
          <p:nvSpPr>
            <p:cNvPr id="9" name="Forme libre 8">
              <a:extLst>
                <a:ext uri="{FF2B5EF4-FFF2-40B4-BE49-F238E27FC236}">
                  <a16:creationId xmlns:a16="http://schemas.microsoft.com/office/drawing/2014/main" id="{65E49B2B-EAF5-66E6-F2D8-4F9596219DE5}"/>
                </a:ext>
              </a:extLst>
            </p:cNvPr>
            <p:cNvSpPr/>
            <p:nvPr/>
          </p:nvSpPr>
          <p:spPr>
            <a:xfrm>
              <a:off x="612225" y="3160974"/>
              <a:ext cx="222823" cy="456200"/>
            </a:xfrm>
            <a:custGeom>
              <a:avLst/>
              <a:gdLst>
                <a:gd name="connsiteX0" fmla="*/ 138527 w 222823"/>
                <a:gd name="connsiteY0" fmla="*/ 104986 h 456200"/>
                <a:gd name="connsiteX1" fmla="*/ 195849 w 222823"/>
                <a:gd name="connsiteY1" fmla="*/ 76304 h 456200"/>
                <a:gd name="connsiteX2" fmla="*/ 195849 w 222823"/>
                <a:gd name="connsiteY2" fmla="*/ 0 h 456200"/>
                <a:gd name="connsiteX3" fmla="*/ 160444 w 222823"/>
                <a:gd name="connsiteY3" fmla="*/ 9200 h 456200"/>
                <a:gd name="connsiteX4" fmla="*/ 64908 w 222823"/>
                <a:gd name="connsiteY4" fmla="*/ 70351 h 456200"/>
                <a:gd name="connsiteX5" fmla="*/ 64908 w 222823"/>
                <a:gd name="connsiteY5" fmla="*/ 70351 h 456200"/>
                <a:gd name="connsiteX6" fmla="*/ 64908 w 222823"/>
                <a:gd name="connsiteY6" fmla="*/ 70351 h 456200"/>
                <a:gd name="connsiteX7" fmla="*/ 64908 w 222823"/>
                <a:gd name="connsiteY7" fmla="*/ 393967 h 456200"/>
                <a:gd name="connsiteX8" fmla="*/ 64908 w 222823"/>
                <a:gd name="connsiteY8" fmla="*/ 393967 h 456200"/>
                <a:gd name="connsiteX9" fmla="*/ 163254 w 222823"/>
                <a:gd name="connsiteY9" fmla="*/ 456201 h 456200"/>
                <a:gd name="connsiteX10" fmla="*/ 222824 w 222823"/>
                <a:gd name="connsiteY10" fmla="*/ 393426 h 456200"/>
                <a:gd name="connsiteX11" fmla="*/ 81206 w 222823"/>
                <a:gd name="connsiteY11" fmla="*/ 276534 h 456200"/>
                <a:gd name="connsiteX12" fmla="*/ 137965 w 222823"/>
                <a:gd name="connsiteY12" fmla="*/ 104986 h 4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823" h="456200">
                  <a:moveTo>
                    <a:pt x="138527" y="104986"/>
                  </a:moveTo>
                  <a:cubicBezTo>
                    <a:pt x="155387" y="91998"/>
                    <a:pt x="175056" y="82257"/>
                    <a:pt x="195849" y="76304"/>
                  </a:cubicBezTo>
                  <a:lnTo>
                    <a:pt x="195849" y="0"/>
                  </a:lnTo>
                  <a:cubicBezTo>
                    <a:pt x="183485" y="2165"/>
                    <a:pt x="171684" y="5412"/>
                    <a:pt x="160444" y="9200"/>
                  </a:cubicBezTo>
                  <a:cubicBezTo>
                    <a:pt x="123354" y="21647"/>
                    <a:pt x="90759" y="43293"/>
                    <a:pt x="64908" y="70351"/>
                  </a:cubicBezTo>
                  <a:cubicBezTo>
                    <a:pt x="64908" y="70351"/>
                    <a:pt x="64908" y="70351"/>
                    <a:pt x="64908" y="70351"/>
                  </a:cubicBezTo>
                  <a:lnTo>
                    <a:pt x="64908" y="70351"/>
                  </a:lnTo>
                  <a:cubicBezTo>
                    <a:pt x="-21636" y="160184"/>
                    <a:pt x="-21636" y="304134"/>
                    <a:pt x="64908" y="393967"/>
                  </a:cubicBezTo>
                  <a:lnTo>
                    <a:pt x="64908" y="393967"/>
                  </a:lnTo>
                  <a:cubicBezTo>
                    <a:pt x="91883" y="422107"/>
                    <a:pt x="126164" y="443754"/>
                    <a:pt x="163254" y="456201"/>
                  </a:cubicBezTo>
                  <a:cubicBezTo>
                    <a:pt x="187419" y="439425"/>
                    <a:pt x="207650" y="417778"/>
                    <a:pt x="222824" y="393426"/>
                  </a:cubicBezTo>
                  <a:cubicBezTo>
                    <a:pt x="156511" y="386391"/>
                    <a:pt x="99189" y="339309"/>
                    <a:pt x="81206" y="276534"/>
                  </a:cubicBezTo>
                  <a:cubicBezTo>
                    <a:pt x="63222" y="213760"/>
                    <a:pt x="86263" y="145032"/>
                    <a:pt x="137965" y="104986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  <p:sp>
          <p:nvSpPr>
            <p:cNvPr id="11" name="Forme libre 10">
              <a:extLst>
                <a:ext uri="{FF2B5EF4-FFF2-40B4-BE49-F238E27FC236}">
                  <a16:creationId xmlns:a16="http://schemas.microsoft.com/office/drawing/2014/main" id="{A1F56059-9621-13E3-D209-2C06236075DD}"/>
                </a:ext>
              </a:extLst>
            </p:cNvPr>
            <p:cNvSpPr/>
            <p:nvPr/>
          </p:nvSpPr>
          <p:spPr>
            <a:xfrm>
              <a:off x="1116037" y="3166927"/>
              <a:ext cx="235889" cy="463776"/>
            </a:xfrm>
            <a:custGeom>
              <a:avLst/>
              <a:gdLst>
                <a:gd name="connsiteX0" fmla="*/ 60694 w 235889"/>
                <a:gd name="connsiteY0" fmla="*/ 0 h 463776"/>
                <a:gd name="connsiteX1" fmla="*/ 0 w 235889"/>
                <a:gd name="connsiteY1" fmla="*/ 63316 h 463776"/>
                <a:gd name="connsiteX2" fmla="*/ 152296 w 235889"/>
                <a:gd name="connsiteY2" fmla="*/ 182913 h 463776"/>
                <a:gd name="connsiteX3" fmla="*/ 94412 w 235889"/>
                <a:gd name="connsiteY3" fmla="*/ 356085 h 463776"/>
                <a:gd name="connsiteX4" fmla="*/ 23603 w 235889"/>
                <a:gd name="connsiteY4" fmla="*/ 387473 h 463776"/>
                <a:gd name="connsiteX5" fmla="*/ 23603 w 235889"/>
                <a:gd name="connsiteY5" fmla="*/ 463777 h 463776"/>
                <a:gd name="connsiteX6" fmla="*/ 71933 w 235889"/>
                <a:gd name="connsiteY6" fmla="*/ 452413 h 463776"/>
                <a:gd name="connsiteX7" fmla="*/ 169717 w 235889"/>
                <a:gd name="connsiteY7" fmla="*/ 390720 h 463776"/>
                <a:gd name="connsiteX8" fmla="*/ 169717 w 235889"/>
                <a:gd name="connsiteY8" fmla="*/ 390720 h 463776"/>
                <a:gd name="connsiteX9" fmla="*/ 169717 w 235889"/>
                <a:gd name="connsiteY9" fmla="*/ 390720 h 463776"/>
                <a:gd name="connsiteX10" fmla="*/ 169717 w 235889"/>
                <a:gd name="connsiteY10" fmla="*/ 64398 h 463776"/>
                <a:gd name="connsiteX11" fmla="*/ 169717 w 235889"/>
                <a:gd name="connsiteY11" fmla="*/ 64398 h 463776"/>
                <a:gd name="connsiteX12" fmla="*/ 61255 w 235889"/>
                <a:gd name="connsiteY12" fmla="*/ 541 h 46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889" h="463776">
                  <a:moveTo>
                    <a:pt x="60694" y="0"/>
                  </a:moveTo>
                  <a:cubicBezTo>
                    <a:pt x="35967" y="17317"/>
                    <a:pt x="15173" y="38964"/>
                    <a:pt x="0" y="63316"/>
                  </a:cubicBezTo>
                  <a:cubicBezTo>
                    <a:pt x="67437" y="70351"/>
                    <a:pt x="133751" y="119597"/>
                    <a:pt x="152296" y="182913"/>
                  </a:cubicBezTo>
                  <a:cubicBezTo>
                    <a:pt x="170841" y="246229"/>
                    <a:pt x="147238" y="315498"/>
                    <a:pt x="94412" y="356085"/>
                  </a:cubicBezTo>
                  <a:cubicBezTo>
                    <a:pt x="73619" y="371779"/>
                    <a:pt x="49454" y="382603"/>
                    <a:pt x="23603" y="387473"/>
                  </a:cubicBezTo>
                  <a:lnTo>
                    <a:pt x="23603" y="463777"/>
                  </a:lnTo>
                  <a:cubicBezTo>
                    <a:pt x="40462" y="461612"/>
                    <a:pt x="56760" y="457824"/>
                    <a:pt x="71933" y="452413"/>
                  </a:cubicBezTo>
                  <a:cubicBezTo>
                    <a:pt x="109585" y="439425"/>
                    <a:pt x="142742" y="418319"/>
                    <a:pt x="169717" y="390720"/>
                  </a:cubicBezTo>
                  <a:cubicBezTo>
                    <a:pt x="169717" y="390720"/>
                    <a:pt x="169717" y="390720"/>
                    <a:pt x="169717" y="390720"/>
                  </a:cubicBezTo>
                  <a:lnTo>
                    <a:pt x="169717" y="390720"/>
                  </a:lnTo>
                  <a:cubicBezTo>
                    <a:pt x="257947" y="299805"/>
                    <a:pt x="257947" y="154773"/>
                    <a:pt x="169717" y="64398"/>
                  </a:cubicBezTo>
                  <a:lnTo>
                    <a:pt x="169717" y="64398"/>
                  </a:lnTo>
                  <a:cubicBezTo>
                    <a:pt x="142180" y="35717"/>
                    <a:pt x="99470" y="12988"/>
                    <a:pt x="61255" y="54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1E4D3C9A-B046-CFC5-B4B5-408B7C185FA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18238" y="3122001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DCB78D4-1003-49F9-ACE3-294F388454C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18238" y="3661720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02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9F8D23B-437B-B9CD-4C46-E21C43B3B5E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18238" y="4201439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03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7C7DC363-0408-B184-2CE8-538FDCB072B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218238" y="4742127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04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68FBBC33-8A2A-7815-A86E-020CBD6E8CD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218238" y="5282816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05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7DC5A428-8ED5-D3B4-6C4E-C088B034479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218238" y="5823505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06</a:t>
            </a:r>
          </a:p>
        </p:txBody>
      </p:sp>
      <p:sp>
        <p:nvSpPr>
          <p:cNvPr id="18" name="Espace réservé du texte 13">
            <a:extLst>
              <a:ext uri="{FF2B5EF4-FFF2-40B4-BE49-F238E27FC236}">
                <a16:creationId xmlns:a16="http://schemas.microsoft.com/office/drawing/2014/main" id="{D80A8CA0-2ED4-B0E9-7AC6-FDBE134195C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1430" y="312200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19" name="Espace réservé du texte 13">
            <a:extLst>
              <a:ext uri="{FF2B5EF4-FFF2-40B4-BE49-F238E27FC236}">
                <a16:creationId xmlns:a16="http://schemas.microsoft.com/office/drawing/2014/main" id="{63F46625-9D0F-742D-0006-AC809F8ED4D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11430" y="366618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F2559124-D4A5-23E1-41B4-DAF93355B653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911430" y="421036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1" name="Espace réservé du texte 13">
            <a:extLst>
              <a:ext uri="{FF2B5EF4-FFF2-40B4-BE49-F238E27FC236}">
                <a16:creationId xmlns:a16="http://schemas.microsoft.com/office/drawing/2014/main" id="{07D521EC-F1F8-AE59-12AC-6B851BC1ECA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1430" y="475454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2" name="Espace réservé du texte 13">
            <a:extLst>
              <a:ext uri="{FF2B5EF4-FFF2-40B4-BE49-F238E27FC236}">
                <a16:creationId xmlns:a16="http://schemas.microsoft.com/office/drawing/2014/main" id="{E8FAE4EC-0D1F-CEA4-43B8-D73979F208E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911430" y="528241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3" name="Espace réservé du texte 13">
            <a:extLst>
              <a:ext uri="{FF2B5EF4-FFF2-40B4-BE49-F238E27FC236}">
                <a16:creationId xmlns:a16="http://schemas.microsoft.com/office/drawing/2014/main" id="{7404A6EB-ABC3-A637-7440-EE7DA9EE001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11430" y="582659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6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</p:spTree>
    <p:extLst>
      <p:ext uri="{BB962C8B-B14F-4D97-AF65-F5344CB8AC3E}">
        <p14:creationId xmlns:p14="http://schemas.microsoft.com/office/powerpoint/2010/main" val="12060088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ntercalaire Rouge - u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3EAACD5-43D3-ADB9-78D3-54F17D687643}"/>
              </a:ext>
            </a:extLst>
          </p:cNvPr>
          <p:cNvSpPr/>
          <p:nvPr/>
        </p:nvSpPr>
        <p:spPr>
          <a:xfrm>
            <a:off x="6096000" y="0"/>
            <a:ext cx="6096000" cy="686902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ACEDA3C-BD0C-79E6-D7E8-2814E14D5E34}"/>
              </a:ext>
            </a:extLst>
          </p:cNvPr>
          <p:cNvSpPr/>
          <p:nvPr/>
        </p:nvSpPr>
        <p:spPr>
          <a:xfrm>
            <a:off x="0" y="11022"/>
            <a:ext cx="6096000" cy="6846978"/>
          </a:xfrm>
          <a:prstGeom prst="rect">
            <a:avLst/>
          </a:prstGeom>
          <a:solidFill>
            <a:schemeClr val="accent4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509AF101-78C2-51C1-ECBA-8DB9F6BFE1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5330" y="3923129"/>
            <a:ext cx="5146063" cy="863642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3600" b="1" i="0">
                <a:solidFill>
                  <a:schemeClr val="accent3">
                    <a:lumMod val="20000"/>
                    <a:lumOff val="80000"/>
                  </a:schemeClr>
                </a:solidFill>
                <a:latin typeface="Plus Jakarta Sans SemiBold" pitchFamily="2" charset="77"/>
              </a:defRPr>
            </a:lvl1pPr>
          </a:lstStyle>
          <a:p>
            <a:pPr lvl="0"/>
            <a:r>
              <a:rPr lang="fr-FR"/>
              <a:t>Partie 0</a:t>
            </a:r>
          </a:p>
        </p:txBody>
      </p:sp>
      <p:cxnSp>
        <p:nvCxnSpPr>
          <p:cNvPr id="24" name="Connecteur droit 23">
            <a:extLst>
              <a:ext uri="{FF2B5EF4-FFF2-40B4-BE49-F238E27FC236}">
                <a16:creationId xmlns:a16="http://schemas.microsoft.com/office/drawing/2014/main" id="{7D4E6F9F-6E80-830D-331F-2945CD29C9EB}"/>
              </a:ext>
            </a:extLst>
          </p:cNvPr>
          <p:cNvCxnSpPr>
            <a:cxnSpLocks/>
          </p:cNvCxnSpPr>
          <p:nvPr/>
        </p:nvCxnSpPr>
        <p:spPr>
          <a:xfrm>
            <a:off x="6335486" y="6479692"/>
            <a:ext cx="5260407" cy="0"/>
          </a:xfrm>
          <a:prstGeom prst="line">
            <a:avLst/>
          </a:prstGeom>
          <a:ln w="127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ZoneTexte 3">
            <a:extLst>
              <a:ext uri="{FF2B5EF4-FFF2-40B4-BE49-F238E27FC236}">
                <a16:creationId xmlns:a16="http://schemas.microsoft.com/office/drawing/2014/main" id="{CF299FA3-24B0-D169-FBD8-72EF933951EE}"/>
              </a:ext>
            </a:extLst>
          </p:cNvPr>
          <p:cNvSpPr txBox="1"/>
          <p:nvPr/>
        </p:nvSpPr>
        <p:spPr>
          <a:xfrm>
            <a:off x="11283301" y="6507574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>
                <a:solidFill>
                  <a:schemeClr val="bg2">
                    <a:lumMod val="50000"/>
                  </a:schemeClr>
                </a:solidFill>
              </a:rPr>
              <a:pPr lvl="0" algn="r"/>
              <a:t>‹N°›</a:t>
            </a:fld>
            <a:endParaRPr lang="fr-FR">
              <a:solidFill>
                <a:schemeClr val="bg2">
                  <a:lumMod val="50000"/>
                </a:schemeClr>
              </a:solidFill>
            </a:endParaRPr>
          </a:p>
        </p:txBody>
      </p:sp>
      <p:grpSp>
        <p:nvGrpSpPr>
          <p:cNvPr id="7" name="Graphique 18">
            <a:extLst>
              <a:ext uri="{FF2B5EF4-FFF2-40B4-BE49-F238E27FC236}">
                <a16:creationId xmlns:a16="http://schemas.microsoft.com/office/drawing/2014/main" id="{058A79FE-4054-7674-01BE-2AB79A96CB85}"/>
              </a:ext>
            </a:extLst>
          </p:cNvPr>
          <p:cNvGrpSpPr/>
          <p:nvPr/>
        </p:nvGrpSpPr>
        <p:grpSpPr>
          <a:xfrm>
            <a:off x="612225" y="3155563"/>
            <a:ext cx="739702" cy="475141"/>
            <a:chOff x="612225" y="3155563"/>
            <a:chExt cx="739702" cy="475141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8" name="Forme libre 7">
              <a:extLst>
                <a:ext uri="{FF2B5EF4-FFF2-40B4-BE49-F238E27FC236}">
                  <a16:creationId xmlns:a16="http://schemas.microsoft.com/office/drawing/2014/main" id="{091AA00B-E3BC-13AA-70D4-832C859A7B71}"/>
                </a:ext>
              </a:extLst>
            </p:cNvPr>
            <p:cNvSpPr/>
            <p:nvPr/>
          </p:nvSpPr>
          <p:spPr>
            <a:xfrm>
              <a:off x="818751" y="3155563"/>
              <a:ext cx="306839" cy="474600"/>
            </a:xfrm>
            <a:custGeom>
              <a:avLst/>
              <a:gdLst>
                <a:gd name="connsiteX0" fmla="*/ 171403 w 306839"/>
                <a:gd name="connsiteY0" fmla="*/ 56281 h 474600"/>
                <a:gd name="connsiteX1" fmla="*/ 123635 w 306839"/>
                <a:gd name="connsiteY1" fmla="*/ 166678 h 474600"/>
                <a:gd name="connsiteX2" fmla="*/ 101718 w 306839"/>
                <a:gd name="connsiteY2" fmla="*/ 321992 h 474600"/>
                <a:gd name="connsiteX3" fmla="*/ 0 w 306839"/>
                <a:gd name="connsiteY3" fmla="*/ 474600 h 474600"/>
                <a:gd name="connsiteX4" fmla="*/ 13487 w 306839"/>
                <a:gd name="connsiteY4" fmla="*/ 474600 h 474600"/>
                <a:gd name="connsiteX5" fmla="*/ 135436 w 306839"/>
                <a:gd name="connsiteY5" fmla="*/ 418319 h 474600"/>
                <a:gd name="connsiteX6" fmla="*/ 183204 w 306839"/>
                <a:gd name="connsiteY6" fmla="*/ 307922 h 474600"/>
                <a:gd name="connsiteX7" fmla="*/ 205122 w 306839"/>
                <a:gd name="connsiteY7" fmla="*/ 152608 h 474600"/>
                <a:gd name="connsiteX8" fmla="*/ 306839 w 306839"/>
                <a:gd name="connsiteY8" fmla="*/ 0 h 474600"/>
                <a:gd name="connsiteX9" fmla="*/ 293352 w 306839"/>
                <a:gd name="connsiteY9" fmla="*/ 0 h 474600"/>
                <a:gd name="connsiteX10" fmla="*/ 171403 w 306839"/>
                <a:gd name="connsiteY10" fmla="*/ 56281 h 47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6839" h="474600">
                  <a:moveTo>
                    <a:pt x="171403" y="56281"/>
                  </a:moveTo>
                  <a:cubicBezTo>
                    <a:pt x="146114" y="84421"/>
                    <a:pt x="130379" y="121762"/>
                    <a:pt x="123635" y="166678"/>
                  </a:cubicBezTo>
                  <a:lnTo>
                    <a:pt x="101718" y="321992"/>
                  </a:lnTo>
                  <a:cubicBezTo>
                    <a:pt x="93288" y="382603"/>
                    <a:pt x="55074" y="439425"/>
                    <a:pt x="0" y="474600"/>
                  </a:cubicBezTo>
                  <a:cubicBezTo>
                    <a:pt x="4496" y="474600"/>
                    <a:pt x="8992" y="474600"/>
                    <a:pt x="13487" y="474600"/>
                  </a:cubicBezTo>
                  <a:cubicBezTo>
                    <a:pt x="58446" y="474600"/>
                    <a:pt x="102842" y="454577"/>
                    <a:pt x="135436" y="418319"/>
                  </a:cubicBezTo>
                  <a:cubicBezTo>
                    <a:pt x="160725" y="390179"/>
                    <a:pt x="176461" y="352839"/>
                    <a:pt x="183204" y="307922"/>
                  </a:cubicBezTo>
                  <a:lnTo>
                    <a:pt x="205122" y="152608"/>
                  </a:lnTo>
                  <a:cubicBezTo>
                    <a:pt x="213551" y="91998"/>
                    <a:pt x="251766" y="35176"/>
                    <a:pt x="306839" y="0"/>
                  </a:cubicBezTo>
                  <a:cubicBezTo>
                    <a:pt x="302344" y="0"/>
                    <a:pt x="297848" y="0"/>
                    <a:pt x="293352" y="0"/>
                  </a:cubicBezTo>
                  <a:cubicBezTo>
                    <a:pt x="248394" y="0"/>
                    <a:pt x="203998" y="20023"/>
                    <a:pt x="171403" y="5628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  <p:sp>
          <p:nvSpPr>
            <p:cNvPr id="9" name="Forme libre 8">
              <a:extLst>
                <a:ext uri="{FF2B5EF4-FFF2-40B4-BE49-F238E27FC236}">
                  <a16:creationId xmlns:a16="http://schemas.microsoft.com/office/drawing/2014/main" id="{65E49B2B-EAF5-66E6-F2D8-4F9596219DE5}"/>
                </a:ext>
              </a:extLst>
            </p:cNvPr>
            <p:cNvSpPr/>
            <p:nvPr/>
          </p:nvSpPr>
          <p:spPr>
            <a:xfrm>
              <a:off x="612225" y="3160974"/>
              <a:ext cx="222823" cy="456200"/>
            </a:xfrm>
            <a:custGeom>
              <a:avLst/>
              <a:gdLst>
                <a:gd name="connsiteX0" fmla="*/ 138527 w 222823"/>
                <a:gd name="connsiteY0" fmla="*/ 104986 h 456200"/>
                <a:gd name="connsiteX1" fmla="*/ 195849 w 222823"/>
                <a:gd name="connsiteY1" fmla="*/ 76304 h 456200"/>
                <a:gd name="connsiteX2" fmla="*/ 195849 w 222823"/>
                <a:gd name="connsiteY2" fmla="*/ 0 h 456200"/>
                <a:gd name="connsiteX3" fmla="*/ 160444 w 222823"/>
                <a:gd name="connsiteY3" fmla="*/ 9200 h 456200"/>
                <a:gd name="connsiteX4" fmla="*/ 64908 w 222823"/>
                <a:gd name="connsiteY4" fmla="*/ 70351 h 456200"/>
                <a:gd name="connsiteX5" fmla="*/ 64908 w 222823"/>
                <a:gd name="connsiteY5" fmla="*/ 70351 h 456200"/>
                <a:gd name="connsiteX6" fmla="*/ 64908 w 222823"/>
                <a:gd name="connsiteY6" fmla="*/ 70351 h 456200"/>
                <a:gd name="connsiteX7" fmla="*/ 64908 w 222823"/>
                <a:gd name="connsiteY7" fmla="*/ 393967 h 456200"/>
                <a:gd name="connsiteX8" fmla="*/ 64908 w 222823"/>
                <a:gd name="connsiteY8" fmla="*/ 393967 h 456200"/>
                <a:gd name="connsiteX9" fmla="*/ 163254 w 222823"/>
                <a:gd name="connsiteY9" fmla="*/ 456201 h 456200"/>
                <a:gd name="connsiteX10" fmla="*/ 222824 w 222823"/>
                <a:gd name="connsiteY10" fmla="*/ 393426 h 456200"/>
                <a:gd name="connsiteX11" fmla="*/ 81206 w 222823"/>
                <a:gd name="connsiteY11" fmla="*/ 276534 h 456200"/>
                <a:gd name="connsiteX12" fmla="*/ 137965 w 222823"/>
                <a:gd name="connsiteY12" fmla="*/ 104986 h 4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823" h="456200">
                  <a:moveTo>
                    <a:pt x="138527" y="104986"/>
                  </a:moveTo>
                  <a:cubicBezTo>
                    <a:pt x="155387" y="91998"/>
                    <a:pt x="175056" y="82257"/>
                    <a:pt x="195849" y="76304"/>
                  </a:cubicBezTo>
                  <a:lnTo>
                    <a:pt x="195849" y="0"/>
                  </a:lnTo>
                  <a:cubicBezTo>
                    <a:pt x="183485" y="2165"/>
                    <a:pt x="171684" y="5412"/>
                    <a:pt x="160444" y="9200"/>
                  </a:cubicBezTo>
                  <a:cubicBezTo>
                    <a:pt x="123354" y="21647"/>
                    <a:pt x="90759" y="43293"/>
                    <a:pt x="64908" y="70351"/>
                  </a:cubicBezTo>
                  <a:cubicBezTo>
                    <a:pt x="64908" y="70351"/>
                    <a:pt x="64908" y="70351"/>
                    <a:pt x="64908" y="70351"/>
                  </a:cubicBezTo>
                  <a:lnTo>
                    <a:pt x="64908" y="70351"/>
                  </a:lnTo>
                  <a:cubicBezTo>
                    <a:pt x="-21636" y="160184"/>
                    <a:pt x="-21636" y="304134"/>
                    <a:pt x="64908" y="393967"/>
                  </a:cubicBezTo>
                  <a:lnTo>
                    <a:pt x="64908" y="393967"/>
                  </a:lnTo>
                  <a:cubicBezTo>
                    <a:pt x="91883" y="422107"/>
                    <a:pt x="126164" y="443754"/>
                    <a:pt x="163254" y="456201"/>
                  </a:cubicBezTo>
                  <a:cubicBezTo>
                    <a:pt x="187419" y="439425"/>
                    <a:pt x="207650" y="417778"/>
                    <a:pt x="222824" y="393426"/>
                  </a:cubicBezTo>
                  <a:cubicBezTo>
                    <a:pt x="156511" y="386391"/>
                    <a:pt x="99189" y="339309"/>
                    <a:pt x="81206" y="276534"/>
                  </a:cubicBezTo>
                  <a:cubicBezTo>
                    <a:pt x="63222" y="213760"/>
                    <a:pt x="86263" y="145032"/>
                    <a:pt x="137965" y="104986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  <p:sp>
          <p:nvSpPr>
            <p:cNvPr id="11" name="Forme libre 10">
              <a:extLst>
                <a:ext uri="{FF2B5EF4-FFF2-40B4-BE49-F238E27FC236}">
                  <a16:creationId xmlns:a16="http://schemas.microsoft.com/office/drawing/2014/main" id="{A1F56059-9621-13E3-D209-2C06236075DD}"/>
                </a:ext>
              </a:extLst>
            </p:cNvPr>
            <p:cNvSpPr/>
            <p:nvPr/>
          </p:nvSpPr>
          <p:spPr>
            <a:xfrm>
              <a:off x="1116037" y="3166927"/>
              <a:ext cx="235889" cy="463776"/>
            </a:xfrm>
            <a:custGeom>
              <a:avLst/>
              <a:gdLst>
                <a:gd name="connsiteX0" fmla="*/ 60694 w 235889"/>
                <a:gd name="connsiteY0" fmla="*/ 0 h 463776"/>
                <a:gd name="connsiteX1" fmla="*/ 0 w 235889"/>
                <a:gd name="connsiteY1" fmla="*/ 63316 h 463776"/>
                <a:gd name="connsiteX2" fmla="*/ 152296 w 235889"/>
                <a:gd name="connsiteY2" fmla="*/ 182913 h 463776"/>
                <a:gd name="connsiteX3" fmla="*/ 94412 w 235889"/>
                <a:gd name="connsiteY3" fmla="*/ 356085 h 463776"/>
                <a:gd name="connsiteX4" fmla="*/ 23603 w 235889"/>
                <a:gd name="connsiteY4" fmla="*/ 387473 h 463776"/>
                <a:gd name="connsiteX5" fmla="*/ 23603 w 235889"/>
                <a:gd name="connsiteY5" fmla="*/ 463777 h 463776"/>
                <a:gd name="connsiteX6" fmla="*/ 71933 w 235889"/>
                <a:gd name="connsiteY6" fmla="*/ 452413 h 463776"/>
                <a:gd name="connsiteX7" fmla="*/ 169717 w 235889"/>
                <a:gd name="connsiteY7" fmla="*/ 390720 h 463776"/>
                <a:gd name="connsiteX8" fmla="*/ 169717 w 235889"/>
                <a:gd name="connsiteY8" fmla="*/ 390720 h 463776"/>
                <a:gd name="connsiteX9" fmla="*/ 169717 w 235889"/>
                <a:gd name="connsiteY9" fmla="*/ 390720 h 463776"/>
                <a:gd name="connsiteX10" fmla="*/ 169717 w 235889"/>
                <a:gd name="connsiteY10" fmla="*/ 64398 h 463776"/>
                <a:gd name="connsiteX11" fmla="*/ 169717 w 235889"/>
                <a:gd name="connsiteY11" fmla="*/ 64398 h 463776"/>
                <a:gd name="connsiteX12" fmla="*/ 61255 w 235889"/>
                <a:gd name="connsiteY12" fmla="*/ 541 h 46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889" h="463776">
                  <a:moveTo>
                    <a:pt x="60694" y="0"/>
                  </a:moveTo>
                  <a:cubicBezTo>
                    <a:pt x="35967" y="17317"/>
                    <a:pt x="15173" y="38964"/>
                    <a:pt x="0" y="63316"/>
                  </a:cubicBezTo>
                  <a:cubicBezTo>
                    <a:pt x="67437" y="70351"/>
                    <a:pt x="133751" y="119597"/>
                    <a:pt x="152296" y="182913"/>
                  </a:cubicBezTo>
                  <a:cubicBezTo>
                    <a:pt x="170841" y="246229"/>
                    <a:pt x="147238" y="315498"/>
                    <a:pt x="94412" y="356085"/>
                  </a:cubicBezTo>
                  <a:cubicBezTo>
                    <a:pt x="73619" y="371779"/>
                    <a:pt x="49454" y="382603"/>
                    <a:pt x="23603" y="387473"/>
                  </a:cubicBezTo>
                  <a:lnTo>
                    <a:pt x="23603" y="463777"/>
                  </a:lnTo>
                  <a:cubicBezTo>
                    <a:pt x="40462" y="461612"/>
                    <a:pt x="56760" y="457824"/>
                    <a:pt x="71933" y="452413"/>
                  </a:cubicBezTo>
                  <a:cubicBezTo>
                    <a:pt x="109585" y="439425"/>
                    <a:pt x="142742" y="418319"/>
                    <a:pt x="169717" y="390720"/>
                  </a:cubicBezTo>
                  <a:cubicBezTo>
                    <a:pt x="169717" y="390720"/>
                    <a:pt x="169717" y="390720"/>
                    <a:pt x="169717" y="390720"/>
                  </a:cubicBezTo>
                  <a:lnTo>
                    <a:pt x="169717" y="390720"/>
                  </a:lnTo>
                  <a:cubicBezTo>
                    <a:pt x="257947" y="299805"/>
                    <a:pt x="257947" y="154773"/>
                    <a:pt x="169717" y="64398"/>
                  </a:cubicBezTo>
                  <a:lnTo>
                    <a:pt x="169717" y="64398"/>
                  </a:lnTo>
                  <a:cubicBezTo>
                    <a:pt x="142180" y="35717"/>
                    <a:pt x="99470" y="12988"/>
                    <a:pt x="61255" y="541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chemeClr val="accent5"/>
                </a:solidFill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A888CD31-D8F8-79CB-32BC-396B417A5591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18238" y="3122001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3E5E9E2-004B-2EBE-18FC-FFDA2E49A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18238" y="3661720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02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CB13172A-C87D-5D96-DEB2-BE159421636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18238" y="4201439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03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8B5CAA73-A0BC-BBD1-48C9-138DC53435C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218238" y="4742127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04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CC7159F-33D6-E496-759E-6330FCEA3A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218238" y="5282816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05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A03ADBDF-EE13-554A-E45D-02DA02E30FF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218238" y="5823505"/>
            <a:ext cx="615950" cy="484277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 b="1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  <a:lvl2pPr>
              <a:defRPr b="1" i="0">
                <a:latin typeface="Galano Grotesque" pitchFamily="2" charset="77"/>
              </a:defRPr>
            </a:lvl2pPr>
            <a:lvl3pPr>
              <a:defRPr b="1" i="0">
                <a:latin typeface="Galano Grotesque" pitchFamily="2" charset="77"/>
              </a:defRPr>
            </a:lvl3pPr>
            <a:lvl4pPr>
              <a:defRPr b="1" i="0">
                <a:latin typeface="Galano Grotesque" pitchFamily="2" charset="77"/>
              </a:defRPr>
            </a:lvl4pPr>
            <a:lvl5pPr>
              <a:defRPr b="1" i="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06</a:t>
            </a:r>
          </a:p>
        </p:txBody>
      </p:sp>
      <p:sp>
        <p:nvSpPr>
          <p:cNvPr id="18" name="Espace réservé du texte 13">
            <a:extLst>
              <a:ext uri="{FF2B5EF4-FFF2-40B4-BE49-F238E27FC236}">
                <a16:creationId xmlns:a16="http://schemas.microsoft.com/office/drawing/2014/main" id="{1F650689-D9E8-1929-7BD7-0D2ADDE60B5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1430" y="312200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19" name="Espace réservé du texte 13">
            <a:extLst>
              <a:ext uri="{FF2B5EF4-FFF2-40B4-BE49-F238E27FC236}">
                <a16:creationId xmlns:a16="http://schemas.microsoft.com/office/drawing/2014/main" id="{E33DB651-F829-BDD1-7EB1-E5114BEA586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911430" y="366618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72C12F95-4518-C449-2BF6-9AABFF59C884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911430" y="421036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1" name="Espace réservé du texte 13">
            <a:extLst>
              <a:ext uri="{FF2B5EF4-FFF2-40B4-BE49-F238E27FC236}">
                <a16:creationId xmlns:a16="http://schemas.microsoft.com/office/drawing/2014/main" id="{C4D5DDB2-8477-C611-71B5-B926BB27D06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1430" y="4754542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2" name="Espace réservé du texte 13">
            <a:extLst>
              <a:ext uri="{FF2B5EF4-FFF2-40B4-BE49-F238E27FC236}">
                <a16:creationId xmlns:a16="http://schemas.microsoft.com/office/drawing/2014/main" id="{EF323779-AA12-E626-4A55-818CC6AE7871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911430" y="528241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  <p:sp>
        <p:nvSpPr>
          <p:cNvPr id="23" name="Espace réservé du texte 13">
            <a:extLst>
              <a:ext uri="{FF2B5EF4-FFF2-40B4-BE49-F238E27FC236}">
                <a16:creationId xmlns:a16="http://schemas.microsoft.com/office/drawing/2014/main" id="{A1524D47-BCC5-66F3-C663-38D79F4C200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911430" y="5826597"/>
            <a:ext cx="4622800" cy="48427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50000"/>
              </a:lnSpc>
              <a:spcBef>
                <a:spcPts val="0"/>
              </a:spcBef>
              <a:spcAft>
                <a:spcPts val="1400"/>
              </a:spcAft>
              <a:buNone/>
              <a:defRPr sz="1600" b="0" i="0">
                <a:solidFill>
                  <a:schemeClr val="accent4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>
                <a:latin typeface="Plus Jakarta Sans" pitchFamily="2" charset="77"/>
                <a:cs typeface="Plus Jakarta Sans" pitchFamily="2" charset="77"/>
              </a:rPr>
              <a:t>Nom de la partie</a:t>
            </a:r>
          </a:p>
        </p:txBody>
      </p:sp>
    </p:spTree>
    <p:extLst>
      <p:ext uri="{BB962C8B-B14F-4D97-AF65-F5344CB8AC3E}">
        <p14:creationId xmlns:p14="http://schemas.microsoft.com/office/powerpoint/2010/main" val="372232622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Connecteur droit 5">
            <a:extLst>
              <a:ext uri="{FF2B5EF4-FFF2-40B4-BE49-F238E27FC236}">
                <a16:creationId xmlns:a16="http://schemas.microsoft.com/office/drawing/2014/main" id="{AC5046F2-8F16-1A3B-C892-69BF75F950B6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AA4547F6-8DFD-B143-5BED-3627BFA58330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1" name="Espace réservé du pied de page 9">
            <a:extLst>
              <a:ext uri="{FF2B5EF4-FFF2-40B4-BE49-F238E27FC236}">
                <a16:creationId xmlns:a16="http://schemas.microsoft.com/office/drawing/2014/main" id="{AAF74D6D-692D-A976-75BC-C6A54058DB2A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2" name="Image 3">
            <a:extLst>
              <a:ext uri="{FF2B5EF4-FFF2-40B4-BE49-F238E27FC236}">
                <a16:creationId xmlns:a16="http://schemas.microsoft.com/office/drawing/2014/main" id="{2A2E83D9-C63E-83F9-2B5B-DE7023041EF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4" name="Image 3">
            <a:extLst>
              <a:ext uri="{FF2B5EF4-FFF2-40B4-BE49-F238E27FC236}">
                <a16:creationId xmlns:a16="http://schemas.microsoft.com/office/drawing/2014/main" id="{5813E617-9C02-D680-A4A5-3DCC6C483F8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7" name="Titre 16">
            <a:extLst>
              <a:ext uri="{FF2B5EF4-FFF2-40B4-BE49-F238E27FC236}">
                <a16:creationId xmlns:a16="http://schemas.microsoft.com/office/drawing/2014/main" id="{D1447300-8277-F266-5442-178681D814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6577755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eulement + sous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6" name="Connecteur droit 5">
            <a:extLst>
              <a:ext uri="{FF2B5EF4-FFF2-40B4-BE49-F238E27FC236}">
                <a16:creationId xmlns:a16="http://schemas.microsoft.com/office/drawing/2014/main" id="{AC5046F2-8F16-1A3B-C892-69BF75F950B6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AA4547F6-8DFD-B143-5BED-3627BFA58330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1" name="Espace réservé du pied de page 9">
            <a:extLst>
              <a:ext uri="{FF2B5EF4-FFF2-40B4-BE49-F238E27FC236}">
                <a16:creationId xmlns:a16="http://schemas.microsoft.com/office/drawing/2014/main" id="{AAF74D6D-692D-A976-75BC-C6A54058DB2A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2" name="Image 3">
            <a:extLst>
              <a:ext uri="{FF2B5EF4-FFF2-40B4-BE49-F238E27FC236}">
                <a16:creationId xmlns:a16="http://schemas.microsoft.com/office/drawing/2014/main" id="{2A2E83D9-C63E-83F9-2B5B-DE7023041EF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4" name="Image 3">
            <a:extLst>
              <a:ext uri="{FF2B5EF4-FFF2-40B4-BE49-F238E27FC236}">
                <a16:creationId xmlns:a16="http://schemas.microsoft.com/office/drawing/2014/main" id="{5813E617-9C02-D680-A4A5-3DCC6C483F8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7" name="Titre 16">
            <a:extLst>
              <a:ext uri="{FF2B5EF4-FFF2-40B4-BE49-F238E27FC236}">
                <a16:creationId xmlns:a16="http://schemas.microsoft.com/office/drawing/2014/main" id="{D1447300-8277-F266-5442-178681D814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242094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900" y="1764253"/>
            <a:ext cx="10998200" cy="4552409"/>
          </a:xfrm>
          <a:prstGeom prst="rect">
            <a:avLst/>
          </a:prstGeom>
        </p:spPr>
        <p:txBody>
          <a:bodyPr/>
          <a:lstStyle>
            <a:lvl1pPr marL="228600" indent="-228600">
              <a:buFontTx/>
              <a:buBlip>
                <a:blip r:embed="rId2"/>
              </a:buBlip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Ajouter du texte</a:t>
            </a:r>
          </a:p>
        </p:txBody>
      </p:sp>
      <p:cxnSp>
        <p:nvCxnSpPr>
          <p:cNvPr id="6" name="Connecteur droit 5">
            <a:extLst>
              <a:ext uri="{FF2B5EF4-FFF2-40B4-BE49-F238E27FC236}">
                <a16:creationId xmlns:a16="http://schemas.microsoft.com/office/drawing/2014/main" id="{1108D5AD-F7A3-3DAA-999E-A809992326C3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ZoneTexte 11">
            <a:extLst>
              <a:ext uri="{FF2B5EF4-FFF2-40B4-BE49-F238E27FC236}">
                <a16:creationId xmlns:a16="http://schemas.microsoft.com/office/drawing/2014/main" id="{7E178D58-7437-56CD-07E1-0B72ACCBDFE7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9A20A858-7D11-D557-18E3-9EF7098D841C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4" name="Image 3">
            <a:extLst>
              <a:ext uri="{FF2B5EF4-FFF2-40B4-BE49-F238E27FC236}">
                <a16:creationId xmlns:a16="http://schemas.microsoft.com/office/drawing/2014/main" id="{2870B9BA-3143-7AED-45D7-DEE04E27072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5" name="Image 3">
            <a:extLst>
              <a:ext uri="{FF2B5EF4-FFF2-40B4-BE49-F238E27FC236}">
                <a16:creationId xmlns:a16="http://schemas.microsoft.com/office/drawing/2014/main" id="{2975F53E-B68D-3C78-1259-D2CBE00F7CB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6" name="Titre 15">
            <a:extLst>
              <a:ext uri="{FF2B5EF4-FFF2-40B4-BE49-F238E27FC236}">
                <a16:creationId xmlns:a16="http://schemas.microsoft.com/office/drawing/2014/main" id="{341F737B-E02F-44DF-CE14-C3DE7D7855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3077886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titre + 1 texte + 1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107" y="3144621"/>
            <a:ext cx="5263205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E7E64F8A-908E-5A24-6C99-FE4435A0ECB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96107" y="1775866"/>
            <a:ext cx="5263204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17" name="Espace réservé pour une image  15">
            <a:extLst>
              <a:ext uri="{FF2B5EF4-FFF2-40B4-BE49-F238E27FC236}">
                <a16:creationId xmlns:a16="http://schemas.microsoft.com/office/drawing/2014/main" id="{869398E2-12C5-863E-834E-0CCA9BF8DAD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332538" y="1775866"/>
            <a:ext cx="5262562" cy="45407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D0C348B5-787C-DCCE-8867-191697024A82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ZoneTexte 11">
            <a:extLst>
              <a:ext uri="{FF2B5EF4-FFF2-40B4-BE49-F238E27FC236}">
                <a16:creationId xmlns:a16="http://schemas.microsoft.com/office/drawing/2014/main" id="{D896EFF5-795A-0838-FA4F-561A2BDF2570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E1D1BA10-296B-FB8E-7CDC-52F77B2A0484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5" name="Image 3">
            <a:extLst>
              <a:ext uri="{FF2B5EF4-FFF2-40B4-BE49-F238E27FC236}">
                <a16:creationId xmlns:a16="http://schemas.microsoft.com/office/drawing/2014/main" id="{6D504448-4EFB-90AA-EC2F-B818B282E064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6" name="Image 3">
            <a:extLst>
              <a:ext uri="{FF2B5EF4-FFF2-40B4-BE49-F238E27FC236}">
                <a16:creationId xmlns:a16="http://schemas.microsoft.com/office/drawing/2014/main" id="{2DF8545C-0A46-1B55-B28F-E5416641164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8" name="Titre 17">
            <a:extLst>
              <a:ext uri="{FF2B5EF4-FFF2-40B4-BE49-F238E27FC236}">
                <a16:creationId xmlns:a16="http://schemas.microsoft.com/office/drawing/2014/main" id="{803149AA-E9B7-6918-3439-8E4BBD3FC5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7502299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image + 1 titre + 1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32538" y="3144621"/>
            <a:ext cx="5263205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E7E64F8A-908E-5A24-6C99-FE4435A0ECB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32538" y="1775866"/>
            <a:ext cx="5263204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3" name="Espace réservé pour une image  15">
            <a:extLst>
              <a:ext uri="{FF2B5EF4-FFF2-40B4-BE49-F238E27FC236}">
                <a16:creationId xmlns:a16="http://schemas.microsoft.com/office/drawing/2014/main" id="{2C3CC083-8521-8256-0FA1-067D6126632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96757" y="1775866"/>
            <a:ext cx="5262562" cy="45407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0BD96FA5-431A-770C-8BC7-106C3BCC8AD5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86A691F9-FBCF-49E8-BFDF-908E68EB486D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5" name="Espace réservé du pied de page 9">
            <a:extLst>
              <a:ext uri="{FF2B5EF4-FFF2-40B4-BE49-F238E27FC236}">
                <a16:creationId xmlns:a16="http://schemas.microsoft.com/office/drawing/2014/main" id="{E8725499-01BC-6785-97DD-B1E707711637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6" name="Image 3">
            <a:extLst>
              <a:ext uri="{FF2B5EF4-FFF2-40B4-BE49-F238E27FC236}">
                <a16:creationId xmlns:a16="http://schemas.microsoft.com/office/drawing/2014/main" id="{FD6C28E0-0550-9454-30D5-8B9C0130BA46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7" name="Image 3">
            <a:extLst>
              <a:ext uri="{FF2B5EF4-FFF2-40B4-BE49-F238E27FC236}">
                <a16:creationId xmlns:a16="http://schemas.microsoft.com/office/drawing/2014/main" id="{70682556-1B05-472E-3105-CDA17F037E3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8" name="Titre 17">
            <a:extLst>
              <a:ext uri="{FF2B5EF4-FFF2-40B4-BE49-F238E27FC236}">
                <a16:creationId xmlns:a16="http://schemas.microsoft.com/office/drawing/2014/main" id="{974F51D9-B4FB-FA81-066F-D6007CC0E9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58599187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texte + 1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107" y="1770849"/>
            <a:ext cx="5263205" cy="454581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7" name="Espace réservé pour une image  15">
            <a:extLst>
              <a:ext uri="{FF2B5EF4-FFF2-40B4-BE49-F238E27FC236}">
                <a16:creationId xmlns:a16="http://schemas.microsoft.com/office/drawing/2014/main" id="{869398E2-12C5-863E-834E-0CCA9BF8DAD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332538" y="1775866"/>
            <a:ext cx="5262562" cy="45407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594E57A7-EE0C-1C84-2C93-F2B18B49DF2E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ZoneTexte 11">
            <a:extLst>
              <a:ext uri="{FF2B5EF4-FFF2-40B4-BE49-F238E27FC236}">
                <a16:creationId xmlns:a16="http://schemas.microsoft.com/office/drawing/2014/main" id="{6051505E-BBB7-01C4-B6F8-945FBEB955EF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7D950580-4926-6EB6-4F84-B2B747955DCB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4" name="Image 3">
            <a:extLst>
              <a:ext uri="{FF2B5EF4-FFF2-40B4-BE49-F238E27FC236}">
                <a16:creationId xmlns:a16="http://schemas.microsoft.com/office/drawing/2014/main" id="{F4E08F75-B95E-14EB-AD2B-417DDCE47C8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5" name="Image 3">
            <a:extLst>
              <a:ext uri="{FF2B5EF4-FFF2-40B4-BE49-F238E27FC236}">
                <a16:creationId xmlns:a16="http://schemas.microsoft.com/office/drawing/2014/main" id="{283D38F0-4589-E23D-64B7-957A62B7B01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6" name="Titre 15">
            <a:extLst>
              <a:ext uri="{FF2B5EF4-FFF2-40B4-BE49-F238E27FC236}">
                <a16:creationId xmlns:a16="http://schemas.microsoft.com/office/drawing/2014/main" id="{32AD415B-1129-5F21-427A-D67460C6F3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1187792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image + 1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32538" y="1770849"/>
            <a:ext cx="5263205" cy="454581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3" name="Espace réservé pour une image  15">
            <a:extLst>
              <a:ext uri="{FF2B5EF4-FFF2-40B4-BE49-F238E27FC236}">
                <a16:creationId xmlns:a16="http://schemas.microsoft.com/office/drawing/2014/main" id="{5CAC0CC1-804B-F094-F94E-C6E3B2FD763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96756" y="1775866"/>
            <a:ext cx="5262562" cy="45407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8A525F95-00DD-8B20-1D5D-C4521445DC8D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F9B7A656-E4C0-03C1-F577-A056E4CD072E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4" name="Espace réservé du pied de page 9">
            <a:extLst>
              <a:ext uri="{FF2B5EF4-FFF2-40B4-BE49-F238E27FC236}">
                <a16:creationId xmlns:a16="http://schemas.microsoft.com/office/drawing/2014/main" id="{35F50AFE-5226-FD74-6165-DCE70A561E8B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5" name="Image 3">
            <a:extLst>
              <a:ext uri="{FF2B5EF4-FFF2-40B4-BE49-F238E27FC236}">
                <a16:creationId xmlns:a16="http://schemas.microsoft.com/office/drawing/2014/main" id="{E6FC1E7F-A0E1-1AEB-D3C8-5A47990D48A9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6" name="Image 3">
            <a:extLst>
              <a:ext uri="{FF2B5EF4-FFF2-40B4-BE49-F238E27FC236}">
                <a16:creationId xmlns:a16="http://schemas.microsoft.com/office/drawing/2014/main" id="{FC84EA64-76A5-2CAE-7E39-E833A25154E9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7" name="Titre 16">
            <a:extLst>
              <a:ext uri="{FF2B5EF4-FFF2-40B4-BE49-F238E27FC236}">
                <a16:creationId xmlns:a16="http://schemas.microsoft.com/office/drawing/2014/main" id="{56726840-999C-DA95-46A0-C993EA61BF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44171980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extes + pic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107" y="3357615"/>
            <a:ext cx="5263205" cy="2959047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2785282-1A22-9C1A-882B-84A8773A840D}"/>
              </a:ext>
            </a:extLst>
          </p:cNvPr>
          <p:cNvSpPr/>
          <p:nvPr/>
        </p:nvSpPr>
        <p:spPr>
          <a:xfrm>
            <a:off x="593558" y="1764172"/>
            <a:ext cx="5265821" cy="1372060"/>
          </a:xfrm>
          <a:prstGeom prst="rect">
            <a:avLst/>
          </a:prstGeom>
          <a:solidFill>
            <a:srgbClr val="F7F7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1" name="Connecteur droit 10">
            <a:extLst>
              <a:ext uri="{FF2B5EF4-FFF2-40B4-BE49-F238E27FC236}">
                <a16:creationId xmlns:a16="http://schemas.microsoft.com/office/drawing/2014/main" id="{DA9C0F2E-DB3B-0161-93F4-E864122546DE}"/>
              </a:ext>
            </a:extLst>
          </p:cNvPr>
          <p:cNvCxnSpPr>
            <a:cxnSpLocks/>
          </p:cNvCxnSpPr>
          <p:nvPr/>
        </p:nvCxnSpPr>
        <p:spPr>
          <a:xfrm flipV="1">
            <a:off x="6096000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Espace réservé du texte 3">
            <a:extLst>
              <a:ext uri="{FF2B5EF4-FFF2-40B4-BE49-F238E27FC236}">
                <a16:creationId xmlns:a16="http://schemas.microsoft.com/office/drawing/2014/main" id="{65829204-43A7-09F7-6BFA-817C914930E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333716" y="3357615"/>
            <a:ext cx="5263205" cy="2959047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id="{FF8295FD-07BC-3EC2-AC74-6F94F4B769E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08697" y="2760440"/>
            <a:ext cx="4235544" cy="30777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buNone/>
              <a:defRPr sz="1400" b="1" i="0">
                <a:solidFill>
                  <a:schemeClr val="tx1"/>
                </a:solidFill>
                <a:latin typeface="Plus Jakarta Sans SemiBold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27" name="Espace réservé du contenu 25">
            <a:extLst>
              <a:ext uri="{FF2B5EF4-FFF2-40B4-BE49-F238E27FC236}">
                <a16:creationId xmlns:a16="http://schemas.microsoft.com/office/drawing/2014/main" id="{AEFEE505-D301-CBC3-3989-1C62611A302A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2848083" y="1923779"/>
            <a:ext cx="756771" cy="7650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7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Insérez un logo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B72D130-7062-E76E-C876-BE32719C5BE5}"/>
              </a:ext>
            </a:extLst>
          </p:cNvPr>
          <p:cNvSpPr/>
          <p:nvPr/>
        </p:nvSpPr>
        <p:spPr>
          <a:xfrm>
            <a:off x="6337865" y="1764172"/>
            <a:ext cx="5265821" cy="1372060"/>
          </a:xfrm>
          <a:prstGeom prst="rect">
            <a:avLst/>
          </a:prstGeom>
          <a:solidFill>
            <a:srgbClr val="F7F7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9" name="Espace réservé du texte 18">
            <a:extLst>
              <a:ext uri="{FF2B5EF4-FFF2-40B4-BE49-F238E27FC236}">
                <a16:creationId xmlns:a16="http://schemas.microsoft.com/office/drawing/2014/main" id="{C6ED7034-E65B-C01B-356A-F97F377DC18B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53004" y="2760440"/>
            <a:ext cx="4235544" cy="30777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buNone/>
              <a:defRPr sz="1400" b="1" i="0">
                <a:solidFill>
                  <a:schemeClr val="tx1"/>
                </a:solidFill>
                <a:latin typeface="Plus Jakarta Sans SemiBold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30" name="Espace réservé du contenu 25">
            <a:extLst>
              <a:ext uri="{FF2B5EF4-FFF2-40B4-BE49-F238E27FC236}">
                <a16:creationId xmlns:a16="http://schemas.microsoft.com/office/drawing/2014/main" id="{755AD89F-1B66-E429-0FC1-EBFB7D4AD103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8592390" y="1923779"/>
            <a:ext cx="756771" cy="7650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7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Insérez un logo</a:t>
            </a:r>
          </a:p>
        </p:txBody>
      </p:sp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7F938CDB-2008-87B4-2B9B-EF516571A501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A92C6CFD-01B8-FE8C-2FAD-FCAD86DCB745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6" name="Espace réservé du pied de page 9">
            <a:extLst>
              <a:ext uri="{FF2B5EF4-FFF2-40B4-BE49-F238E27FC236}">
                <a16:creationId xmlns:a16="http://schemas.microsoft.com/office/drawing/2014/main" id="{89C42785-BBF7-9A1A-8E3D-DB57C4E0C449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7" name="Image 3">
            <a:extLst>
              <a:ext uri="{FF2B5EF4-FFF2-40B4-BE49-F238E27FC236}">
                <a16:creationId xmlns:a16="http://schemas.microsoft.com/office/drawing/2014/main" id="{059B6D07-32A3-90D8-4019-B660E0BF919A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8" name="Image 3">
            <a:extLst>
              <a:ext uri="{FF2B5EF4-FFF2-40B4-BE49-F238E27FC236}">
                <a16:creationId xmlns:a16="http://schemas.microsoft.com/office/drawing/2014/main" id="{CF899B9F-5E73-BBEC-9718-9A28A2C084D5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1" name="Titre 20">
            <a:extLst>
              <a:ext uri="{FF2B5EF4-FFF2-40B4-BE49-F238E27FC236}">
                <a16:creationId xmlns:a16="http://schemas.microsoft.com/office/drawing/2014/main" id="{68BC9CFE-9DBD-7E52-87C1-9217BBBAE6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341850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 textes + pic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11" name="Connecteur droit 10">
            <a:extLst>
              <a:ext uri="{FF2B5EF4-FFF2-40B4-BE49-F238E27FC236}">
                <a16:creationId xmlns:a16="http://schemas.microsoft.com/office/drawing/2014/main" id="{DA9C0F2E-DB3B-0161-93F4-E864122546DE}"/>
              </a:ext>
            </a:extLst>
          </p:cNvPr>
          <p:cNvCxnSpPr>
            <a:cxnSpLocks/>
          </p:cNvCxnSpPr>
          <p:nvPr/>
        </p:nvCxnSpPr>
        <p:spPr>
          <a:xfrm flipV="1">
            <a:off x="6096000" y="1777252"/>
            <a:ext cx="0" cy="4003062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Espace réservé du texte 3">
            <a:extLst>
              <a:ext uri="{FF2B5EF4-FFF2-40B4-BE49-F238E27FC236}">
                <a16:creationId xmlns:a16="http://schemas.microsoft.com/office/drawing/2014/main" id="{65829204-43A7-09F7-6BFA-817C914930E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333716" y="4835488"/>
            <a:ext cx="5263205" cy="1481173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27" name="Espace réservé du contenu 25">
            <a:extLst>
              <a:ext uri="{FF2B5EF4-FFF2-40B4-BE49-F238E27FC236}">
                <a16:creationId xmlns:a16="http://schemas.microsoft.com/office/drawing/2014/main" id="{AEFEE505-D301-CBC3-3989-1C62611A302A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598694" y="1434079"/>
            <a:ext cx="5258029" cy="31705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7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Insérez un logo</a:t>
            </a:r>
          </a:p>
        </p:txBody>
      </p:sp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7F938CDB-2008-87B4-2B9B-EF516571A501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A92C6CFD-01B8-FE8C-2FAD-FCAD86DCB745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6" name="Espace réservé du pied de page 9">
            <a:extLst>
              <a:ext uri="{FF2B5EF4-FFF2-40B4-BE49-F238E27FC236}">
                <a16:creationId xmlns:a16="http://schemas.microsoft.com/office/drawing/2014/main" id="{89C42785-BBF7-9A1A-8E3D-DB57C4E0C449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7" name="Image 3">
            <a:extLst>
              <a:ext uri="{FF2B5EF4-FFF2-40B4-BE49-F238E27FC236}">
                <a16:creationId xmlns:a16="http://schemas.microsoft.com/office/drawing/2014/main" id="{059B6D07-32A3-90D8-4019-B660E0BF919A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8" name="Image 3">
            <a:extLst>
              <a:ext uri="{FF2B5EF4-FFF2-40B4-BE49-F238E27FC236}">
                <a16:creationId xmlns:a16="http://schemas.microsoft.com/office/drawing/2014/main" id="{CF899B9F-5E73-BBEC-9718-9A28A2C084D5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1" name="Titre 20">
            <a:extLst>
              <a:ext uri="{FF2B5EF4-FFF2-40B4-BE49-F238E27FC236}">
                <a16:creationId xmlns:a16="http://schemas.microsoft.com/office/drawing/2014/main" id="{68BC9CFE-9DBD-7E52-87C1-9217BBBAE6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5" name="Espace réservé du contenu 25">
            <a:extLst>
              <a:ext uri="{FF2B5EF4-FFF2-40B4-BE49-F238E27FC236}">
                <a16:creationId xmlns:a16="http://schemas.microsoft.com/office/drawing/2014/main" id="{3EF87B23-09EE-46ED-EB0C-D659D6809D7B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337864" y="1447730"/>
            <a:ext cx="5258029" cy="31705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9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8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7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6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Insérez un logo</a:t>
            </a:r>
          </a:p>
        </p:txBody>
      </p:sp>
      <p:sp>
        <p:nvSpPr>
          <p:cNvPr id="2" name="Espace réservé du texte 3">
            <a:extLst>
              <a:ext uri="{FF2B5EF4-FFF2-40B4-BE49-F238E27FC236}">
                <a16:creationId xmlns:a16="http://schemas.microsoft.com/office/drawing/2014/main" id="{5BDD7845-4C9E-B7D1-4BBF-32E1D3C4803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90932" y="4825452"/>
            <a:ext cx="5263205" cy="1481173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285477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itres + 2 tex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6096000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13">
            <a:extLst>
              <a:ext uri="{FF2B5EF4-FFF2-40B4-BE49-F238E27FC236}">
                <a16:creationId xmlns:a16="http://schemas.microsoft.com/office/drawing/2014/main" id="{1BD4CAC6-7ECD-9188-0AB5-67D344A3ACA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96107" y="1775866"/>
            <a:ext cx="5263204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9" name="Espace réservé du texte 13">
            <a:extLst>
              <a:ext uri="{FF2B5EF4-FFF2-40B4-BE49-F238E27FC236}">
                <a16:creationId xmlns:a16="http://schemas.microsoft.com/office/drawing/2014/main" id="{3A0164D9-8E5A-F9AB-EF85-98844CA44FB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336507" y="1775866"/>
            <a:ext cx="5263204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11" name="Espace réservé du texte 3">
            <a:extLst>
              <a:ext uri="{FF2B5EF4-FFF2-40B4-BE49-F238E27FC236}">
                <a16:creationId xmlns:a16="http://schemas.microsoft.com/office/drawing/2014/main" id="{3D3CDDF1-EBC8-7401-1782-B8628EE7045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32538" y="3144621"/>
            <a:ext cx="5263205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2" name="Espace réservé du texte 3">
            <a:extLst>
              <a:ext uri="{FF2B5EF4-FFF2-40B4-BE49-F238E27FC236}">
                <a16:creationId xmlns:a16="http://schemas.microsoft.com/office/drawing/2014/main" id="{B272A987-8628-9470-EAB5-56681A85CA65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92138" y="3144621"/>
            <a:ext cx="5263205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cxnSp>
        <p:nvCxnSpPr>
          <p:cNvPr id="13" name="Connecteur droit 12">
            <a:extLst>
              <a:ext uri="{FF2B5EF4-FFF2-40B4-BE49-F238E27FC236}">
                <a16:creationId xmlns:a16="http://schemas.microsoft.com/office/drawing/2014/main" id="{58A5379F-EDA8-00C2-CFEA-96454C73901D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ZoneTexte 13">
            <a:extLst>
              <a:ext uri="{FF2B5EF4-FFF2-40B4-BE49-F238E27FC236}">
                <a16:creationId xmlns:a16="http://schemas.microsoft.com/office/drawing/2014/main" id="{0C92F72C-F01B-BAAD-7467-2B5B1AE97390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7" name="Espace réservé du pied de page 9">
            <a:extLst>
              <a:ext uri="{FF2B5EF4-FFF2-40B4-BE49-F238E27FC236}">
                <a16:creationId xmlns:a16="http://schemas.microsoft.com/office/drawing/2014/main" id="{6056C20B-3ACE-D90A-231D-5A96EC362117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8" name="Image 3">
            <a:extLst>
              <a:ext uri="{FF2B5EF4-FFF2-40B4-BE49-F238E27FC236}">
                <a16:creationId xmlns:a16="http://schemas.microsoft.com/office/drawing/2014/main" id="{4E6E521B-A15F-1ED0-EB38-1321AE3E99E9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9" name="Image 3">
            <a:extLst>
              <a:ext uri="{FF2B5EF4-FFF2-40B4-BE49-F238E27FC236}">
                <a16:creationId xmlns:a16="http://schemas.microsoft.com/office/drawing/2014/main" id="{FC5E108E-8420-0277-1ED9-04AE1335D9C8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0" name="Titre 19">
            <a:extLst>
              <a:ext uri="{FF2B5EF4-FFF2-40B4-BE49-F238E27FC236}">
                <a16:creationId xmlns:a16="http://schemas.microsoft.com/office/drawing/2014/main" id="{8A0E1A0D-398D-AC6C-AB10-903F1ABA96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343016192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ex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107" y="1770849"/>
            <a:ext cx="5263205" cy="454581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3" name="Espace réservé du texte 3">
            <a:extLst>
              <a:ext uri="{FF2B5EF4-FFF2-40B4-BE49-F238E27FC236}">
                <a16:creationId xmlns:a16="http://schemas.microsoft.com/office/drawing/2014/main" id="{BC48111D-7D4B-68F3-DF0B-FB727426CC3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332538" y="1770849"/>
            <a:ext cx="5263205" cy="454581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6096000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B72D0A29-2A81-1222-243B-358506C08039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56250A2D-767D-3878-8C12-529E1FBC275F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5" name="Espace réservé du pied de page 9">
            <a:extLst>
              <a:ext uri="{FF2B5EF4-FFF2-40B4-BE49-F238E27FC236}">
                <a16:creationId xmlns:a16="http://schemas.microsoft.com/office/drawing/2014/main" id="{42B30E9B-D413-F895-BC80-DBEE0696C38B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6" name="Image 3">
            <a:extLst>
              <a:ext uri="{FF2B5EF4-FFF2-40B4-BE49-F238E27FC236}">
                <a16:creationId xmlns:a16="http://schemas.microsoft.com/office/drawing/2014/main" id="{8703ABED-D973-D6FE-6E1F-336188E4CF9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7" name="Image 3">
            <a:extLst>
              <a:ext uri="{FF2B5EF4-FFF2-40B4-BE49-F238E27FC236}">
                <a16:creationId xmlns:a16="http://schemas.microsoft.com/office/drawing/2014/main" id="{7522E65A-1D6C-11F0-C7CE-27D6DDEAC3C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8" name="Titre 17">
            <a:extLst>
              <a:ext uri="{FF2B5EF4-FFF2-40B4-BE49-F238E27FC236}">
                <a16:creationId xmlns:a16="http://schemas.microsoft.com/office/drawing/2014/main" id="{20C84E48-15AC-4990-59FE-774165A40A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37345859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6096000" y="1777251"/>
            <a:ext cx="0" cy="3888000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D4D019D9-6800-A2C7-9EDF-3C01542FD0A4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A4894DD9-5B94-55D5-E2DC-8266B901604C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1" name="Espace réservé du pied de page 9">
            <a:extLst>
              <a:ext uri="{FF2B5EF4-FFF2-40B4-BE49-F238E27FC236}">
                <a16:creationId xmlns:a16="http://schemas.microsoft.com/office/drawing/2014/main" id="{62343BC5-2F9F-57C1-C9F2-1BC4272E1929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3" name="Image 3">
            <a:extLst>
              <a:ext uri="{FF2B5EF4-FFF2-40B4-BE49-F238E27FC236}">
                <a16:creationId xmlns:a16="http://schemas.microsoft.com/office/drawing/2014/main" id="{3EA91823-2F57-C619-DC7A-BD4C88577AA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5" name="Image 3">
            <a:extLst>
              <a:ext uri="{FF2B5EF4-FFF2-40B4-BE49-F238E27FC236}">
                <a16:creationId xmlns:a16="http://schemas.microsoft.com/office/drawing/2014/main" id="{C0929161-7E83-FAE6-59FD-4E17151C79D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6" name="Titre 15">
            <a:extLst>
              <a:ext uri="{FF2B5EF4-FFF2-40B4-BE49-F238E27FC236}">
                <a16:creationId xmlns:a16="http://schemas.microsoft.com/office/drawing/2014/main" id="{49136422-14EB-B7E7-6605-691C32C7F6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59480619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itres + 3 tex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80156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C2B4AFAC-A110-2735-276D-AFDEC5FBC8A8}"/>
              </a:ext>
            </a:extLst>
          </p:cNvPr>
          <p:cNvCxnSpPr>
            <a:cxnSpLocks/>
          </p:cNvCxnSpPr>
          <p:nvPr/>
        </p:nvCxnSpPr>
        <p:spPr>
          <a:xfrm flipV="1">
            <a:off x="41802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10CDACC7-FD41-1D12-DF55-E0CCFB995C9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96107" y="1775866"/>
            <a:ext cx="3340668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15" name="Espace réservé du texte 3">
            <a:extLst>
              <a:ext uri="{FF2B5EF4-FFF2-40B4-BE49-F238E27FC236}">
                <a16:creationId xmlns:a16="http://schemas.microsoft.com/office/drawing/2014/main" id="{EA07F4D7-57AF-92D3-8F4E-6338170C957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92138" y="3144621"/>
            <a:ext cx="3340669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6" name="Espace réservé du texte 13">
            <a:extLst>
              <a:ext uri="{FF2B5EF4-FFF2-40B4-BE49-F238E27FC236}">
                <a16:creationId xmlns:a16="http://schemas.microsoft.com/office/drawing/2014/main" id="{6AC08038-AF60-292E-E610-1F724C4CFA1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431507" y="1775866"/>
            <a:ext cx="3340668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17" name="Espace réservé du texte 3">
            <a:extLst>
              <a:ext uri="{FF2B5EF4-FFF2-40B4-BE49-F238E27FC236}">
                <a16:creationId xmlns:a16="http://schemas.microsoft.com/office/drawing/2014/main" id="{2059A5FF-136C-3DC2-FF63-E41B2A1C8D2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427538" y="3144621"/>
            <a:ext cx="3340669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8" name="Espace réservé du texte 13">
            <a:extLst>
              <a:ext uri="{FF2B5EF4-FFF2-40B4-BE49-F238E27FC236}">
                <a16:creationId xmlns:a16="http://schemas.microsoft.com/office/drawing/2014/main" id="{CDAD8012-BBE3-BBEC-E71C-D568BA5418C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254207" y="1775866"/>
            <a:ext cx="3340668" cy="95410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i="0">
                <a:solidFill>
                  <a:schemeClr val="tx1"/>
                </a:solidFill>
                <a:latin typeface="Plus Jakarta Sans" pitchFamily="2" charset="77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19" name="Espace réservé du texte 3">
            <a:extLst>
              <a:ext uri="{FF2B5EF4-FFF2-40B4-BE49-F238E27FC236}">
                <a16:creationId xmlns:a16="http://schemas.microsoft.com/office/drawing/2014/main" id="{0D0F3236-3064-3CCB-317B-DF894DBA91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0238" y="3144621"/>
            <a:ext cx="3340669" cy="317204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04A4A261-37AB-DA90-F142-886AC0E5A319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944D4B1B-ED46-B953-FD93-5F6C53A316C3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4642A7FB-06A0-1C32-92CD-DFFE2F60B975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21" name="Image 3">
            <a:extLst>
              <a:ext uri="{FF2B5EF4-FFF2-40B4-BE49-F238E27FC236}">
                <a16:creationId xmlns:a16="http://schemas.microsoft.com/office/drawing/2014/main" id="{A81B0036-0F57-AB91-0860-6C34F96BEEC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22" name="Image 3">
            <a:extLst>
              <a:ext uri="{FF2B5EF4-FFF2-40B4-BE49-F238E27FC236}">
                <a16:creationId xmlns:a16="http://schemas.microsoft.com/office/drawing/2014/main" id="{CBA5260A-A35C-B009-39CC-1313FD9D437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3" name="Titre 22">
            <a:extLst>
              <a:ext uri="{FF2B5EF4-FFF2-40B4-BE49-F238E27FC236}">
                <a16:creationId xmlns:a16="http://schemas.microsoft.com/office/drawing/2014/main" id="{75BF813A-811B-C7E6-88F8-F2C8808097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54824191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 + 3 tex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8015611" y="1777252"/>
            <a:ext cx="0" cy="4539410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C2B4AFAC-A110-2735-276D-AFDEC5FBC8A8}"/>
              </a:ext>
            </a:extLst>
          </p:cNvPr>
          <p:cNvCxnSpPr>
            <a:cxnSpLocks/>
          </p:cNvCxnSpPr>
          <p:nvPr/>
        </p:nvCxnSpPr>
        <p:spPr>
          <a:xfrm flipV="1">
            <a:off x="4180211" y="1777252"/>
            <a:ext cx="0" cy="4539410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Espace réservé du texte 3">
            <a:extLst>
              <a:ext uri="{FF2B5EF4-FFF2-40B4-BE49-F238E27FC236}">
                <a16:creationId xmlns:a16="http://schemas.microsoft.com/office/drawing/2014/main" id="{EA07F4D7-57AF-92D3-8F4E-6338170C957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92138" y="4311168"/>
            <a:ext cx="3340669" cy="200549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7" name="Espace réservé du texte 3">
            <a:extLst>
              <a:ext uri="{FF2B5EF4-FFF2-40B4-BE49-F238E27FC236}">
                <a16:creationId xmlns:a16="http://schemas.microsoft.com/office/drawing/2014/main" id="{2059A5FF-136C-3DC2-FF63-E41B2A1C8D2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427538" y="4311168"/>
            <a:ext cx="3340669" cy="200549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9" name="Espace réservé du texte 3">
            <a:extLst>
              <a:ext uri="{FF2B5EF4-FFF2-40B4-BE49-F238E27FC236}">
                <a16:creationId xmlns:a16="http://schemas.microsoft.com/office/drawing/2014/main" id="{0D0F3236-3064-3CCB-317B-DF894DBA912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0238" y="4311168"/>
            <a:ext cx="3340669" cy="2005494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04A4A261-37AB-DA90-F142-886AC0E5A319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944D4B1B-ED46-B953-FD93-5F6C53A316C3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4642A7FB-06A0-1C32-92CD-DFFE2F60B975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21" name="Image 3">
            <a:extLst>
              <a:ext uri="{FF2B5EF4-FFF2-40B4-BE49-F238E27FC236}">
                <a16:creationId xmlns:a16="http://schemas.microsoft.com/office/drawing/2014/main" id="{A81B0036-0F57-AB91-0860-6C34F96BEEC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22" name="Image 3">
            <a:extLst>
              <a:ext uri="{FF2B5EF4-FFF2-40B4-BE49-F238E27FC236}">
                <a16:creationId xmlns:a16="http://schemas.microsoft.com/office/drawing/2014/main" id="{CBA5260A-A35C-B009-39CC-1313FD9D437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3" name="Titre 22">
            <a:extLst>
              <a:ext uri="{FF2B5EF4-FFF2-40B4-BE49-F238E27FC236}">
                <a16:creationId xmlns:a16="http://schemas.microsoft.com/office/drawing/2014/main" id="{75BF813A-811B-C7E6-88F8-F2C8808097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9" name="Espace réservé pour une image  8">
            <a:extLst>
              <a:ext uri="{FF2B5EF4-FFF2-40B4-BE49-F238E27FC236}">
                <a16:creationId xmlns:a16="http://schemas.microsoft.com/office/drawing/2014/main" id="{BFE73CC8-61DF-7741-2AF4-379414529F8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427538" y="1776413"/>
            <a:ext cx="3340100" cy="237172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endParaRPr lang="fr-FR"/>
          </a:p>
        </p:txBody>
      </p:sp>
      <p:sp>
        <p:nvSpPr>
          <p:cNvPr id="20" name="Espace réservé pour une image  8">
            <a:extLst>
              <a:ext uri="{FF2B5EF4-FFF2-40B4-BE49-F238E27FC236}">
                <a16:creationId xmlns:a16="http://schemas.microsoft.com/office/drawing/2014/main" id="{13E0C86F-62FC-F17A-1AA1-B46F3BB6CD3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248424" y="1776413"/>
            <a:ext cx="3340100" cy="237172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endParaRPr lang="fr-FR"/>
          </a:p>
        </p:txBody>
      </p:sp>
      <p:sp>
        <p:nvSpPr>
          <p:cNvPr id="24" name="Espace réservé pour une image  8">
            <a:extLst>
              <a:ext uri="{FF2B5EF4-FFF2-40B4-BE49-F238E27FC236}">
                <a16:creationId xmlns:a16="http://schemas.microsoft.com/office/drawing/2014/main" id="{47CD1336-F383-07B7-AF44-8FC071288081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589755" y="1756328"/>
            <a:ext cx="3340100" cy="237172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5330877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ex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80156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3">
            <a:extLst>
              <a:ext uri="{FF2B5EF4-FFF2-40B4-BE49-F238E27FC236}">
                <a16:creationId xmlns:a16="http://schemas.microsoft.com/office/drawing/2014/main" id="{1DF1BF75-72D3-9F2F-653F-90CD22CEB83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83552" y="1765829"/>
            <a:ext cx="3353922" cy="4550806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9" name="Espace réservé du texte 3">
            <a:extLst>
              <a:ext uri="{FF2B5EF4-FFF2-40B4-BE49-F238E27FC236}">
                <a16:creationId xmlns:a16="http://schemas.microsoft.com/office/drawing/2014/main" id="{181AFECA-AA25-73EC-AD5D-CFC52C53F54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19039" y="1765819"/>
            <a:ext cx="3353922" cy="455083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1" name="Espace réservé du texte 3">
            <a:extLst>
              <a:ext uri="{FF2B5EF4-FFF2-40B4-BE49-F238E27FC236}">
                <a16:creationId xmlns:a16="http://schemas.microsoft.com/office/drawing/2014/main" id="{76E35219-9A49-5BAA-BF72-2360BAAA26B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259193" y="1765819"/>
            <a:ext cx="3353922" cy="4550831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C2B4AFAC-A110-2735-276D-AFDEC5FBC8A8}"/>
              </a:ext>
            </a:extLst>
          </p:cNvPr>
          <p:cNvCxnSpPr>
            <a:cxnSpLocks/>
          </p:cNvCxnSpPr>
          <p:nvPr/>
        </p:nvCxnSpPr>
        <p:spPr>
          <a:xfrm flipV="1">
            <a:off x="41802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4E2D4E07-4E51-417C-E5FB-1AEBE822BCC4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ZoneTexte 13">
            <a:extLst>
              <a:ext uri="{FF2B5EF4-FFF2-40B4-BE49-F238E27FC236}">
                <a16:creationId xmlns:a16="http://schemas.microsoft.com/office/drawing/2014/main" id="{8D96A097-906B-C6EF-36BE-FEBF08766A8E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7" name="Espace réservé du pied de page 9">
            <a:extLst>
              <a:ext uri="{FF2B5EF4-FFF2-40B4-BE49-F238E27FC236}">
                <a16:creationId xmlns:a16="http://schemas.microsoft.com/office/drawing/2014/main" id="{BC90BDC5-6AE4-369F-CA2F-500666692B28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8" name="Image 3">
            <a:extLst>
              <a:ext uri="{FF2B5EF4-FFF2-40B4-BE49-F238E27FC236}">
                <a16:creationId xmlns:a16="http://schemas.microsoft.com/office/drawing/2014/main" id="{4AA04FD6-B356-AECB-12E3-4568FDF9B27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9" name="Image 3">
            <a:extLst>
              <a:ext uri="{FF2B5EF4-FFF2-40B4-BE49-F238E27FC236}">
                <a16:creationId xmlns:a16="http://schemas.microsoft.com/office/drawing/2014/main" id="{5FF173E9-3BD4-CAC5-1E71-BB9E4E3D3D03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0" name="Titre 19">
            <a:extLst>
              <a:ext uri="{FF2B5EF4-FFF2-40B4-BE49-F238E27FC236}">
                <a16:creationId xmlns:a16="http://schemas.microsoft.com/office/drawing/2014/main" id="{0F1483C0-1D33-DC9E-BF91-9713BA137E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358510974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7EA62686-1755-637A-4FDF-EF61284EBCA5}"/>
              </a:ext>
            </a:extLst>
          </p:cNvPr>
          <p:cNvCxnSpPr>
            <a:cxnSpLocks/>
          </p:cNvCxnSpPr>
          <p:nvPr/>
        </p:nvCxnSpPr>
        <p:spPr>
          <a:xfrm flipV="1">
            <a:off x="80156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C2B4AFAC-A110-2735-276D-AFDEC5FBC8A8}"/>
              </a:ext>
            </a:extLst>
          </p:cNvPr>
          <p:cNvCxnSpPr>
            <a:cxnSpLocks/>
          </p:cNvCxnSpPr>
          <p:nvPr/>
        </p:nvCxnSpPr>
        <p:spPr>
          <a:xfrm flipV="1">
            <a:off x="4180211" y="1777252"/>
            <a:ext cx="0" cy="2942561"/>
          </a:xfrm>
          <a:prstGeom prst="line">
            <a:avLst/>
          </a:prstGeom>
          <a:ln w="12700">
            <a:solidFill>
              <a:srgbClr val="DBDCE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9D208F8B-0F7A-225D-A872-7D19654EA7D2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8EDC7974-B935-79FF-3D74-9689E4784091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1" name="Espace réservé du pied de page 9">
            <a:extLst>
              <a:ext uri="{FF2B5EF4-FFF2-40B4-BE49-F238E27FC236}">
                <a16:creationId xmlns:a16="http://schemas.microsoft.com/office/drawing/2014/main" id="{4E17154A-080C-75DC-759F-925545500F8F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3" name="Image 3">
            <a:extLst>
              <a:ext uri="{FF2B5EF4-FFF2-40B4-BE49-F238E27FC236}">
                <a16:creationId xmlns:a16="http://schemas.microsoft.com/office/drawing/2014/main" id="{6A6447A5-1FBD-B7AC-1F25-61708ADC16E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4" name="Image 3">
            <a:extLst>
              <a:ext uri="{FF2B5EF4-FFF2-40B4-BE49-F238E27FC236}">
                <a16:creationId xmlns:a16="http://schemas.microsoft.com/office/drawing/2014/main" id="{59630943-6655-7219-6930-6F7FE03673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7" name="Titre 16">
            <a:extLst>
              <a:ext uri="{FF2B5EF4-FFF2-40B4-BE49-F238E27FC236}">
                <a16:creationId xmlns:a16="http://schemas.microsoft.com/office/drawing/2014/main" id="{82626659-2047-9772-7DDB-1C55C4BB4C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412790064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extes + pic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F3DB7E0-3460-575F-C752-E124B92DB6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3552" y="3365227"/>
            <a:ext cx="3353922" cy="2951407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23" name="Espace réservé du texte 3">
            <a:extLst>
              <a:ext uri="{FF2B5EF4-FFF2-40B4-BE49-F238E27FC236}">
                <a16:creationId xmlns:a16="http://schemas.microsoft.com/office/drawing/2014/main" id="{62632C4D-13B9-BEEA-986C-6EBEB7D33D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19039" y="3365227"/>
            <a:ext cx="3353922" cy="2951423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24" name="Espace réservé du texte 3">
            <a:extLst>
              <a:ext uri="{FF2B5EF4-FFF2-40B4-BE49-F238E27FC236}">
                <a16:creationId xmlns:a16="http://schemas.microsoft.com/office/drawing/2014/main" id="{47395A5B-F130-E642-5A9F-64AC28B02A6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59193" y="3365227"/>
            <a:ext cx="3353922" cy="2951423"/>
          </a:xfrm>
          <a:prstGeom prst="rect">
            <a:avLst/>
          </a:prstGeom>
        </p:spPr>
        <p:txBody>
          <a:bodyPr/>
          <a:lstStyle>
            <a:lvl1pPr marL="171450" indent="-171450">
              <a:lnSpc>
                <a:spcPct val="150000"/>
              </a:lnSpc>
              <a:spcBef>
                <a:spcPts val="0"/>
              </a:spcBef>
              <a:buFontTx/>
              <a:buBlip>
                <a:blip r:embed="rId2"/>
              </a:buBlip>
              <a:defRPr sz="1200" b="0" i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</a:lstStyle>
          <a:p>
            <a:pPr lvl="0"/>
            <a:r>
              <a:rPr lang="fr-FR"/>
              <a:t>Ajoutez du texte</a:t>
            </a:r>
          </a:p>
          <a:p>
            <a:pPr marL="171450" indent="-171450">
              <a:lnSpc>
                <a:spcPct val="150000"/>
              </a:lnSpc>
              <a:buBlip>
                <a:blip r:embed="rId3"/>
              </a:buBlip>
            </a:pPr>
            <a:endParaRPr lang="en-US" sz="1200">
              <a:solidFill>
                <a:srgbClr val="595959"/>
              </a:solidFill>
              <a:effectLst/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27" name="Espace réservé du contenu 25">
            <a:extLst>
              <a:ext uri="{FF2B5EF4-FFF2-40B4-BE49-F238E27FC236}">
                <a16:creationId xmlns:a16="http://schemas.microsoft.com/office/drawing/2014/main" id="{0504A56B-AE8A-BF31-C214-49FCB86A04B4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1884464" y="1918652"/>
            <a:ext cx="752096" cy="75209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algn="ctr">
              <a:defRPr sz="1600">
                <a:latin typeface="Galano Grotesque" pitchFamily="2" charset="77"/>
              </a:defRPr>
            </a:lvl2pPr>
            <a:lvl3pPr algn="ctr">
              <a:defRPr sz="1400">
                <a:latin typeface="Galano Grotesque" pitchFamily="2" charset="77"/>
              </a:defRPr>
            </a:lvl3pPr>
            <a:lvl4pPr algn="ctr">
              <a:defRPr sz="1200">
                <a:latin typeface="Galano Grotesque" pitchFamily="2" charset="77"/>
              </a:defRPr>
            </a:lvl4pPr>
            <a:lvl5pPr algn="ctr">
              <a:defRPr sz="120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Insérez une icône</a:t>
            </a:r>
          </a:p>
        </p:txBody>
      </p:sp>
      <p:sp>
        <p:nvSpPr>
          <p:cNvPr id="29" name="Espace réservé du texte 28">
            <a:extLst>
              <a:ext uri="{FF2B5EF4-FFF2-40B4-BE49-F238E27FC236}">
                <a16:creationId xmlns:a16="http://schemas.microsoft.com/office/drawing/2014/main" id="{1D7EA426-A86C-0278-15F5-F8341F9BAD3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3362" y="2762250"/>
            <a:ext cx="2654300" cy="306388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1" i="0">
                <a:solidFill>
                  <a:schemeClr val="tx1"/>
                </a:solidFill>
                <a:latin typeface="Plus Jakarta Sans SemiBold" pitchFamily="2" charset="77"/>
              </a:defRPr>
            </a:lvl1pPr>
            <a:lvl2pPr>
              <a:defRPr sz="1200">
                <a:latin typeface="Galano Grotesque" pitchFamily="2" charset="77"/>
              </a:defRPr>
            </a:lvl2pPr>
            <a:lvl3pPr>
              <a:defRPr sz="1100">
                <a:latin typeface="Galano Grotesque" pitchFamily="2" charset="77"/>
              </a:defRPr>
            </a:lvl3pPr>
            <a:lvl4pPr>
              <a:defRPr sz="1050">
                <a:latin typeface="Galano Grotesque" pitchFamily="2" charset="77"/>
              </a:defRPr>
            </a:lvl4pPr>
            <a:lvl5pPr>
              <a:defRPr sz="105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31" name="Espace réservé du contenu 25">
            <a:extLst>
              <a:ext uri="{FF2B5EF4-FFF2-40B4-BE49-F238E27FC236}">
                <a16:creationId xmlns:a16="http://schemas.microsoft.com/office/drawing/2014/main" id="{4C10C506-7890-A9F0-F9C2-1F5BB61F01D1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5719952" y="1918652"/>
            <a:ext cx="752096" cy="75209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algn="ctr">
              <a:defRPr sz="1600">
                <a:latin typeface="Galano Grotesque" pitchFamily="2" charset="77"/>
              </a:defRPr>
            </a:lvl2pPr>
            <a:lvl3pPr algn="ctr">
              <a:defRPr sz="1400">
                <a:latin typeface="Galano Grotesque" pitchFamily="2" charset="77"/>
              </a:defRPr>
            </a:lvl3pPr>
            <a:lvl4pPr algn="ctr">
              <a:defRPr sz="1200">
                <a:latin typeface="Galano Grotesque" pitchFamily="2" charset="77"/>
              </a:defRPr>
            </a:lvl4pPr>
            <a:lvl5pPr algn="ctr">
              <a:defRPr sz="120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Insérez une icône</a:t>
            </a:r>
          </a:p>
        </p:txBody>
      </p:sp>
      <p:sp>
        <p:nvSpPr>
          <p:cNvPr id="32" name="Espace réservé du texte 28">
            <a:extLst>
              <a:ext uri="{FF2B5EF4-FFF2-40B4-BE49-F238E27FC236}">
                <a16:creationId xmlns:a16="http://schemas.microsoft.com/office/drawing/2014/main" id="{DA84ED17-7BE1-8384-1A4D-988007F6A72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68850" y="2762250"/>
            <a:ext cx="2654300" cy="306388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1" i="0">
                <a:solidFill>
                  <a:schemeClr val="tx1"/>
                </a:solidFill>
                <a:latin typeface="Plus Jakarta Sans SemiBold" pitchFamily="2" charset="77"/>
              </a:defRPr>
            </a:lvl1pPr>
            <a:lvl2pPr>
              <a:defRPr sz="1200">
                <a:latin typeface="Galano Grotesque" pitchFamily="2" charset="77"/>
              </a:defRPr>
            </a:lvl2pPr>
            <a:lvl3pPr>
              <a:defRPr sz="1100">
                <a:latin typeface="Galano Grotesque" pitchFamily="2" charset="77"/>
              </a:defRPr>
            </a:lvl3pPr>
            <a:lvl4pPr>
              <a:defRPr sz="1050">
                <a:latin typeface="Galano Grotesque" pitchFamily="2" charset="77"/>
              </a:defRPr>
            </a:lvl4pPr>
            <a:lvl5pPr>
              <a:defRPr sz="105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34" name="Espace réservé du contenu 25">
            <a:extLst>
              <a:ext uri="{FF2B5EF4-FFF2-40B4-BE49-F238E27FC236}">
                <a16:creationId xmlns:a16="http://schemas.microsoft.com/office/drawing/2014/main" id="{1188EF79-413C-AF9C-BBA1-D654CBC1E43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555106" y="1918652"/>
            <a:ext cx="752096" cy="75209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algn="ctr">
              <a:defRPr sz="1600">
                <a:latin typeface="Galano Grotesque" pitchFamily="2" charset="77"/>
              </a:defRPr>
            </a:lvl2pPr>
            <a:lvl3pPr algn="ctr">
              <a:defRPr sz="1400">
                <a:latin typeface="Galano Grotesque" pitchFamily="2" charset="77"/>
              </a:defRPr>
            </a:lvl3pPr>
            <a:lvl4pPr algn="ctr">
              <a:defRPr sz="1200">
                <a:latin typeface="Galano Grotesque" pitchFamily="2" charset="77"/>
              </a:defRPr>
            </a:lvl4pPr>
            <a:lvl5pPr algn="ctr">
              <a:defRPr sz="120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Insérez une icône</a:t>
            </a:r>
          </a:p>
        </p:txBody>
      </p:sp>
      <p:sp>
        <p:nvSpPr>
          <p:cNvPr id="35" name="Espace réservé du texte 28">
            <a:extLst>
              <a:ext uri="{FF2B5EF4-FFF2-40B4-BE49-F238E27FC236}">
                <a16:creationId xmlns:a16="http://schemas.microsoft.com/office/drawing/2014/main" id="{2AA2318D-E1BA-8A57-5408-5420750115E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604004" y="2762250"/>
            <a:ext cx="2654300" cy="306388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1" i="0">
                <a:solidFill>
                  <a:schemeClr val="tx1"/>
                </a:solidFill>
                <a:latin typeface="Plus Jakarta Sans SemiBold" pitchFamily="2" charset="77"/>
              </a:defRPr>
            </a:lvl1pPr>
            <a:lvl2pPr>
              <a:defRPr sz="1200">
                <a:latin typeface="Galano Grotesque" pitchFamily="2" charset="77"/>
              </a:defRPr>
            </a:lvl2pPr>
            <a:lvl3pPr>
              <a:defRPr sz="1100">
                <a:latin typeface="Galano Grotesque" pitchFamily="2" charset="77"/>
              </a:defRPr>
            </a:lvl3pPr>
            <a:lvl4pPr>
              <a:defRPr sz="1050">
                <a:latin typeface="Galano Grotesque" pitchFamily="2" charset="77"/>
              </a:defRPr>
            </a:lvl4pPr>
            <a:lvl5pPr>
              <a:defRPr sz="1050">
                <a:latin typeface="Galano Grotesque" pitchFamily="2" charset="77"/>
              </a:defRPr>
            </a:lvl5pPr>
          </a:lstStyle>
          <a:p>
            <a:pPr lvl="0"/>
            <a:r>
              <a:rPr lang="fr-FR"/>
              <a:t>Titre</a:t>
            </a:r>
          </a:p>
        </p:txBody>
      </p:sp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id="{5A82CF64-4BD0-2FD7-D313-2434FB791BEB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oneTexte 12">
            <a:extLst>
              <a:ext uri="{FF2B5EF4-FFF2-40B4-BE49-F238E27FC236}">
                <a16:creationId xmlns:a16="http://schemas.microsoft.com/office/drawing/2014/main" id="{51ABFBBD-A4E2-A859-A8A2-1B055AF948E1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4" name="Espace réservé du pied de page 9">
            <a:extLst>
              <a:ext uri="{FF2B5EF4-FFF2-40B4-BE49-F238E27FC236}">
                <a16:creationId xmlns:a16="http://schemas.microsoft.com/office/drawing/2014/main" id="{1C6B30C8-A7BD-36EC-5E87-AD2C08DF004E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5" name="Image 3">
            <a:extLst>
              <a:ext uri="{FF2B5EF4-FFF2-40B4-BE49-F238E27FC236}">
                <a16:creationId xmlns:a16="http://schemas.microsoft.com/office/drawing/2014/main" id="{0ABF63AB-C871-4C41-D251-80BEE98A324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6" name="Image 3">
            <a:extLst>
              <a:ext uri="{FF2B5EF4-FFF2-40B4-BE49-F238E27FC236}">
                <a16:creationId xmlns:a16="http://schemas.microsoft.com/office/drawing/2014/main" id="{265EAAE0-9135-091B-56F6-E29A507CF737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7" name="Titre 16">
            <a:extLst>
              <a:ext uri="{FF2B5EF4-FFF2-40B4-BE49-F238E27FC236}">
                <a16:creationId xmlns:a16="http://schemas.microsoft.com/office/drawing/2014/main" id="{8022A0C8-C1E6-BDFC-4492-3078B80AF7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20946529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21" name="Espace réservé du contenu 19">
            <a:extLst>
              <a:ext uri="{FF2B5EF4-FFF2-40B4-BE49-F238E27FC236}">
                <a16:creationId xmlns:a16="http://schemas.microsoft.com/office/drawing/2014/main" id="{10C45F0B-0698-34F1-9C6F-67420E3FEC46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854885" y="198794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3" name="Espace réservé du contenu 19">
            <a:extLst>
              <a:ext uri="{FF2B5EF4-FFF2-40B4-BE49-F238E27FC236}">
                <a16:creationId xmlns:a16="http://schemas.microsoft.com/office/drawing/2014/main" id="{478D6787-7E01-D2AF-3290-B6AC79DA096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854885" y="3581404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5" name="Espace réservé du contenu 19">
            <a:extLst>
              <a:ext uri="{FF2B5EF4-FFF2-40B4-BE49-F238E27FC236}">
                <a16:creationId xmlns:a16="http://schemas.microsoft.com/office/drawing/2014/main" id="{3EF04D55-99B6-6260-6E5C-E6F5550961C0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854885" y="5171992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9" name="Espace réservé du contenu 19">
            <a:extLst>
              <a:ext uri="{FF2B5EF4-FFF2-40B4-BE49-F238E27FC236}">
                <a16:creationId xmlns:a16="http://schemas.microsoft.com/office/drawing/2014/main" id="{7E9BDC09-5094-2B94-7253-07F8D4ECBF1D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607985" y="198794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0" name="Espace réservé du contenu 19">
            <a:extLst>
              <a:ext uri="{FF2B5EF4-FFF2-40B4-BE49-F238E27FC236}">
                <a16:creationId xmlns:a16="http://schemas.microsoft.com/office/drawing/2014/main" id="{D2275F22-67A5-44D4-0D14-979374F8C606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607985" y="3581404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1" name="Espace réservé du contenu 19">
            <a:extLst>
              <a:ext uri="{FF2B5EF4-FFF2-40B4-BE49-F238E27FC236}">
                <a16:creationId xmlns:a16="http://schemas.microsoft.com/office/drawing/2014/main" id="{B5718FAD-5541-CCA0-FDC3-90D60B28969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607985" y="5171992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3" name="Espace réservé du texte 32">
            <a:extLst>
              <a:ext uri="{FF2B5EF4-FFF2-40B4-BE49-F238E27FC236}">
                <a16:creationId xmlns:a16="http://schemas.microsoft.com/office/drawing/2014/main" id="{7EE8819D-9707-593E-B882-D21D36A3541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022361" y="1983579"/>
            <a:ext cx="3831771" cy="923134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34" name="Espace réservé du texte 32">
            <a:extLst>
              <a:ext uri="{FF2B5EF4-FFF2-40B4-BE49-F238E27FC236}">
                <a16:creationId xmlns:a16="http://schemas.microsoft.com/office/drawing/2014/main" id="{08B8CC02-EE99-95FA-BBC9-C1124DCC1C1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022361" y="3594835"/>
            <a:ext cx="3831771" cy="88409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35" name="Espace réservé du texte 32">
            <a:extLst>
              <a:ext uri="{FF2B5EF4-FFF2-40B4-BE49-F238E27FC236}">
                <a16:creationId xmlns:a16="http://schemas.microsoft.com/office/drawing/2014/main" id="{86E3972E-B52F-1AB3-35DD-C021DE4B831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022361" y="5160088"/>
            <a:ext cx="3831771" cy="93705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36" name="Espace réservé du texte 32">
            <a:extLst>
              <a:ext uri="{FF2B5EF4-FFF2-40B4-BE49-F238E27FC236}">
                <a16:creationId xmlns:a16="http://schemas.microsoft.com/office/drawing/2014/main" id="{3FE9A64A-4CCF-DEDC-752E-78ED91D0A1F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773788" y="1983579"/>
            <a:ext cx="3831771" cy="923134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37" name="Espace réservé du texte 32">
            <a:extLst>
              <a:ext uri="{FF2B5EF4-FFF2-40B4-BE49-F238E27FC236}">
                <a16:creationId xmlns:a16="http://schemas.microsoft.com/office/drawing/2014/main" id="{7FF1668E-7B8D-67AF-0951-530E60B39CC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773788" y="3581405"/>
            <a:ext cx="3831771" cy="91095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38" name="Espace réservé du texte 32">
            <a:extLst>
              <a:ext uri="{FF2B5EF4-FFF2-40B4-BE49-F238E27FC236}">
                <a16:creationId xmlns:a16="http://schemas.microsoft.com/office/drawing/2014/main" id="{A18371FB-E00A-B7F2-CF77-3A36BB49ACA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773788" y="5167038"/>
            <a:ext cx="3831771" cy="92315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50000"/>
              </a:lnSpc>
              <a:spcBef>
                <a:spcPts val="0"/>
              </a:spcBef>
              <a:buNone/>
              <a:defRPr sz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9C483E41-4218-4714-A11B-77B5EB42515D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0AF655B6-52D0-1962-1870-FEBF23478F43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2" name="Espace réservé du pied de page 9">
            <a:extLst>
              <a:ext uri="{FF2B5EF4-FFF2-40B4-BE49-F238E27FC236}">
                <a16:creationId xmlns:a16="http://schemas.microsoft.com/office/drawing/2014/main" id="{F5F4C28A-2B39-3166-7029-B4D163ADB838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3" name="Image 3">
            <a:extLst>
              <a:ext uri="{FF2B5EF4-FFF2-40B4-BE49-F238E27FC236}">
                <a16:creationId xmlns:a16="http://schemas.microsoft.com/office/drawing/2014/main" id="{E33809B8-1304-390E-5B30-8A85CB2A9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4" name="Image 3">
            <a:extLst>
              <a:ext uri="{FF2B5EF4-FFF2-40B4-BE49-F238E27FC236}">
                <a16:creationId xmlns:a16="http://schemas.microsoft.com/office/drawing/2014/main" id="{376E5E1F-DD41-1FC5-5145-1140DBFFA60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5" name="Titre 14">
            <a:extLst>
              <a:ext uri="{FF2B5EF4-FFF2-40B4-BE49-F238E27FC236}">
                <a16:creationId xmlns:a16="http://schemas.microsoft.com/office/drawing/2014/main" id="{F228E636-4E00-E524-26CD-D2D7A0C2CD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0225334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Équip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11" name="Espace réservé du texte 10">
            <a:extLst>
              <a:ext uri="{FF2B5EF4-FFF2-40B4-BE49-F238E27FC236}">
                <a16:creationId xmlns:a16="http://schemas.microsoft.com/office/drawing/2014/main" id="{38B27E2F-1ACB-60D8-0F28-55360E3BB4F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16332" y="3151456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12" name="Espace réservé du texte 10">
            <a:extLst>
              <a:ext uri="{FF2B5EF4-FFF2-40B4-BE49-F238E27FC236}">
                <a16:creationId xmlns:a16="http://schemas.microsoft.com/office/drawing/2014/main" id="{1D70E975-CD65-D489-CBB3-919E02BAC6D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16332" y="3568990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15" name="Espace réservé du texte 10">
            <a:extLst>
              <a:ext uri="{FF2B5EF4-FFF2-40B4-BE49-F238E27FC236}">
                <a16:creationId xmlns:a16="http://schemas.microsoft.com/office/drawing/2014/main" id="{5BD3B682-F1D5-A6FB-B07C-B0C958C40F2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59517" y="3151456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16" name="Espace réservé du texte 10">
            <a:extLst>
              <a:ext uri="{FF2B5EF4-FFF2-40B4-BE49-F238E27FC236}">
                <a16:creationId xmlns:a16="http://schemas.microsoft.com/office/drawing/2014/main" id="{7FF2E9D3-89E1-AB93-6527-DFAB6A7FC0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63739" y="3568990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19" name="Espace réservé du texte 10">
            <a:extLst>
              <a:ext uri="{FF2B5EF4-FFF2-40B4-BE49-F238E27FC236}">
                <a16:creationId xmlns:a16="http://schemas.microsoft.com/office/drawing/2014/main" id="{CC7A9A66-4639-6E5F-ABF3-C19CD095137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02703" y="3151456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20" name="Espace réservé du texte 10">
            <a:extLst>
              <a:ext uri="{FF2B5EF4-FFF2-40B4-BE49-F238E27FC236}">
                <a16:creationId xmlns:a16="http://schemas.microsoft.com/office/drawing/2014/main" id="{6501984C-6526-1650-C964-E3B0D68FA14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02703" y="3568989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22" name="Espace réservé du texte 10">
            <a:extLst>
              <a:ext uri="{FF2B5EF4-FFF2-40B4-BE49-F238E27FC236}">
                <a16:creationId xmlns:a16="http://schemas.microsoft.com/office/drawing/2014/main" id="{C3BE79D3-957B-5BA5-889C-97B856A8B24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945889" y="3151456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23" name="Espace réservé du texte 10">
            <a:extLst>
              <a:ext uri="{FF2B5EF4-FFF2-40B4-BE49-F238E27FC236}">
                <a16:creationId xmlns:a16="http://schemas.microsoft.com/office/drawing/2014/main" id="{9999C88C-B9A8-81E2-C8B4-5352ABAD0D1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945889" y="3568990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36" name="Espace réservé du texte 10">
            <a:extLst>
              <a:ext uri="{FF2B5EF4-FFF2-40B4-BE49-F238E27FC236}">
                <a16:creationId xmlns:a16="http://schemas.microsoft.com/office/drawing/2014/main" id="{ACCEA465-5500-345D-2811-9A10EE6D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316332" y="5575341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37" name="Espace réservé du texte 10">
            <a:extLst>
              <a:ext uri="{FF2B5EF4-FFF2-40B4-BE49-F238E27FC236}">
                <a16:creationId xmlns:a16="http://schemas.microsoft.com/office/drawing/2014/main" id="{46021353-6E4E-7EE9-B1C0-334586504AE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316332" y="5992875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38" name="Espace réservé du texte 10">
            <a:extLst>
              <a:ext uri="{FF2B5EF4-FFF2-40B4-BE49-F238E27FC236}">
                <a16:creationId xmlns:a16="http://schemas.microsoft.com/office/drawing/2014/main" id="{821DBFAB-ACFB-35C3-FC85-EE12D3066D4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859517" y="5575341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39" name="Espace réservé du texte 10">
            <a:extLst>
              <a:ext uri="{FF2B5EF4-FFF2-40B4-BE49-F238E27FC236}">
                <a16:creationId xmlns:a16="http://schemas.microsoft.com/office/drawing/2014/main" id="{DFAD602D-0CF2-3F8B-7649-13EF004B042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863739" y="5992874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40" name="Espace réservé du texte 10">
            <a:extLst>
              <a:ext uri="{FF2B5EF4-FFF2-40B4-BE49-F238E27FC236}">
                <a16:creationId xmlns:a16="http://schemas.microsoft.com/office/drawing/2014/main" id="{7E999209-7481-95C6-FC06-D9F5EF73B7A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402703" y="5575341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41" name="Espace réservé du texte 10">
            <a:extLst>
              <a:ext uri="{FF2B5EF4-FFF2-40B4-BE49-F238E27FC236}">
                <a16:creationId xmlns:a16="http://schemas.microsoft.com/office/drawing/2014/main" id="{DE252284-FCCD-1E4C-462B-9864B384A71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02703" y="5992874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42" name="Espace réservé du texte 10">
            <a:extLst>
              <a:ext uri="{FF2B5EF4-FFF2-40B4-BE49-F238E27FC236}">
                <a16:creationId xmlns:a16="http://schemas.microsoft.com/office/drawing/2014/main" id="{5C4E80B6-C3EF-69AD-FD4F-C31AE6DB0C06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45889" y="5575341"/>
            <a:ext cx="1915712" cy="3175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1">
                <a:solidFill>
                  <a:schemeClr val="accent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</p:txBody>
      </p:sp>
      <p:sp>
        <p:nvSpPr>
          <p:cNvPr id="43" name="Espace réservé du texte 10">
            <a:extLst>
              <a:ext uri="{FF2B5EF4-FFF2-40B4-BE49-F238E27FC236}">
                <a16:creationId xmlns:a16="http://schemas.microsoft.com/office/drawing/2014/main" id="{0FBF36B6-61B8-3B2D-FF5D-8728901DCE6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45889" y="5992875"/>
            <a:ext cx="1915712" cy="31749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Rôle</a:t>
            </a:r>
          </a:p>
        </p:txBody>
      </p:sp>
      <p:sp>
        <p:nvSpPr>
          <p:cNvPr id="45" name="Espace réservé pour une image  44">
            <a:extLst>
              <a:ext uri="{FF2B5EF4-FFF2-40B4-BE49-F238E27FC236}">
                <a16:creationId xmlns:a16="http://schemas.microsoft.com/office/drawing/2014/main" id="{C5B8CF65-4727-21ED-4178-5DF4D80F03E5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1664588" y="4215201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46" name="Espace réservé pour une image  44">
            <a:extLst>
              <a:ext uri="{FF2B5EF4-FFF2-40B4-BE49-F238E27FC236}">
                <a16:creationId xmlns:a16="http://schemas.microsoft.com/office/drawing/2014/main" id="{B9478C6C-B663-5083-F076-BB0C82B69CC4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4213824" y="4215201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47" name="Espace réservé pour une image  44">
            <a:extLst>
              <a:ext uri="{FF2B5EF4-FFF2-40B4-BE49-F238E27FC236}">
                <a16:creationId xmlns:a16="http://schemas.microsoft.com/office/drawing/2014/main" id="{74396AAD-2217-4245-5769-3CD5D43224F5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6753824" y="4215201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48" name="Espace réservé pour une image  44">
            <a:extLst>
              <a:ext uri="{FF2B5EF4-FFF2-40B4-BE49-F238E27FC236}">
                <a16:creationId xmlns:a16="http://schemas.microsoft.com/office/drawing/2014/main" id="{45FF0A3C-46BD-260A-AFDF-C143183764DB}"/>
              </a:ext>
            </a:extLst>
          </p:cNvPr>
          <p:cNvSpPr>
            <a:spLocks noGrp="1"/>
          </p:cNvSpPr>
          <p:nvPr>
            <p:ph type="pic" sz="quarter" idx="35" hasCustomPrompt="1"/>
          </p:nvPr>
        </p:nvSpPr>
        <p:spPr>
          <a:xfrm>
            <a:off x="9293824" y="4215201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49" name="Espace réservé pour une image  44">
            <a:extLst>
              <a:ext uri="{FF2B5EF4-FFF2-40B4-BE49-F238E27FC236}">
                <a16:creationId xmlns:a16="http://schemas.microsoft.com/office/drawing/2014/main" id="{D3F10F35-0C2F-36F6-8D01-5C90A08379A4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664588" y="1776556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50" name="Espace réservé pour une image  44">
            <a:extLst>
              <a:ext uri="{FF2B5EF4-FFF2-40B4-BE49-F238E27FC236}">
                <a16:creationId xmlns:a16="http://schemas.microsoft.com/office/drawing/2014/main" id="{2673D2B1-6E06-D01C-C88C-A2D773A3DF6A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213824" y="1776556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51" name="Espace réservé pour une image  44">
            <a:extLst>
              <a:ext uri="{FF2B5EF4-FFF2-40B4-BE49-F238E27FC236}">
                <a16:creationId xmlns:a16="http://schemas.microsoft.com/office/drawing/2014/main" id="{ADB24ED6-F9BA-AF04-0E2F-7774BD4F3CD6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6753824" y="1776556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sp>
        <p:nvSpPr>
          <p:cNvPr id="52" name="Espace réservé pour une image  44">
            <a:extLst>
              <a:ext uri="{FF2B5EF4-FFF2-40B4-BE49-F238E27FC236}">
                <a16:creationId xmlns:a16="http://schemas.microsoft.com/office/drawing/2014/main" id="{5555D964-3E94-94D0-E08F-7307473118CB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9293824" y="1776556"/>
            <a:ext cx="1219200" cy="1219200"/>
          </a:xfrm>
          <a:prstGeom prst="ellipse">
            <a:avLst/>
          </a:prstGeom>
          <a:ln>
            <a:solidFill>
              <a:schemeClr val="accent1"/>
            </a:solidFill>
          </a:ln>
        </p:spPr>
        <p:txBody>
          <a:bodyPr/>
          <a:lstStyle>
            <a:lvl1pPr marL="0" indent="0">
              <a:buNone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r>
              <a:rPr lang="fr-FR"/>
              <a:t>Insérez une image</a:t>
            </a:r>
          </a:p>
        </p:txBody>
      </p:sp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56A123EC-5297-FA91-E86A-DBCE9617E4A1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D1A0D689-BA0B-8FDB-8996-3DAF642B38CB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13" name="Espace réservé du pied de page 9">
            <a:extLst>
              <a:ext uri="{FF2B5EF4-FFF2-40B4-BE49-F238E27FC236}">
                <a16:creationId xmlns:a16="http://schemas.microsoft.com/office/drawing/2014/main" id="{0F30FA4F-9EF6-FEEF-8617-43BE435F001E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17" name="Image 3">
            <a:extLst>
              <a:ext uri="{FF2B5EF4-FFF2-40B4-BE49-F238E27FC236}">
                <a16:creationId xmlns:a16="http://schemas.microsoft.com/office/drawing/2014/main" id="{5A9463E3-D888-6823-5F74-146141F459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18" name="Image 3">
            <a:extLst>
              <a:ext uri="{FF2B5EF4-FFF2-40B4-BE49-F238E27FC236}">
                <a16:creationId xmlns:a16="http://schemas.microsoft.com/office/drawing/2014/main" id="{092BCE15-4767-4572-4297-254A484908D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21" name="Titre 20">
            <a:extLst>
              <a:ext uri="{FF2B5EF4-FFF2-40B4-BE49-F238E27FC236}">
                <a16:creationId xmlns:a16="http://schemas.microsoft.com/office/drawing/2014/main" id="{3874C391-18E4-8497-D595-E2BE66FBB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87890142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upe VIS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ZoneTexte 52">
            <a:extLst>
              <a:ext uri="{FF2B5EF4-FFF2-40B4-BE49-F238E27FC236}">
                <a16:creationId xmlns:a16="http://schemas.microsoft.com/office/drawing/2014/main" id="{D474D3CF-AA1D-B975-CC4D-777D37F67294}"/>
              </a:ext>
            </a:extLst>
          </p:cNvPr>
          <p:cNvSpPr txBox="1"/>
          <p:nvPr/>
        </p:nvSpPr>
        <p:spPr>
          <a:xfrm>
            <a:off x="8261990" y="4662932"/>
            <a:ext cx="1167733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>
              <a:lnSpc>
                <a:spcPct val="150000"/>
              </a:lnSpc>
            </a:pPr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IMAGINE</a:t>
            </a:r>
          </a:p>
          <a:p>
            <a:pPr algn="ctr" defTabSz="544213">
              <a:lnSpc>
                <a:spcPct val="150000"/>
              </a:lnSpc>
            </a:pPr>
            <a:endParaRPr lang="en-US" sz="10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 defTabSz="544213"/>
            <a:r>
              <a:rPr lang="en-US" sz="10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Advisory
Ideation
Architecture 
</a:t>
            </a:r>
            <a:endParaRPr lang="en-US" sz="11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54" name="ZoneTexte 53">
            <a:extLst>
              <a:ext uri="{FF2B5EF4-FFF2-40B4-BE49-F238E27FC236}">
                <a16:creationId xmlns:a16="http://schemas.microsoft.com/office/drawing/2014/main" id="{E49F29F2-62D4-D5B0-224D-BC30E05F6B17}"/>
              </a:ext>
            </a:extLst>
          </p:cNvPr>
          <p:cNvSpPr txBox="1"/>
          <p:nvPr/>
        </p:nvSpPr>
        <p:spPr>
          <a:xfrm>
            <a:off x="9298209" y="4662932"/>
            <a:ext cx="1237130" cy="12772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>
              <a:lnSpc>
                <a:spcPct val="150000"/>
              </a:lnSpc>
            </a:pPr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BUILD</a:t>
            </a:r>
          </a:p>
          <a:p>
            <a:pPr algn="ctr" defTabSz="544213">
              <a:lnSpc>
                <a:spcPct val="150000"/>
              </a:lnSpc>
            </a:pPr>
            <a:endParaRPr lang="en-US" sz="1200" baseline="300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 defTabSz="544213"/>
            <a:r>
              <a:rPr lang="en-US" sz="10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Design 
Development
Implementation</a:t>
            </a:r>
          </a:p>
          <a:p>
            <a:pPr algn="ctr" defTabSz="544213"/>
            <a:r>
              <a:rPr lang="en-US" sz="10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Integration
</a:t>
            </a:r>
          </a:p>
        </p:txBody>
      </p:sp>
      <p:sp>
        <p:nvSpPr>
          <p:cNvPr id="55" name="ZoneTexte 54">
            <a:extLst>
              <a:ext uri="{FF2B5EF4-FFF2-40B4-BE49-F238E27FC236}">
                <a16:creationId xmlns:a16="http://schemas.microsoft.com/office/drawing/2014/main" id="{8F276EEA-251A-D409-CD46-BB2384272578}"/>
              </a:ext>
            </a:extLst>
          </p:cNvPr>
          <p:cNvSpPr txBox="1"/>
          <p:nvPr/>
        </p:nvSpPr>
        <p:spPr>
          <a:xfrm>
            <a:off x="10416905" y="4662932"/>
            <a:ext cx="1162897" cy="14157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>
              <a:lnSpc>
                <a:spcPct val="150000"/>
              </a:lnSpc>
            </a:pPr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PERFORM</a:t>
            </a:r>
          </a:p>
          <a:p>
            <a:pPr algn="ctr" defTabSz="544213">
              <a:lnSpc>
                <a:spcPct val="150000"/>
              </a:lnSpc>
            </a:pPr>
            <a:endParaRPr lang="en-US" sz="1100" baseline="300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 defTabSz="544213"/>
            <a:r>
              <a:rPr lang="en-US" sz="10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Deployment  
Change management
Maintenance &amp; monitoring
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C0D9AB4-C134-941A-B367-5C6BB0A83062}"/>
              </a:ext>
            </a:extLst>
          </p:cNvPr>
          <p:cNvSpPr/>
          <p:nvPr/>
        </p:nvSpPr>
        <p:spPr>
          <a:xfrm>
            <a:off x="8633237" y="4994030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AB717289-732D-08E5-F11C-C3F70F3AE433}"/>
              </a:ext>
            </a:extLst>
          </p:cNvPr>
          <p:cNvSpPr/>
          <p:nvPr/>
        </p:nvSpPr>
        <p:spPr>
          <a:xfrm>
            <a:off x="9704155" y="5001398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EB88B8D2-D387-3810-F6E7-2865963898F8}"/>
              </a:ext>
            </a:extLst>
          </p:cNvPr>
          <p:cNvSpPr/>
          <p:nvPr/>
        </p:nvSpPr>
        <p:spPr>
          <a:xfrm>
            <a:off x="10784407" y="4991565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83" name="ZoneTexte 82">
            <a:extLst>
              <a:ext uri="{FF2B5EF4-FFF2-40B4-BE49-F238E27FC236}">
                <a16:creationId xmlns:a16="http://schemas.microsoft.com/office/drawing/2014/main" id="{9CA750F4-25B7-69E5-43E6-E8BC39723FFF}"/>
              </a:ext>
            </a:extLst>
          </p:cNvPr>
          <p:cNvSpPr txBox="1"/>
          <p:nvPr/>
        </p:nvSpPr>
        <p:spPr>
          <a:xfrm>
            <a:off x="2508858" y="4697765"/>
            <a:ext cx="1445344" cy="1712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>
              <a:lnSpc>
                <a:spcPct val="150000"/>
              </a:lnSpc>
            </a:pPr>
            <a:r>
              <a:rPr lang="en-US" sz="9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DIGITAL </a:t>
            </a:r>
          </a:p>
          <a:p>
            <a:pPr algn="ctr" defTabSz="544213">
              <a:lnSpc>
                <a:spcPct val="150000"/>
              </a:lnSpc>
            </a:pPr>
            <a:r>
              <a:rPr lang="en-US" sz="9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TRANSFORMATION</a:t>
            </a:r>
          </a:p>
          <a:p>
            <a:pPr marL="0" lvl="1" algn="ctr" defTabSz="544213">
              <a:lnSpc>
                <a:spcPct val="150000"/>
              </a:lnSpc>
              <a:spcBef>
                <a:spcPct val="20000"/>
              </a:spcBef>
            </a:pPr>
            <a:endParaRPr lang="en-US" sz="9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marL="0" lvl="1" algn="ctr" defTabSz="544213"/>
            <a:r>
              <a:rPr lang="en-US" sz="9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Reinvent your customer experience, distribution, offer or business model to meet new customer expectations 
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pic>
        <p:nvPicPr>
          <p:cNvPr id="2" name="Picture 4">
            <a:extLst>
              <a:ext uri="{FF2B5EF4-FFF2-40B4-BE49-F238E27FC236}">
                <a16:creationId xmlns:a16="http://schemas.microsoft.com/office/drawing/2014/main" id="{A5DA34CD-DB3C-6E1E-5261-2DFC9603A0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529246" y="3142785"/>
            <a:ext cx="646664" cy="1427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Ellipse 2">
            <a:extLst>
              <a:ext uri="{FF2B5EF4-FFF2-40B4-BE49-F238E27FC236}">
                <a16:creationId xmlns:a16="http://schemas.microsoft.com/office/drawing/2014/main" id="{4823CC3B-EBB8-4386-286D-9C913512CA64}"/>
              </a:ext>
            </a:extLst>
          </p:cNvPr>
          <p:cNvSpPr/>
          <p:nvPr/>
        </p:nvSpPr>
        <p:spPr>
          <a:xfrm rot="20725521">
            <a:off x="4550324" y="4198210"/>
            <a:ext cx="3004226" cy="1286728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endParaRPr lang="en-US" sz="14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54A4A26-77B5-87D3-699F-B77A4CAFBC9D}"/>
              </a:ext>
            </a:extLst>
          </p:cNvPr>
          <p:cNvSpPr txBox="1"/>
          <p:nvPr/>
        </p:nvSpPr>
        <p:spPr>
          <a:xfrm>
            <a:off x="605525" y="2592934"/>
            <a:ext cx="1410252" cy="7194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/>
            <a:r>
              <a:rPr lang="en-US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300 M€</a:t>
            </a:r>
          </a:p>
          <a:p>
            <a:pPr algn="ctr" defTabSz="544213">
              <a:lnSpc>
                <a:spcPct val="150000"/>
              </a:lnSpc>
            </a:pPr>
            <a:endParaRPr lang="en-US" sz="1050" b="1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 defTabSz="544213"/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2022 REVENUE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C515DA12-52A7-D445-B154-F16241B6FF6D}"/>
              </a:ext>
            </a:extLst>
          </p:cNvPr>
          <p:cNvSpPr txBox="1"/>
          <p:nvPr/>
        </p:nvSpPr>
        <p:spPr>
          <a:xfrm>
            <a:off x="2520667" y="2592934"/>
            <a:ext cx="1421726" cy="6617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/>
            <a:r>
              <a:rPr lang="en-US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2 700</a:t>
            </a:r>
          </a:p>
          <a:p>
            <a:pPr algn="ctr" defTabSz="544213"/>
            <a:endParaRPr lang="en-US" baseline="300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 defTabSz="544213"/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HEADCOUNT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21B8AF2-F733-A347-14A3-90B473C05E7C}"/>
              </a:ext>
            </a:extLst>
          </p:cNvPr>
          <p:cNvSpPr/>
          <p:nvPr/>
        </p:nvSpPr>
        <p:spPr>
          <a:xfrm>
            <a:off x="1098032" y="2949101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2B4259D3-6062-B4C6-F790-E0DBDC8119C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552658" y="2568420"/>
            <a:ext cx="599841" cy="314917"/>
          </a:xfrm>
          <a:prstGeom prst="rect">
            <a:avLst/>
          </a:prstGeom>
        </p:spPr>
      </p:pic>
      <p:pic>
        <p:nvPicPr>
          <p:cNvPr id="12" name="Picture 5" descr="A close up of a logo&#10;&#10;Description generated with very high confidence">
            <a:extLst>
              <a:ext uri="{FF2B5EF4-FFF2-40B4-BE49-F238E27FC236}">
                <a16:creationId xmlns:a16="http://schemas.microsoft.com/office/drawing/2014/main" id="{125E0E77-8336-B8E2-26E1-71B0298BFC2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64525" y="1917253"/>
            <a:ext cx="704499" cy="468812"/>
          </a:xfrm>
          <a:prstGeom prst="rect">
            <a:avLst/>
          </a:prstGeom>
        </p:spPr>
      </p:pic>
      <p:pic>
        <p:nvPicPr>
          <p:cNvPr id="14" name="Picture 2" descr="Image result for microsoft azure">
            <a:extLst>
              <a:ext uri="{FF2B5EF4-FFF2-40B4-BE49-F238E27FC236}">
                <a16:creationId xmlns:a16="http://schemas.microsoft.com/office/drawing/2014/main" id="{78220938-8488-4334-ACFC-F1A7709C03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609458" y="2572219"/>
            <a:ext cx="614633" cy="3073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6358B6C7-8161-42B0-8CEF-53E83AF5B2FF}"/>
              </a:ext>
            </a:extLst>
          </p:cNvPr>
          <p:cNvSpPr/>
          <p:nvPr/>
        </p:nvSpPr>
        <p:spPr>
          <a:xfrm>
            <a:off x="3018911" y="2948754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E1F07EBD-5F56-936D-39B2-4DAB784E6939}"/>
              </a:ext>
            </a:extLst>
          </p:cNvPr>
          <p:cNvSpPr txBox="1"/>
          <p:nvPr/>
        </p:nvSpPr>
        <p:spPr>
          <a:xfrm>
            <a:off x="605525" y="4699887"/>
            <a:ext cx="1410252" cy="15465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544213">
              <a:lnSpc>
                <a:spcPct val="150000"/>
              </a:lnSpc>
            </a:pPr>
            <a:r>
              <a:rPr lang="en-US" sz="9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DIGITAL </a:t>
            </a:r>
          </a:p>
          <a:p>
            <a:pPr algn="ctr" defTabSz="544213">
              <a:lnSpc>
                <a:spcPct val="150000"/>
              </a:lnSpc>
            </a:pPr>
            <a:r>
              <a:rPr lang="en-US" sz="9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OPTIMIZATION</a:t>
            </a:r>
          </a:p>
          <a:p>
            <a:pPr algn="ctr" defTabSz="544213">
              <a:lnSpc>
                <a:spcPct val="150000"/>
              </a:lnSpc>
            </a:pPr>
            <a:endParaRPr lang="en-US" sz="9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marL="0" lvl="1" algn="ctr" defTabSz="544213"/>
            <a:r>
              <a:rPr lang="en-US" sz="9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Make your business more resilient, more efficient and able to win digital competition
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3C8FA2F-30C3-4911-B996-1337EAA613DB}"/>
              </a:ext>
            </a:extLst>
          </p:cNvPr>
          <p:cNvSpPr/>
          <p:nvPr/>
        </p:nvSpPr>
        <p:spPr>
          <a:xfrm>
            <a:off x="1098032" y="5186080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098EE963-F232-9B7F-9FE8-F97B079A981B}"/>
              </a:ext>
            </a:extLst>
          </p:cNvPr>
          <p:cNvSpPr/>
          <p:nvPr/>
        </p:nvSpPr>
        <p:spPr>
          <a:xfrm>
            <a:off x="3018911" y="5186080"/>
            <a:ext cx="425239" cy="4353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en-US" sz="1200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pic>
        <p:nvPicPr>
          <p:cNvPr id="19" name="Image 18">
            <a:extLst>
              <a:ext uri="{FF2B5EF4-FFF2-40B4-BE49-F238E27FC236}">
                <a16:creationId xmlns:a16="http://schemas.microsoft.com/office/drawing/2014/main" id="{83AB7B71-519F-2B7D-50A0-D4B7BB21AE81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grayscl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2480" y="1952251"/>
            <a:ext cx="2747040" cy="1386525"/>
          </a:xfrm>
          <a:prstGeom prst="rect">
            <a:avLst/>
          </a:prstGeom>
        </p:spPr>
      </p:pic>
      <p:pic>
        <p:nvPicPr>
          <p:cNvPr id="20" name="Graphique 19" descr="Repère">
            <a:extLst>
              <a:ext uri="{FF2B5EF4-FFF2-40B4-BE49-F238E27FC236}">
                <a16:creationId xmlns:a16="http://schemas.microsoft.com/office/drawing/2014/main" id="{FE7CC943-DD9C-6845-9D01-EBFA50FDEE53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465491" y="2411405"/>
            <a:ext cx="98888" cy="93094"/>
          </a:xfrm>
          <a:prstGeom prst="rect">
            <a:avLst/>
          </a:prstGeom>
        </p:spPr>
      </p:pic>
      <p:grpSp>
        <p:nvGrpSpPr>
          <p:cNvPr id="21" name="Groupe 20">
            <a:extLst>
              <a:ext uri="{FF2B5EF4-FFF2-40B4-BE49-F238E27FC236}">
                <a16:creationId xmlns:a16="http://schemas.microsoft.com/office/drawing/2014/main" id="{AEADC8BE-DFC0-F1A5-E908-B6F06F0781ED}"/>
              </a:ext>
            </a:extLst>
          </p:cNvPr>
          <p:cNvGrpSpPr/>
          <p:nvPr/>
        </p:nvGrpSpPr>
        <p:grpSpPr>
          <a:xfrm>
            <a:off x="5528571" y="1931667"/>
            <a:ext cx="682696" cy="642692"/>
            <a:chOff x="-3696571" y="1356702"/>
            <a:chExt cx="2768600" cy="2768600"/>
          </a:xfrm>
        </p:grpSpPr>
        <p:sp>
          <p:nvSpPr>
            <p:cNvPr id="22" name="Ellipse 21">
              <a:extLst>
                <a:ext uri="{FF2B5EF4-FFF2-40B4-BE49-F238E27FC236}">
                  <a16:creationId xmlns:a16="http://schemas.microsoft.com/office/drawing/2014/main" id="{273246B8-E619-26B5-36AE-F013D7E206A7}"/>
                </a:ext>
              </a:extLst>
            </p:cNvPr>
            <p:cNvSpPr/>
            <p:nvPr/>
          </p:nvSpPr>
          <p:spPr>
            <a:xfrm>
              <a:off x="-3696571" y="1356702"/>
              <a:ext cx="2768600" cy="2768600"/>
            </a:xfrm>
            <a:prstGeom prst="ellipse">
              <a:avLst/>
            </a:prstGeom>
            <a:solidFill>
              <a:schemeClr val="bg1"/>
            </a:solidFill>
            <a:ln w="12700">
              <a:noFill/>
              <a:prstDash val="soli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normAutofit/>
            </a:bodyPr>
            <a:lstStyle/>
            <a:p>
              <a:pPr algn="ctr"/>
              <a:endParaRPr lang="en-US"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endParaRPr>
            </a:p>
          </p:txBody>
        </p:sp>
        <p:pic>
          <p:nvPicPr>
            <p:cNvPr id="23" name="Image 22">
              <a:extLst>
                <a:ext uri="{FF2B5EF4-FFF2-40B4-BE49-F238E27FC236}">
                  <a16:creationId xmlns:a16="http://schemas.microsoft.com/office/drawing/2014/main" id="{5E537737-3C2E-CBFC-BB79-ACAC3E1A07F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grayscl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44766" t="30878" r="48771" b="57067"/>
            <a:stretch>
              <a:fillRect/>
            </a:stretch>
          </p:blipFill>
          <p:spPr>
            <a:xfrm>
              <a:off x="-3696571" y="1356702"/>
              <a:ext cx="2768600" cy="2768600"/>
            </a:xfrm>
            <a:custGeom>
              <a:avLst/>
              <a:gdLst>
                <a:gd name="connsiteX0" fmla="*/ 360000 w 720000"/>
                <a:gd name="connsiteY0" fmla="*/ 0 h 720000"/>
                <a:gd name="connsiteX1" fmla="*/ 720000 w 720000"/>
                <a:gd name="connsiteY1" fmla="*/ 360000 h 720000"/>
                <a:gd name="connsiteX2" fmla="*/ 360000 w 720000"/>
                <a:gd name="connsiteY2" fmla="*/ 720000 h 720000"/>
                <a:gd name="connsiteX3" fmla="*/ 0 w 720000"/>
                <a:gd name="connsiteY3" fmla="*/ 360000 h 720000"/>
                <a:gd name="connsiteX4" fmla="*/ 360000 w 720000"/>
                <a:gd name="connsiteY4" fmla="*/ 0 h 7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000" h="720000">
                  <a:moveTo>
                    <a:pt x="360000" y="0"/>
                  </a:moveTo>
                  <a:cubicBezTo>
                    <a:pt x="558823" y="0"/>
                    <a:pt x="720000" y="161177"/>
                    <a:pt x="720000" y="360000"/>
                  </a:cubicBezTo>
                  <a:cubicBezTo>
                    <a:pt x="720000" y="558823"/>
                    <a:pt x="558823" y="720000"/>
                    <a:pt x="360000" y="720000"/>
                  </a:cubicBezTo>
                  <a:cubicBezTo>
                    <a:pt x="161177" y="720000"/>
                    <a:pt x="0" y="558823"/>
                    <a:pt x="0" y="360000"/>
                  </a:cubicBezTo>
                  <a:cubicBezTo>
                    <a:pt x="0" y="161177"/>
                    <a:pt x="161177" y="0"/>
                    <a:pt x="360000" y="0"/>
                  </a:cubicBezTo>
                  <a:close/>
                </a:path>
              </a:pathLst>
            </a:custGeom>
            <a:noFill/>
            <a:ln>
              <a:noFill/>
            </a:ln>
            <a:effectLst/>
          </p:spPr>
        </p:pic>
      </p:grpSp>
      <p:pic>
        <p:nvPicPr>
          <p:cNvPr id="24" name="Graphique 23" descr="Repère">
            <a:extLst>
              <a:ext uri="{FF2B5EF4-FFF2-40B4-BE49-F238E27FC236}">
                <a16:creationId xmlns:a16="http://schemas.microsoft.com/office/drawing/2014/main" id="{13B38997-DA1C-C7DD-0F65-7D702C5EAC3D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57147" y="1989598"/>
            <a:ext cx="104654" cy="98522"/>
          </a:xfrm>
          <a:prstGeom prst="rect">
            <a:avLst/>
          </a:prstGeom>
        </p:spPr>
      </p:pic>
      <p:pic>
        <p:nvPicPr>
          <p:cNvPr id="25" name="Graphique 24" descr="Repère">
            <a:extLst>
              <a:ext uri="{FF2B5EF4-FFF2-40B4-BE49-F238E27FC236}">
                <a16:creationId xmlns:a16="http://schemas.microsoft.com/office/drawing/2014/main" id="{129D43B0-FBB8-BF9B-F682-09BD3E4E63A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79934" y="2000831"/>
            <a:ext cx="104654" cy="98522"/>
          </a:xfrm>
          <a:prstGeom prst="rect">
            <a:avLst/>
          </a:prstGeom>
        </p:spPr>
      </p:pic>
      <p:pic>
        <p:nvPicPr>
          <p:cNvPr id="26" name="Graphique 25" descr="Repère">
            <a:extLst>
              <a:ext uri="{FF2B5EF4-FFF2-40B4-BE49-F238E27FC236}">
                <a16:creationId xmlns:a16="http://schemas.microsoft.com/office/drawing/2014/main" id="{F3F6D81D-7515-00B9-0472-ED2023D236B4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10204" y="2194697"/>
            <a:ext cx="104654" cy="98522"/>
          </a:xfrm>
          <a:prstGeom prst="rect">
            <a:avLst/>
          </a:prstGeom>
        </p:spPr>
      </p:pic>
      <p:pic>
        <p:nvPicPr>
          <p:cNvPr id="27" name="Graphique 26" descr="Repère">
            <a:extLst>
              <a:ext uri="{FF2B5EF4-FFF2-40B4-BE49-F238E27FC236}">
                <a16:creationId xmlns:a16="http://schemas.microsoft.com/office/drawing/2014/main" id="{3048EF52-488F-D9B1-0CE1-33F984491FAB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038617" y="2106735"/>
            <a:ext cx="104654" cy="98522"/>
          </a:xfrm>
          <a:prstGeom prst="rect">
            <a:avLst/>
          </a:prstGeom>
        </p:spPr>
      </p:pic>
      <p:pic>
        <p:nvPicPr>
          <p:cNvPr id="28" name="Graphique 27" descr="Repère">
            <a:extLst>
              <a:ext uri="{FF2B5EF4-FFF2-40B4-BE49-F238E27FC236}">
                <a16:creationId xmlns:a16="http://schemas.microsoft.com/office/drawing/2014/main" id="{5A0000A1-90EE-7433-D8D8-C6484418688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070853" y="2124005"/>
            <a:ext cx="104654" cy="98522"/>
          </a:xfrm>
          <a:prstGeom prst="rect">
            <a:avLst/>
          </a:prstGeom>
        </p:spPr>
      </p:pic>
      <p:pic>
        <p:nvPicPr>
          <p:cNvPr id="29" name="Graphique 28" descr="Repère">
            <a:extLst>
              <a:ext uri="{FF2B5EF4-FFF2-40B4-BE49-F238E27FC236}">
                <a16:creationId xmlns:a16="http://schemas.microsoft.com/office/drawing/2014/main" id="{1A689664-F567-E3E8-A44D-D9E5CE7B67F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053934" y="2187551"/>
            <a:ext cx="104654" cy="98522"/>
          </a:xfrm>
          <a:prstGeom prst="rect">
            <a:avLst/>
          </a:prstGeom>
        </p:spPr>
      </p:pic>
      <p:pic>
        <p:nvPicPr>
          <p:cNvPr id="30" name="Graphique 29" descr="Repère">
            <a:extLst>
              <a:ext uri="{FF2B5EF4-FFF2-40B4-BE49-F238E27FC236}">
                <a16:creationId xmlns:a16="http://schemas.microsoft.com/office/drawing/2014/main" id="{9DBDB8A9-300E-9DAD-3BB9-6E307495665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47784" y="2264279"/>
            <a:ext cx="104654" cy="98522"/>
          </a:xfrm>
          <a:prstGeom prst="rect">
            <a:avLst/>
          </a:prstGeom>
        </p:spPr>
      </p:pic>
      <p:pic>
        <p:nvPicPr>
          <p:cNvPr id="31" name="Graphique 30" descr="Repère">
            <a:extLst>
              <a:ext uri="{FF2B5EF4-FFF2-40B4-BE49-F238E27FC236}">
                <a16:creationId xmlns:a16="http://schemas.microsoft.com/office/drawing/2014/main" id="{560DC012-7035-3C0E-645B-A78FA3E732EB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76984" y="2309716"/>
            <a:ext cx="104654" cy="98522"/>
          </a:xfrm>
          <a:prstGeom prst="rect">
            <a:avLst/>
          </a:prstGeom>
        </p:spPr>
      </p:pic>
      <p:pic>
        <p:nvPicPr>
          <p:cNvPr id="32" name="Graphique 31" descr="Repère">
            <a:extLst>
              <a:ext uri="{FF2B5EF4-FFF2-40B4-BE49-F238E27FC236}">
                <a16:creationId xmlns:a16="http://schemas.microsoft.com/office/drawing/2014/main" id="{F81B6233-0A39-C785-E6C5-2DDE4FB648F0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32415" y="2522333"/>
            <a:ext cx="98888" cy="93094"/>
          </a:xfrm>
          <a:prstGeom prst="rect">
            <a:avLst/>
          </a:prstGeom>
        </p:spPr>
      </p:pic>
      <p:pic>
        <p:nvPicPr>
          <p:cNvPr id="33" name="Graphique 32" descr="Repère">
            <a:extLst>
              <a:ext uri="{FF2B5EF4-FFF2-40B4-BE49-F238E27FC236}">
                <a16:creationId xmlns:a16="http://schemas.microsoft.com/office/drawing/2014/main" id="{2E8D4DDC-6B4D-CA45-C8D5-D2249F98D6C9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81073" y="2737784"/>
            <a:ext cx="98888" cy="93094"/>
          </a:xfrm>
          <a:prstGeom prst="rect">
            <a:avLst/>
          </a:prstGeom>
        </p:spPr>
      </p:pic>
      <p:pic>
        <p:nvPicPr>
          <p:cNvPr id="34" name="Graphique 33" descr="Repère">
            <a:extLst>
              <a:ext uri="{FF2B5EF4-FFF2-40B4-BE49-F238E27FC236}">
                <a16:creationId xmlns:a16="http://schemas.microsoft.com/office/drawing/2014/main" id="{7E3085B1-DCB0-B764-DBF8-18B01085F4ED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927651" y="2668538"/>
            <a:ext cx="98888" cy="93094"/>
          </a:xfrm>
          <a:prstGeom prst="rect">
            <a:avLst/>
          </a:prstGeom>
        </p:spPr>
      </p:pic>
      <p:pic>
        <p:nvPicPr>
          <p:cNvPr id="35" name="Graphique 34" descr="Repère">
            <a:extLst>
              <a:ext uri="{FF2B5EF4-FFF2-40B4-BE49-F238E27FC236}">
                <a16:creationId xmlns:a16="http://schemas.microsoft.com/office/drawing/2014/main" id="{75E79F64-5568-64C5-83C4-E2F3D4F881FA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865850" y="2568880"/>
            <a:ext cx="98888" cy="93094"/>
          </a:xfrm>
          <a:prstGeom prst="rect">
            <a:avLst/>
          </a:prstGeom>
        </p:spPr>
      </p:pic>
      <p:pic>
        <p:nvPicPr>
          <p:cNvPr id="36" name="Graphique 35" descr="Repère">
            <a:extLst>
              <a:ext uri="{FF2B5EF4-FFF2-40B4-BE49-F238E27FC236}">
                <a16:creationId xmlns:a16="http://schemas.microsoft.com/office/drawing/2014/main" id="{770EF5E4-132F-55D4-906D-1553C469E0A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131092" y="3016150"/>
            <a:ext cx="98888" cy="93094"/>
          </a:xfrm>
          <a:prstGeom prst="rect">
            <a:avLst/>
          </a:prstGeom>
        </p:spPr>
      </p:pic>
      <p:pic>
        <p:nvPicPr>
          <p:cNvPr id="37" name="Graphique 36" descr="Repère">
            <a:extLst>
              <a:ext uri="{FF2B5EF4-FFF2-40B4-BE49-F238E27FC236}">
                <a16:creationId xmlns:a16="http://schemas.microsoft.com/office/drawing/2014/main" id="{FF64F579-861D-DD0B-251A-34969CE48CB1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845368" y="2805354"/>
            <a:ext cx="98888" cy="93094"/>
          </a:xfrm>
          <a:prstGeom prst="rect">
            <a:avLst/>
          </a:prstGeom>
        </p:spPr>
      </p:pic>
      <p:pic>
        <p:nvPicPr>
          <p:cNvPr id="38" name="Graphique 37" descr="Repère">
            <a:extLst>
              <a:ext uri="{FF2B5EF4-FFF2-40B4-BE49-F238E27FC236}">
                <a16:creationId xmlns:a16="http://schemas.microsoft.com/office/drawing/2014/main" id="{35006E11-0111-DC61-4598-A9F0B9BE21A7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491315" y="2605730"/>
            <a:ext cx="98888" cy="93094"/>
          </a:xfrm>
          <a:prstGeom prst="rect">
            <a:avLst/>
          </a:prstGeom>
        </p:spPr>
      </p:pic>
      <p:pic>
        <p:nvPicPr>
          <p:cNvPr id="39" name="Graphique 38" descr="Repère">
            <a:extLst>
              <a:ext uri="{FF2B5EF4-FFF2-40B4-BE49-F238E27FC236}">
                <a16:creationId xmlns:a16="http://schemas.microsoft.com/office/drawing/2014/main" id="{F039D916-30C5-E203-C6D6-307DD0A1FFB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423378" y="2680174"/>
            <a:ext cx="98888" cy="93094"/>
          </a:xfrm>
          <a:prstGeom prst="rect">
            <a:avLst/>
          </a:prstGeom>
        </p:spPr>
      </p:pic>
      <p:pic>
        <p:nvPicPr>
          <p:cNvPr id="40" name="Graphique 39" descr="Repère">
            <a:extLst>
              <a:ext uri="{FF2B5EF4-FFF2-40B4-BE49-F238E27FC236}">
                <a16:creationId xmlns:a16="http://schemas.microsoft.com/office/drawing/2014/main" id="{EE147828-6506-8648-B2D3-05CBE63057B4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382948" y="2660221"/>
            <a:ext cx="98888" cy="93094"/>
          </a:xfrm>
          <a:prstGeom prst="rect">
            <a:avLst/>
          </a:prstGeom>
        </p:spPr>
      </p:pic>
      <p:pic>
        <p:nvPicPr>
          <p:cNvPr id="41" name="Graphique 40" descr="Repère">
            <a:extLst>
              <a:ext uri="{FF2B5EF4-FFF2-40B4-BE49-F238E27FC236}">
                <a16:creationId xmlns:a16="http://schemas.microsoft.com/office/drawing/2014/main" id="{39BD0718-588F-07C4-12D5-BEC48982BEE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20783" y="2050359"/>
            <a:ext cx="104655" cy="98522"/>
          </a:xfrm>
          <a:prstGeom prst="rect">
            <a:avLst/>
          </a:prstGeom>
        </p:spPr>
      </p:pic>
      <p:pic>
        <p:nvPicPr>
          <p:cNvPr id="42" name="Graphique 41" descr="Repère">
            <a:extLst>
              <a:ext uri="{FF2B5EF4-FFF2-40B4-BE49-F238E27FC236}">
                <a16:creationId xmlns:a16="http://schemas.microsoft.com/office/drawing/2014/main" id="{1C511C84-24F0-863C-B9DC-30EDC58C3B1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94416" y="3057987"/>
            <a:ext cx="98889" cy="93094"/>
          </a:xfrm>
          <a:prstGeom prst="rect">
            <a:avLst/>
          </a:prstGeom>
        </p:spPr>
      </p:pic>
      <p:pic>
        <p:nvPicPr>
          <p:cNvPr id="43" name="Graphique 42" descr="Repère">
            <a:extLst>
              <a:ext uri="{FF2B5EF4-FFF2-40B4-BE49-F238E27FC236}">
                <a16:creationId xmlns:a16="http://schemas.microsoft.com/office/drawing/2014/main" id="{E101F249-D83F-964A-4B5E-4A7F44FBC64A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84888" y="2408238"/>
            <a:ext cx="104654" cy="98522"/>
          </a:xfrm>
          <a:prstGeom prst="rect">
            <a:avLst/>
          </a:prstGeom>
        </p:spPr>
      </p:pic>
      <p:sp>
        <p:nvSpPr>
          <p:cNvPr id="44" name="Rectangle 43">
            <a:extLst>
              <a:ext uri="{FF2B5EF4-FFF2-40B4-BE49-F238E27FC236}">
                <a16:creationId xmlns:a16="http://schemas.microsoft.com/office/drawing/2014/main" id="{1736556A-A3E6-A3E6-D5ED-0A03B2E611AB}"/>
              </a:ext>
            </a:extLst>
          </p:cNvPr>
          <p:cNvSpPr/>
          <p:nvPr/>
        </p:nvSpPr>
        <p:spPr>
          <a:xfrm>
            <a:off x="5149582" y="1508987"/>
            <a:ext cx="1887705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A global footprint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0D92E55-1355-94E1-F355-5A90661670B3}"/>
              </a:ext>
            </a:extLst>
          </p:cNvPr>
          <p:cNvSpPr/>
          <p:nvPr/>
        </p:nvSpPr>
        <p:spPr>
          <a:xfrm>
            <a:off x="8248376" y="1349476"/>
            <a:ext cx="3336797" cy="415498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Partnerships with leading vendors in the digital transformation of companies 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3C42E2D7-759F-F923-B6F6-E87FECE0988D}"/>
              </a:ext>
            </a:extLst>
          </p:cNvPr>
          <p:cNvSpPr/>
          <p:nvPr/>
        </p:nvSpPr>
        <p:spPr>
          <a:xfrm>
            <a:off x="6270275" y="5157762"/>
            <a:ext cx="1534025" cy="7232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DESIGN &amp; DEVELOPMENT</a:t>
            </a:r>
          </a:p>
          <a:p>
            <a:pPr algn="r"/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Initiating and scaling innovation through digital 
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64E3014-C386-27DF-1CF5-BF1E3A026D2E}"/>
              </a:ext>
            </a:extLst>
          </p:cNvPr>
          <p:cNvSpPr/>
          <p:nvPr/>
        </p:nvSpPr>
        <p:spPr>
          <a:xfrm>
            <a:off x="4651441" y="5762254"/>
            <a:ext cx="281807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DATA &amp; ANALYTICS</a:t>
            </a:r>
          </a:p>
          <a:p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Implement smart business and data-driven strategies  
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DC5DF2E-5BBB-D4E8-EAA8-1E249D4BFD46}"/>
              </a:ext>
            </a:extLst>
          </p:cNvPr>
          <p:cNvSpPr/>
          <p:nvPr/>
        </p:nvSpPr>
        <p:spPr>
          <a:xfrm>
            <a:off x="4952822" y="4667446"/>
            <a:ext cx="1705269" cy="7232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BUSINESS APPLICATIONS</a:t>
            </a:r>
          </a:p>
          <a:p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Accompanying the digitalization of your lines of business 
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659B2AC-051F-75D4-2150-9E4B21C4B4B1}"/>
              </a:ext>
            </a:extLst>
          </p:cNvPr>
          <p:cNvSpPr/>
          <p:nvPr/>
        </p:nvSpPr>
        <p:spPr>
          <a:xfrm>
            <a:off x="4513915" y="3885311"/>
            <a:ext cx="2053688" cy="72327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r"/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INTELLIGENT ERP </a:t>
            </a:r>
          </a:p>
          <a:p>
            <a:pPr algn="r"/>
            <a:r>
              <a:rPr lang="en-US" sz="1000" b="1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&amp; CORE PLATFORMS</a:t>
            </a:r>
          </a:p>
          <a:p>
            <a:pPr algn="r"/>
            <a:r>
              <a:rPr lang="en-US" sz="7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Deploying next-gen ERPs and enterprise platforms 
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DD1283C-04B7-81CE-CD69-BF5882637CFF}"/>
              </a:ext>
            </a:extLst>
          </p:cNvPr>
          <p:cNvSpPr/>
          <p:nvPr/>
        </p:nvSpPr>
        <p:spPr>
          <a:xfrm>
            <a:off x="690735" y="1509503"/>
            <a:ext cx="3165384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An independent and solid company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A24880C0-3C92-46E8-0DAB-2592733B6D75}"/>
              </a:ext>
            </a:extLst>
          </p:cNvPr>
          <p:cNvSpPr/>
          <p:nvPr/>
        </p:nvSpPr>
        <p:spPr>
          <a:xfrm>
            <a:off x="797998" y="3361169"/>
            <a:ext cx="2933032" cy="415498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algn="ctr"/>
            <a:endParaRPr lang="en-US" sz="1050" b="1" u="sng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At the heart of digital strategies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55CBF2D-66BC-30B3-E3B8-8410B6CB00F1}"/>
              </a:ext>
            </a:extLst>
          </p:cNvPr>
          <p:cNvSpPr/>
          <p:nvPr/>
        </p:nvSpPr>
        <p:spPr>
          <a:xfrm>
            <a:off x="4490037" y="3361169"/>
            <a:ext cx="3212127" cy="415498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algn="ctr"/>
            <a:endParaRPr lang="en-US" sz="1050" b="1" u="sng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Global expertise on application services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028A7A00-A840-8EAC-3603-4B8FF90BD226}"/>
              </a:ext>
            </a:extLst>
          </p:cNvPr>
          <p:cNvSpPr/>
          <p:nvPr/>
        </p:nvSpPr>
        <p:spPr>
          <a:xfrm>
            <a:off x="8310711" y="3361169"/>
            <a:ext cx="3212127" cy="415498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algn="ctr"/>
            <a:endParaRPr lang="en-US" sz="1050" b="1" u="sng"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  <a:p>
            <a:pPr algn="ctr"/>
            <a:r>
              <a:rPr lang="en-US" sz="1050" b="1" u="sng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rPr>
              <a:t>End to end support</a:t>
            </a:r>
          </a:p>
        </p:txBody>
      </p:sp>
      <p:pic>
        <p:nvPicPr>
          <p:cNvPr id="60" name="Graphique 59" descr="Repère">
            <a:extLst>
              <a:ext uri="{FF2B5EF4-FFF2-40B4-BE49-F238E27FC236}">
                <a16:creationId xmlns:a16="http://schemas.microsoft.com/office/drawing/2014/main" id="{73401013-8F64-ACB4-E704-9276DD63425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100933" y="2957968"/>
            <a:ext cx="98889" cy="93094"/>
          </a:xfrm>
          <a:prstGeom prst="rect">
            <a:avLst/>
          </a:prstGeom>
        </p:spPr>
      </p:pic>
      <p:pic>
        <p:nvPicPr>
          <p:cNvPr id="61" name="Image 60" descr="Une image contenant texte&#10;&#10;Description générée automatiquement">
            <a:extLst>
              <a:ext uri="{FF2B5EF4-FFF2-40B4-BE49-F238E27FC236}">
                <a16:creationId xmlns:a16="http://schemas.microsoft.com/office/drawing/2014/main" id="{51FBB58F-77F6-AA4F-0A04-E5B7D1FCEE88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76021" y="1918262"/>
            <a:ext cx="442010" cy="466795"/>
          </a:xfrm>
          <a:prstGeom prst="rect">
            <a:avLst/>
          </a:prstGeom>
        </p:spPr>
      </p:pic>
      <p:pic>
        <p:nvPicPr>
          <p:cNvPr id="62" name="Image 61">
            <a:extLst>
              <a:ext uri="{FF2B5EF4-FFF2-40B4-BE49-F238E27FC236}">
                <a16:creationId xmlns:a16="http://schemas.microsoft.com/office/drawing/2014/main" id="{EE6C23D5-9277-CF55-ECD9-A4748EA29F33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562548" y="1981403"/>
            <a:ext cx="580060" cy="340513"/>
          </a:xfrm>
          <a:prstGeom prst="rect">
            <a:avLst/>
          </a:prstGeom>
        </p:spPr>
      </p:pic>
      <p:pic>
        <p:nvPicPr>
          <p:cNvPr id="63" name="Image 62">
            <a:extLst>
              <a:ext uri="{FF2B5EF4-FFF2-40B4-BE49-F238E27FC236}">
                <a16:creationId xmlns:a16="http://schemas.microsoft.com/office/drawing/2014/main" id="{609F07BF-96DE-20F0-0E8D-24E7ABEAF0C6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617548" y="3158864"/>
            <a:ext cx="758956" cy="110565"/>
          </a:xfrm>
          <a:prstGeom prst="rect">
            <a:avLst/>
          </a:prstGeom>
        </p:spPr>
      </p:pic>
      <p:pic>
        <p:nvPicPr>
          <p:cNvPr id="64" name="Graphique 63">
            <a:extLst>
              <a:ext uri="{FF2B5EF4-FFF2-40B4-BE49-F238E27FC236}">
                <a16:creationId xmlns:a16="http://schemas.microsoft.com/office/drawing/2014/main" id="{0CBACA7C-68D1-6871-86CC-6B6EFA06BF80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655486" y="3165155"/>
            <a:ext cx="522576" cy="97983"/>
          </a:xfrm>
          <a:prstGeom prst="rect">
            <a:avLst/>
          </a:prstGeom>
        </p:spPr>
      </p:pic>
      <p:sp>
        <p:nvSpPr>
          <p:cNvPr id="65" name="Rectangle 64">
            <a:extLst>
              <a:ext uri="{FF2B5EF4-FFF2-40B4-BE49-F238E27FC236}">
                <a16:creationId xmlns:a16="http://schemas.microsoft.com/office/drawing/2014/main" id="{55C502D2-960B-D3A2-F388-0376BB7B86B1}"/>
              </a:ext>
            </a:extLst>
          </p:cNvPr>
          <p:cNvSpPr/>
          <p:nvPr/>
        </p:nvSpPr>
        <p:spPr>
          <a:xfrm>
            <a:off x="4185488" y="2392857"/>
            <a:ext cx="4355" cy="2652077"/>
          </a:xfrm>
          <a:prstGeom prst="rect">
            <a:avLst/>
          </a:prstGeom>
          <a:solidFill>
            <a:srgbClr val="DBDCED"/>
          </a:solidFill>
          <a:ln>
            <a:solidFill>
              <a:srgbClr val="DBDC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fr-FR">
              <a:ln>
                <a:solidFill>
                  <a:srgbClr val="DBDCED"/>
                </a:solidFill>
              </a:ln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921F54F-15A2-2FD1-3B8F-6462DE73D101}"/>
              </a:ext>
            </a:extLst>
          </p:cNvPr>
          <p:cNvSpPr/>
          <p:nvPr/>
        </p:nvSpPr>
        <p:spPr>
          <a:xfrm>
            <a:off x="8015039" y="2392857"/>
            <a:ext cx="4355" cy="2652077"/>
          </a:xfrm>
          <a:prstGeom prst="rect">
            <a:avLst/>
          </a:prstGeom>
          <a:solidFill>
            <a:srgbClr val="DBDCED"/>
          </a:solidFill>
          <a:ln>
            <a:solidFill>
              <a:srgbClr val="DBDC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544213"/>
            <a:endParaRPr lang="fr-FR">
              <a:ln>
                <a:solidFill>
                  <a:srgbClr val="DBDCED"/>
                </a:solidFill>
              </a:ln>
              <a:solidFill>
                <a:schemeClr val="tx1"/>
              </a:solidFill>
              <a:latin typeface="Noto Sans" panose="020B0502040504020204" pitchFamily="34" charset="0"/>
              <a:ea typeface="Noto Sans" panose="020B0502040504020204" pitchFamily="34" charset="0"/>
              <a:cs typeface="Noto Sans" panose="020B0502040504020204" pitchFamily="34" charset="0"/>
            </a:endParaRPr>
          </a:p>
        </p:txBody>
      </p:sp>
      <p:pic>
        <p:nvPicPr>
          <p:cNvPr id="67" name="Graphique 66" descr="Pièces contour">
            <a:extLst>
              <a:ext uri="{FF2B5EF4-FFF2-40B4-BE49-F238E27FC236}">
                <a16:creationId xmlns:a16="http://schemas.microsoft.com/office/drawing/2014/main" id="{0A43F353-8BA6-2F7D-CE50-5FFA71B738C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97365" y="1899678"/>
            <a:ext cx="626572" cy="626572"/>
          </a:xfrm>
          <a:prstGeom prst="rect">
            <a:avLst/>
          </a:prstGeom>
        </p:spPr>
      </p:pic>
      <p:pic>
        <p:nvPicPr>
          <p:cNvPr id="68" name="Graphique 67" descr="Badge d'employé contour">
            <a:extLst>
              <a:ext uri="{FF2B5EF4-FFF2-40B4-BE49-F238E27FC236}">
                <a16:creationId xmlns:a16="http://schemas.microsoft.com/office/drawing/2014/main" id="{AB4D9BD9-8410-44E4-14B2-2EDC3201F1C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/>
        </p:blipFill>
        <p:spPr>
          <a:xfrm>
            <a:off x="2918244" y="1899678"/>
            <a:ext cx="626572" cy="626572"/>
          </a:xfrm>
          <a:prstGeom prst="rect">
            <a:avLst/>
          </a:prstGeom>
        </p:spPr>
      </p:pic>
      <p:pic>
        <p:nvPicPr>
          <p:cNvPr id="69" name="Graphique 68" descr="Jauge contour">
            <a:extLst>
              <a:ext uri="{FF2B5EF4-FFF2-40B4-BE49-F238E27FC236}">
                <a16:creationId xmlns:a16="http://schemas.microsoft.com/office/drawing/2014/main" id="{ECBC8C69-ADC1-2C6A-4757-181974B5F6E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rcRect/>
          <a:stretch/>
        </p:blipFill>
        <p:spPr>
          <a:xfrm>
            <a:off x="997365" y="4010429"/>
            <a:ext cx="626572" cy="626572"/>
          </a:xfrm>
          <a:prstGeom prst="rect">
            <a:avLst/>
          </a:prstGeom>
        </p:spPr>
      </p:pic>
      <p:pic>
        <p:nvPicPr>
          <p:cNvPr id="70" name="Graphique 69" descr="Cercles avec flèches contour">
            <a:extLst>
              <a:ext uri="{FF2B5EF4-FFF2-40B4-BE49-F238E27FC236}">
                <a16:creationId xmlns:a16="http://schemas.microsoft.com/office/drawing/2014/main" id="{A606417B-7E39-2CF2-5AF3-D29D5CBE192E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rcRect/>
          <a:stretch/>
        </p:blipFill>
        <p:spPr>
          <a:xfrm>
            <a:off x="2918244" y="4028704"/>
            <a:ext cx="626572" cy="626572"/>
          </a:xfrm>
          <a:prstGeom prst="rect">
            <a:avLst/>
          </a:prstGeom>
        </p:spPr>
      </p:pic>
      <p:pic>
        <p:nvPicPr>
          <p:cNvPr id="71" name="Picture 2" descr="Google Cloud Logo et symbole, sens, histoire, PNG, marque">
            <a:extLst>
              <a:ext uri="{FF2B5EF4-FFF2-40B4-BE49-F238E27FC236}">
                <a16:creationId xmlns:a16="http://schemas.microsoft.com/office/drawing/2014/main" id="{B7509D95-F493-8DC9-AA1A-582C6F277F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545017" y="2644685"/>
            <a:ext cx="904018" cy="1623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" name="Ellipse 71">
            <a:extLst>
              <a:ext uri="{FF2B5EF4-FFF2-40B4-BE49-F238E27FC236}">
                <a16:creationId xmlns:a16="http://schemas.microsoft.com/office/drawing/2014/main" id="{E53995E5-E66F-E518-AE17-080EEA988275}"/>
              </a:ext>
            </a:extLst>
          </p:cNvPr>
          <p:cNvSpPr/>
          <p:nvPr/>
        </p:nvSpPr>
        <p:spPr>
          <a:xfrm>
            <a:off x="7152299" y="4601744"/>
            <a:ext cx="454181" cy="454181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63500" dist="35287" dir="2700000" sx="94000" sy="94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tx1"/>
              </a:solidFill>
            </a:endParaRPr>
          </a:p>
        </p:txBody>
      </p:sp>
      <p:sp>
        <p:nvSpPr>
          <p:cNvPr id="73" name="Ellipse 72">
            <a:extLst>
              <a:ext uri="{FF2B5EF4-FFF2-40B4-BE49-F238E27FC236}">
                <a16:creationId xmlns:a16="http://schemas.microsoft.com/office/drawing/2014/main" id="{6786AAF1-DF2E-2E55-95CB-E9CA33A07538}"/>
              </a:ext>
            </a:extLst>
          </p:cNvPr>
          <p:cNvSpPr/>
          <p:nvPr/>
        </p:nvSpPr>
        <p:spPr>
          <a:xfrm>
            <a:off x="6494721" y="3890990"/>
            <a:ext cx="454181" cy="454181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>
            <a:outerShdw blurRad="63500" dist="35287" dir="2700000" sx="94000" sy="94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tx1"/>
              </a:solidFill>
            </a:endParaRPr>
          </a:p>
        </p:txBody>
      </p:sp>
      <p:sp>
        <p:nvSpPr>
          <p:cNvPr id="74" name="Ellipse 73">
            <a:extLst>
              <a:ext uri="{FF2B5EF4-FFF2-40B4-BE49-F238E27FC236}">
                <a16:creationId xmlns:a16="http://schemas.microsoft.com/office/drawing/2014/main" id="{BD1F6A1D-C4DF-0656-653A-65B820A1FFA0}"/>
              </a:ext>
            </a:extLst>
          </p:cNvPr>
          <p:cNvSpPr/>
          <p:nvPr/>
        </p:nvSpPr>
        <p:spPr>
          <a:xfrm>
            <a:off x="5337288" y="5320364"/>
            <a:ext cx="454181" cy="454181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>
            <a:outerShdw blurRad="63500" dist="35287" dir="2700000" sx="94000" sy="94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tx1"/>
              </a:solidFill>
            </a:endParaRPr>
          </a:p>
        </p:txBody>
      </p:sp>
      <p:sp>
        <p:nvSpPr>
          <p:cNvPr id="75" name="Ellipse 74">
            <a:extLst>
              <a:ext uri="{FF2B5EF4-FFF2-40B4-BE49-F238E27FC236}">
                <a16:creationId xmlns:a16="http://schemas.microsoft.com/office/drawing/2014/main" id="{1A917709-1B4D-7F54-407F-0A9714E0CB2A}"/>
              </a:ext>
            </a:extLst>
          </p:cNvPr>
          <p:cNvSpPr/>
          <p:nvPr/>
        </p:nvSpPr>
        <p:spPr>
          <a:xfrm>
            <a:off x="4433008" y="4662141"/>
            <a:ext cx="454181" cy="454181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  <a:effectLst>
            <a:outerShdw blurRad="63500" dist="35287" dir="2700000" sx="94000" sy="94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tx1"/>
              </a:solidFill>
            </a:endParaRPr>
          </a:p>
        </p:txBody>
      </p:sp>
      <p:pic>
        <p:nvPicPr>
          <p:cNvPr id="76" name="Graphique 75" descr="Flèche en cercle contour">
            <a:extLst>
              <a:ext uri="{FF2B5EF4-FFF2-40B4-BE49-F238E27FC236}">
                <a16:creationId xmlns:a16="http://schemas.microsoft.com/office/drawing/2014/main" id="{C13C5EB7-EA1C-A1CE-ACF4-E8D5BED6EFA3}"/>
              </a:ext>
            </a:extLst>
          </p:cNvPr>
          <p:cNvPicPr>
            <a:picLocks noChangeAspect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143799" y="4606043"/>
            <a:ext cx="454181" cy="454181"/>
          </a:xfrm>
          <a:prstGeom prst="rect">
            <a:avLst/>
          </a:prstGeom>
        </p:spPr>
      </p:pic>
      <p:pic>
        <p:nvPicPr>
          <p:cNvPr id="77" name="Graphique 76" descr="Recherche contour">
            <a:extLst>
              <a:ext uri="{FF2B5EF4-FFF2-40B4-BE49-F238E27FC236}">
                <a16:creationId xmlns:a16="http://schemas.microsoft.com/office/drawing/2014/main" id="{5726E53C-730D-F838-F3FF-8B712DF926E0}"/>
              </a:ext>
            </a:extLst>
          </p:cNvPr>
          <p:cNvPicPr>
            <a:picLocks noChangeAspect="1"/>
          </p:cNvPicPr>
          <p:nvPr/>
        </p:nvPicPr>
        <p:blipFill>
          <a:blip r:embed="rId2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387344" y="5376751"/>
            <a:ext cx="341405" cy="341405"/>
          </a:xfrm>
          <a:prstGeom prst="rect">
            <a:avLst/>
          </a:prstGeom>
        </p:spPr>
      </p:pic>
      <p:pic>
        <p:nvPicPr>
          <p:cNvPr id="78" name="Graphique 77" descr="Croissance de l'activité contour">
            <a:extLst>
              <a:ext uri="{FF2B5EF4-FFF2-40B4-BE49-F238E27FC236}">
                <a16:creationId xmlns:a16="http://schemas.microsoft.com/office/drawing/2014/main" id="{E4A85766-641C-50A9-EBEE-163D82825925}"/>
              </a:ext>
            </a:extLst>
          </p:cNvPr>
          <p:cNvPicPr>
            <a:picLocks noChangeAspect="1"/>
          </p:cNvPicPr>
          <p:nvPr/>
        </p:nvPicPr>
        <p:blipFill>
          <a:blip r:embed="rId2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4493782" y="4733047"/>
            <a:ext cx="347938" cy="347938"/>
          </a:xfrm>
          <a:prstGeom prst="rect">
            <a:avLst/>
          </a:prstGeom>
        </p:spPr>
      </p:pic>
      <p:pic>
        <p:nvPicPr>
          <p:cNvPr id="79" name="Graphique 78" descr="Cerveau droit et gauche contour">
            <a:extLst>
              <a:ext uri="{FF2B5EF4-FFF2-40B4-BE49-F238E27FC236}">
                <a16:creationId xmlns:a16="http://schemas.microsoft.com/office/drawing/2014/main" id="{0620A2CD-0520-5649-343C-9C8FFABF8065}"/>
              </a:ext>
            </a:extLst>
          </p:cNvPr>
          <p:cNvPicPr>
            <a:picLocks noChangeAspect="1"/>
          </p:cNvPicPr>
          <p:nvPr/>
        </p:nvPicPr>
        <p:blipFill>
          <a:blip r:embed="rId2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517933" y="3913404"/>
            <a:ext cx="407756" cy="407756"/>
          </a:xfrm>
          <a:prstGeom prst="rect">
            <a:avLst/>
          </a:prstGeom>
        </p:spPr>
      </p:pic>
      <p:pic>
        <p:nvPicPr>
          <p:cNvPr id="80" name="Graphique 79" descr="Ampoule et crayon contour">
            <a:extLst>
              <a:ext uri="{FF2B5EF4-FFF2-40B4-BE49-F238E27FC236}">
                <a16:creationId xmlns:a16="http://schemas.microsoft.com/office/drawing/2014/main" id="{E03B6286-9CE5-7ECC-D548-5D1371EA7B76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rcRect/>
          <a:stretch/>
        </p:blipFill>
        <p:spPr>
          <a:xfrm>
            <a:off x="8539292" y="4038530"/>
            <a:ext cx="626572" cy="626572"/>
          </a:xfrm>
          <a:prstGeom prst="rect">
            <a:avLst/>
          </a:prstGeom>
        </p:spPr>
      </p:pic>
      <p:pic>
        <p:nvPicPr>
          <p:cNvPr id="81" name="Graphique 80" descr="Cigogne contour">
            <a:extLst>
              <a:ext uri="{FF2B5EF4-FFF2-40B4-BE49-F238E27FC236}">
                <a16:creationId xmlns:a16="http://schemas.microsoft.com/office/drawing/2014/main" id="{61E4741E-E666-46B8-3404-07CA88D02E60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rcRect/>
          <a:stretch/>
        </p:blipFill>
        <p:spPr>
          <a:xfrm>
            <a:off x="9603488" y="4028704"/>
            <a:ext cx="626572" cy="626572"/>
          </a:xfrm>
          <a:prstGeom prst="rect">
            <a:avLst/>
          </a:prstGeom>
        </p:spPr>
      </p:pic>
      <p:pic>
        <p:nvPicPr>
          <p:cNvPr id="82" name="Graphique 81" descr="Fusée contour">
            <a:extLst>
              <a:ext uri="{FF2B5EF4-FFF2-40B4-BE49-F238E27FC236}">
                <a16:creationId xmlns:a16="http://schemas.microsoft.com/office/drawing/2014/main" id="{9CCCC3BB-BD88-B185-5B5C-B2E532B83CD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rcRect/>
          <a:stretch/>
        </p:blipFill>
        <p:spPr>
          <a:xfrm>
            <a:off x="10676282" y="4028704"/>
            <a:ext cx="626572" cy="626572"/>
          </a:xfrm>
          <a:prstGeom prst="rect">
            <a:avLst/>
          </a:prstGeom>
        </p:spPr>
      </p:pic>
      <p:cxnSp>
        <p:nvCxnSpPr>
          <p:cNvPr id="85" name="Connecteur droit 84">
            <a:extLst>
              <a:ext uri="{FF2B5EF4-FFF2-40B4-BE49-F238E27FC236}">
                <a16:creationId xmlns:a16="http://schemas.microsoft.com/office/drawing/2014/main" id="{1B719335-5030-5886-87F0-1EA38488EFFD}"/>
              </a:ext>
            </a:extLst>
          </p:cNvPr>
          <p:cNvCxnSpPr>
            <a:cxnSpLocks/>
          </p:cNvCxnSpPr>
          <p:nvPr userDrawn="1"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ZoneTexte 85">
            <a:extLst>
              <a:ext uri="{FF2B5EF4-FFF2-40B4-BE49-F238E27FC236}">
                <a16:creationId xmlns:a16="http://schemas.microsoft.com/office/drawing/2014/main" id="{F99C8465-B289-3C4B-B92A-8A07823887BB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sp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89" name="Espace réservé du pied de page 9">
            <a:extLst>
              <a:ext uri="{FF2B5EF4-FFF2-40B4-BE49-F238E27FC236}">
                <a16:creationId xmlns:a16="http://schemas.microsoft.com/office/drawing/2014/main" id="{D999CB2C-0BA3-128C-23A1-43AA473DCF97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>
          <a:xfrm>
            <a:off x="4038600" y="6559535"/>
            <a:ext cx="4114800" cy="216982"/>
          </a:xfrm>
        </p:spPr>
        <p:txBody>
          <a:bodyPr anchor="ctr" anchorCtr="0">
            <a:spAutoFit/>
          </a:bodyPr>
          <a:lstStyle/>
          <a:p>
            <a:r>
              <a:rPr lang="fr-FR"/>
              <a:t>Confidentiel</a:t>
            </a:r>
          </a:p>
        </p:txBody>
      </p:sp>
      <p:pic>
        <p:nvPicPr>
          <p:cNvPr id="90" name="Image 3">
            <a:extLst>
              <a:ext uri="{FF2B5EF4-FFF2-40B4-BE49-F238E27FC236}">
                <a16:creationId xmlns:a16="http://schemas.microsoft.com/office/drawing/2014/main" id="{A0A3F8DC-A29E-DA76-C8F2-696F850E91E6}"/>
              </a:ext>
            </a:extLst>
          </p:cNvPr>
          <p:cNvPicPr>
            <a:picLocks noChangeAspect="1"/>
          </p:cNvPicPr>
          <p:nvPr userDrawn="1"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pic>
        <p:nvPicPr>
          <p:cNvPr id="91" name="Image 3">
            <a:extLst>
              <a:ext uri="{FF2B5EF4-FFF2-40B4-BE49-F238E27FC236}">
                <a16:creationId xmlns:a16="http://schemas.microsoft.com/office/drawing/2014/main" id="{3990919B-84DF-AA59-2DEE-228F1661A6DA}"/>
              </a:ext>
            </a:extLst>
          </p:cNvPr>
          <p:cNvPicPr>
            <a:picLocks noChangeAspect="1"/>
          </p:cNvPicPr>
          <p:nvPr userDrawn="1"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92" name="Titre 91">
            <a:extLst>
              <a:ext uri="{FF2B5EF4-FFF2-40B4-BE49-F238E27FC236}">
                <a16:creationId xmlns:a16="http://schemas.microsoft.com/office/drawing/2014/main" id="{A5B1AF85-B619-C93B-D855-2ED8E0B936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18826889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1A51DA44-23BC-DFF7-1FB5-72F5E6B6898E}"/>
              </a:ext>
            </a:extLst>
          </p:cNvPr>
          <p:cNvSpPr txBox="1"/>
          <p:nvPr/>
        </p:nvSpPr>
        <p:spPr>
          <a:xfrm>
            <a:off x="513480" y="2163634"/>
            <a:ext cx="169807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000" b="1">
                <a:solidFill>
                  <a:schemeClr val="accent1"/>
                </a:solidFill>
                <a:latin typeface="Plus Jakarta Sans" pitchFamily="2" charset="77"/>
                <a:ea typeface="Geist Medium" pitchFamily="2" charset="77"/>
                <a:cs typeface="Plus Jakarta Sans" pitchFamily="2" charset="77"/>
              </a:rPr>
              <a:t>Contacts :</a:t>
            </a:r>
          </a:p>
        </p:txBody>
      </p:sp>
      <p:sp>
        <p:nvSpPr>
          <p:cNvPr id="16" name="Espace réservé du texte 13">
            <a:extLst>
              <a:ext uri="{FF2B5EF4-FFF2-40B4-BE49-F238E27FC236}">
                <a16:creationId xmlns:a16="http://schemas.microsoft.com/office/drawing/2014/main" id="{385B8FFB-DEC2-0DC6-21E9-869B0CBB9A8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2469932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18" name="Espace réservé du texte 13">
            <a:extLst>
              <a:ext uri="{FF2B5EF4-FFF2-40B4-BE49-F238E27FC236}">
                <a16:creationId xmlns:a16="http://schemas.microsoft.com/office/drawing/2014/main" id="{2C99CA61-88B9-E2C2-0B5D-94D4B351D36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245" y="3377608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55EB462D-C822-DC72-DA56-F818AC8A5D0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07245" y="4285285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22" name="Espace réservé du texte 13">
            <a:extLst>
              <a:ext uri="{FF2B5EF4-FFF2-40B4-BE49-F238E27FC236}">
                <a16:creationId xmlns:a16="http://schemas.microsoft.com/office/drawing/2014/main" id="{8F3BC47A-675E-38C5-8CE1-588232B083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873927" y="2469932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23" name="Espace réservé du texte 13">
            <a:extLst>
              <a:ext uri="{FF2B5EF4-FFF2-40B4-BE49-F238E27FC236}">
                <a16:creationId xmlns:a16="http://schemas.microsoft.com/office/drawing/2014/main" id="{125B4CBA-0B56-9B25-F629-019D11F649D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873927" y="3375001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24" name="Espace réservé du texte 13">
            <a:extLst>
              <a:ext uri="{FF2B5EF4-FFF2-40B4-BE49-F238E27FC236}">
                <a16:creationId xmlns:a16="http://schemas.microsoft.com/office/drawing/2014/main" id="{9EB17E02-A3F2-8ED4-8F57-034A3D709A2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873927" y="4285285"/>
            <a:ext cx="2329492" cy="6463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Prénom Nom</a:t>
            </a:r>
          </a:p>
          <a:p>
            <a:pPr lvl="0"/>
            <a:r>
              <a:rPr lang="fr-FR" err="1"/>
              <a:t>adresse@mail.com</a:t>
            </a:r>
            <a:endParaRPr lang="fr-FR"/>
          </a:p>
          <a:p>
            <a:pPr lvl="0"/>
            <a:r>
              <a:rPr lang="fr-FR"/>
              <a:t>06 12 34 56 78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A4960EB4-08B3-BB66-FB20-D37EAAA1CAC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86BF8A71-33DE-5D19-1C44-F9BEE14E9E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398842344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7408A41C-D594-6F2F-7E89-CDC508301BE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07245" y="730049"/>
            <a:ext cx="11177364" cy="31280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Sous-titre</a:t>
            </a:r>
          </a:p>
        </p:txBody>
      </p:sp>
      <p:sp>
        <p:nvSpPr>
          <p:cNvPr id="2" name="Espace réservé du contenu 19">
            <a:extLst>
              <a:ext uri="{FF2B5EF4-FFF2-40B4-BE49-F238E27FC236}">
                <a16:creationId xmlns:a16="http://schemas.microsoft.com/office/drawing/2014/main" id="{4CAA9C9E-A5D3-6987-3F83-6586A31344DE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596107" y="1776397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8" name="Espace réservé du contenu 19">
            <a:extLst>
              <a:ext uri="{FF2B5EF4-FFF2-40B4-BE49-F238E27FC236}">
                <a16:creationId xmlns:a16="http://schemas.microsoft.com/office/drawing/2014/main" id="{229DB150-5E69-9256-C261-000F66FF0F7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2044965" y="177639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9" name="Espace réservé du contenu 19">
            <a:extLst>
              <a:ext uri="{FF2B5EF4-FFF2-40B4-BE49-F238E27FC236}">
                <a16:creationId xmlns:a16="http://schemas.microsoft.com/office/drawing/2014/main" id="{4B63A64F-A48C-F8BF-5DE9-02751D61C69C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493823" y="1776397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1" name="Espace réservé du contenu 19">
            <a:extLst>
              <a:ext uri="{FF2B5EF4-FFF2-40B4-BE49-F238E27FC236}">
                <a16:creationId xmlns:a16="http://schemas.microsoft.com/office/drawing/2014/main" id="{1FA04820-2D82-73AF-A72B-7CFC14F902E1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942681" y="177639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2" name="Espace réservé du contenu 19">
            <a:extLst>
              <a:ext uri="{FF2B5EF4-FFF2-40B4-BE49-F238E27FC236}">
                <a16:creationId xmlns:a16="http://schemas.microsoft.com/office/drawing/2014/main" id="{35BEFBD6-FF1C-5848-52C2-C5A06A16C61D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41125" y="1776397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4" name="Espace réservé du contenu 19">
            <a:extLst>
              <a:ext uri="{FF2B5EF4-FFF2-40B4-BE49-F238E27FC236}">
                <a16:creationId xmlns:a16="http://schemas.microsoft.com/office/drawing/2014/main" id="{540E672E-C6A7-6505-E295-66C57832F6CF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7789983" y="177639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5" name="Espace réservé du contenu 19">
            <a:extLst>
              <a:ext uri="{FF2B5EF4-FFF2-40B4-BE49-F238E27FC236}">
                <a16:creationId xmlns:a16="http://schemas.microsoft.com/office/drawing/2014/main" id="{9905A2A8-89C6-E6B7-1FC4-4E53A91FAB47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9238841" y="1776397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6" name="Espace réservé du contenu 19">
            <a:extLst>
              <a:ext uri="{FF2B5EF4-FFF2-40B4-BE49-F238E27FC236}">
                <a16:creationId xmlns:a16="http://schemas.microsoft.com/office/drawing/2014/main" id="{24A5716C-8D01-5061-F201-E782A94A4B4C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10687699" y="177639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7" name="Espace réservé du contenu 19">
            <a:extLst>
              <a:ext uri="{FF2B5EF4-FFF2-40B4-BE49-F238E27FC236}">
                <a16:creationId xmlns:a16="http://schemas.microsoft.com/office/drawing/2014/main" id="{BDBA3240-47A2-02EF-B9ED-29AF175555C6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596107" y="2981015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8" name="Espace réservé du contenu 19">
            <a:extLst>
              <a:ext uri="{FF2B5EF4-FFF2-40B4-BE49-F238E27FC236}">
                <a16:creationId xmlns:a16="http://schemas.microsoft.com/office/drawing/2014/main" id="{108110DF-D6A9-D110-9E2C-9729055C2005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2044965" y="2981015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19" name="Espace réservé du contenu 19">
            <a:extLst>
              <a:ext uri="{FF2B5EF4-FFF2-40B4-BE49-F238E27FC236}">
                <a16:creationId xmlns:a16="http://schemas.microsoft.com/office/drawing/2014/main" id="{334057C1-DF4A-690A-EF00-2929A4DA7322}"/>
              </a:ext>
            </a:extLst>
          </p:cNvPr>
          <p:cNvSpPr>
            <a:spLocks noGrp="1"/>
          </p:cNvSpPr>
          <p:nvPr>
            <p:ph sz="quarter" idx="23" hasCustomPrompt="1"/>
          </p:nvPr>
        </p:nvSpPr>
        <p:spPr>
          <a:xfrm>
            <a:off x="3493823" y="298101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0" name="Espace réservé du contenu 19">
            <a:extLst>
              <a:ext uri="{FF2B5EF4-FFF2-40B4-BE49-F238E27FC236}">
                <a16:creationId xmlns:a16="http://schemas.microsoft.com/office/drawing/2014/main" id="{01ED87E3-3CB4-95C0-5959-F53E16717858}"/>
              </a:ext>
            </a:extLst>
          </p:cNvPr>
          <p:cNvSpPr>
            <a:spLocks noGrp="1"/>
          </p:cNvSpPr>
          <p:nvPr>
            <p:ph sz="quarter" idx="24" hasCustomPrompt="1"/>
          </p:nvPr>
        </p:nvSpPr>
        <p:spPr>
          <a:xfrm>
            <a:off x="4942681" y="2981015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1" name="Espace réservé du contenu 19">
            <a:extLst>
              <a:ext uri="{FF2B5EF4-FFF2-40B4-BE49-F238E27FC236}">
                <a16:creationId xmlns:a16="http://schemas.microsoft.com/office/drawing/2014/main" id="{D4A1D210-B96D-398B-D6C1-1C020B51DD16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6341125" y="298101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2" name="Espace réservé du contenu 19">
            <a:extLst>
              <a:ext uri="{FF2B5EF4-FFF2-40B4-BE49-F238E27FC236}">
                <a16:creationId xmlns:a16="http://schemas.microsoft.com/office/drawing/2014/main" id="{6D38B7A8-1ACF-6D9A-536D-8976632314BB}"/>
              </a:ext>
            </a:extLst>
          </p:cNvPr>
          <p:cNvSpPr>
            <a:spLocks noGrp="1"/>
          </p:cNvSpPr>
          <p:nvPr>
            <p:ph sz="quarter" idx="26" hasCustomPrompt="1"/>
          </p:nvPr>
        </p:nvSpPr>
        <p:spPr>
          <a:xfrm>
            <a:off x="7789983" y="2981015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3" name="Espace réservé du contenu 19">
            <a:extLst>
              <a:ext uri="{FF2B5EF4-FFF2-40B4-BE49-F238E27FC236}">
                <a16:creationId xmlns:a16="http://schemas.microsoft.com/office/drawing/2014/main" id="{7A2D6C5E-3ECA-7A77-CA7C-7ABB9CFE416A}"/>
              </a:ext>
            </a:extLst>
          </p:cNvPr>
          <p:cNvSpPr>
            <a:spLocks noGrp="1"/>
          </p:cNvSpPr>
          <p:nvPr>
            <p:ph sz="quarter" idx="27" hasCustomPrompt="1"/>
          </p:nvPr>
        </p:nvSpPr>
        <p:spPr>
          <a:xfrm>
            <a:off x="9238841" y="2981016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4" name="Espace réservé du contenu 19">
            <a:extLst>
              <a:ext uri="{FF2B5EF4-FFF2-40B4-BE49-F238E27FC236}">
                <a16:creationId xmlns:a16="http://schemas.microsoft.com/office/drawing/2014/main" id="{B58D8633-CE9D-2356-2654-B6405D99F881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10687699" y="2981015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5" name="Espace réservé du contenu 19">
            <a:extLst>
              <a:ext uri="{FF2B5EF4-FFF2-40B4-BE49-F238E27FC236}">
                <a16:creationId xmlns:a16="http://schemas.microsoft.com/office/drawing/2014/main" id="{B2A034D9-7A2B-C805-B621-7D155B2EFAB6}"/>
              </a:ext>
            </a:extLst>
          </p:cNvPr>
          <p:cNvSpPr>
            <a:spLocks noGrp="1"/>
          </p:cNvSpPr>
          <p:nvPr>
            <p:ph sz="quarter" idx="29" hasCustomPrompt="1"/>
          </p:nvPr>
        </p:nvSpPr>
        <p:spPr>
          <a:xfrm>
            <a:off x="596107" y="4185633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6" name="Espace réservé du contenu 19">
            <a:extLst>
              <a:ext uri="{FF2B5EF4-FFF2-40B4-BE49-F238E27FC236}">
                <a16:creationId xmlns:a16="http://schemas.microsoft.com/office/drawing/2014/main" id="{8F7A06E7-28EB-83C1-6DDB-D1C9D8BC78DB}"/>
              </a:ext>
            </a:extLst>
          </p:cNvPr>
          <p:cNvSpPr>
            <a:spLocks noGrp="1"/>
          </p:cNvSpPr>
          <p:nvPr>
            <p:ph sz="quarter" idx="30" hasCustomPrompt="1"/>
          </p:nvPr>
        </p:nvSpPr>
        <p:spPr>
          <a:xfrm>
            <a:off x="2044965" y="4185633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7" name="Espace réservé du contenu 19">
            <a:extLst>
              <a:ext uri="{FF2B5EF4-FFF2-40B4-BE49-F238E27FC236}">
                <a16:creationId xmlns:a16="http://schemas.microsoft.com/office/drawing/2014/main" id="{92064CDC-667B-DD84-181A-229F5B9EB84C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3493823" y="4185634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8" name="Espace réservé du contenu 19">
            <a:extLst>
              <a:ext uri="{FF2B5EF4-FFF2-40B4-BE49-F238E27FC236}">
                <a16:creationId xmlns:a16="http://schemas.microsoft.com/office/drawing/2014/main" id="{87B359BD-15A9-CC4D-1635-305E628C84E4}"/>
              </a:ext>
            </a:extLst>
          </p:cNvPr>
          <p:cNvSpPr>
            <a:spLocks noGrp="1"/>
          </p:cNvSpPr>
          <p:nvPr>
            <p:ph sz="quarter" idx="32" hasCustomPrompt="1"/>
          </p:nvPr>
        </p:nvSpPr>
        <p:spPr>
          <a:xfrm>
            <a:off x="4942681" y="4185633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29" name="Espace réservé du contenu 19">
            <a:extLst>
              <a:ext uri="{FF2B5EF4-FFF2-40B4-BE49-F238E27FC236}">
                <a16:creationId xmlns:a16="http://schemas.microsoft.com/office/drawing/2014/main" id="{6A972D19-1BA4-B33A-813C-332F4823FDF8}"/>
              </a:ext>
            </a:extLst>
          </p:cNvPr>
          <p:cNvSpPr>
            <a:spLocks noGrp="1"/>
          </p:cNvSpPr>
          <p:nvPr>
            <p:ph sz="quarter" idx="33" hasCustomPrompt="1"/>
          </p:nvPr>
        </p:nvSpPr>
        <p:spPr>
          <a:xfrm>
            <a:off x="6341125" y="4185634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0" name="Espace réservé du contenu 19">
            <a:extLst>
              <a:ext uri="{FF2B5EF4-FFF2-40B4-BE49-F238E27FC236}">
                <a16:creationId xmlns:a16="http://schemas.microsoft.com/office/drawing/2014/main" id="{163AAAE4-6949-67C3-696B-FBFB8BA5051A}"/>
              </a:ext>
            </a:extLst>
          </p:cNvPr>
          <p:cNvSpPr>
            <a:spLocks noGrp="1"/>
          </p:cNvSpPr>
          <p:nvPr>
            <p:ph sz="quarter" idx="34" hasCustomPrompt="1"/>
          </p:nvPr>
        </p:nvSpPr>
        <p:spPr>
          <a:xfrm>
            <a:off x="7789983" y="4185633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1" name="Espace réservé du contenu 19">
            <a:extLst>
              <a:ext uri="{FF2B5EF4-FFF2-40B4-BE49-F238E27FC236}">
                <a16:creationId xmlns:a16="http://schemas.microsoft.com/office/drawing/2014/main" id="{B4D41CF8-4593-621A-F24E-4467285A92D4}"/>
              </a:ext>
            </a:extLst>
          </p:cNvPr>
          <p:cNvSpPr>
            <a:spLocks noGrp="1"/>
          </p:cNvSpPr>
          <p:nvPr>
            <p:ph sz="quarter" idx="35" hasCustomPrompt="1"/>
          </p:nvPr>
        </p:nvSpPr>
        <p:spPr>
          <a:xfrm>
            <a:off x="9238841" y="4185634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2" name="Espace réservé du contenu 19">
            <a:extLst>
              <a:ext uri="{FF2B5EF4-FFF2-40B4-BE49-F238E27FC236}">
                <a16:creationId xmlns:a16="http://schemas.microsoft.com/office/drawing/2014/main" id="{FAD070B2-D39D-13E4-FC48-B25C9FE37E35}"/>
              </a:ext>
            </a:extLst>
          </p:cNvPr>
          <p:cNvSpPr>
            <a:spLocks noGrp="1"/>
          </p:cNvSpPr>
          <p:nvPr>
            <p:ph sz="quarter" idx="36" hasCustomPrompt="1"/>
          </p:nvPr>
        </p:nvSpPr>
        <p:spPr>
          <a:xfrm>
            <a:off x="10687699" y="4185633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3" name="Espace réservé du contenu 19">
            <a:extLst>
              <a:ext uri="{FF2B5EF4-FFF2-40B4-BE49-F238E27FC236}">
                <a16:creationId xmlns:a16="http://schemas.microsoft.com/office/drawing/2014/main" id="{668DB583-6117-A18E-6EDD-89324DBAE841}"/>
              </a:ext>
            </a:extLst>
          </p:cNvPr>
          <p:cNvSpPr>
            <a:spLocks noGrp="1"/>
          </p:cNvSpPr>
          <p:nvPr>
            <p:ph sz="quarter" idx="37" hasCustomPrompt="1"/>
          </p:nvPr>
        </p:nvSpPr>
        <p:spPr>
          <a:xfrm>
            <a:off x="596107" y="5390250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4" name="Espace réservé du contenu 19">
            <a:extLst>
              <a:ext uri="{FF2B5EF4-FFF2-40B4-BE49-F238E27FC236}">
                <a16:creationId xmlns:a16="http://schemas.microsoft.com/office/drawing/2014/main" id="{5C879017-7F44-45C4-8FC5-B235F2C55617}"/>
              </a:ext>
            </a:extLst>
          </p:cNvPr>
          <p:cNvSpPr>
            <a:spLocks noGrp="1"/>
          </p:cNvSpPr>
          <p:nvPr>
            <p:ph sz="quarter" idx="38" hasCustomPrompt="1"/>
          </p:nvPr>
        </p:nvSpPr>
        <p:spPr>
          <a:xfrm>
            <a:off x="2044965" y="5390249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5" name="Espace réservé du contenu 19">
            <a:extLst>
              <a:ext uri="{FF2B5EF4-FFF2-40B4-BE49-F238E27FC236}">
                <a16:creationId xmlns:a16="http://schemas.microsoft.com/office/drawing/2014/main" id="{978FB932-4FC1-919C-4B1E-5BFF8FA0D47A}"/>
              </a:ext>
            </a:extLst>
          </p:cNvPr>
          <p:cNvSpPr>
            <a:spLocks noGrp="1"/>
          </p:cNvSpPr>
          <p:nvPr>
            <p:ph sz="quarter" idx="39" hasCustomPrompt="1"/>
          </p:nvPr>
        </p:nvSpPr>
        <p:spPr>
          <a:xfrm>
            <a:off x="3493823" y="5390250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6" name="Espace réservé du contenu 19">
            <a:extLst>
              <a:ext uri="{FF2B5EF4-FFF2-40B4-BE49-F238E27FC236}">
                <a16:creationId xmlns:a16="http://schemas.microsoft.com/office/drawing/2014/main" id="{FCE2ED05-9114-A609-BE9F-622AE3C3B72E}"/>
              </a:ext>
            </a:extLst>
          </p:cNvPr>
          <p:cNvSpPr>
            <a:spLocks noGrp="1"/>
          </p:cNvSpPr>
          <p:nvPr>
            <p:ph sz="quarter" idx="40" hasCustomPrompt="1"/>
          </p:nvPr>
        </p:nvSpPr>
        <p:spPr>
          <a:xfrm>
            <a:off x="4942681" y="5390249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7" name="Espace réservé du contenu 19">
            <a:extLst>
              <a:ext uri="{FF2B5EF4-FFF2-40B4-BE49-F238E27FC236}">
                <a16:creationId xmlns:a16="http://schemas.microsoft.com/office/drawing/2014/main" id="{8F4129B2-970D-9208-49A5-EA3307E3EE50}"/>
              </a:ext>
            </a:extLst>
          </p:cNvPr>
          <p:cNvSpPr>
            <a:spLocks noGrp="1"/>
          </p:cNvSpPr>
          <p:nvPr>
            <p:ph sz="quarter" idx="41" hasCustomPrompt="1"/>
          </p:nvPr>
        </p:nvSpPr>
        <p:spPr>
          <a:xfrm>
            <a:off x="6341125" y="5390250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8" name="Espace réservé du contenu 19">
            <a:extLst>
              <a:ext uri="{FF2B5EF4-FFF2-40B4-BE49-F238E27FC236}">
                <a16:creationId xmlns:a16="http://schemas.microsoft.com/office/drawing/2014/main" id="{701257A4-4686-2B47-FC25-B37B07A1D5DE}"/>
              </a:ext>
            </a:extLst>
          </p:cNvPr>
          <p:cNvSpPr>
            <a:spLocks noGrp="1"/>
          </p:cNvSpPr>
          <p:nvPr>
            <p:ph sz="quarter" idx="42" hasCustomPrompt="1"/>
          </p:nvPr>
        </p:nvSpPr>
        <p:spPr>
          <a:xfrm>
            <a:off x="7789983" y="5390249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39" name="Espace réservé du contenu 19">
            <a:extLst>
              <a:ext uri="{FF2B5EF4-FFF2-40B4-BE49-F238E27FC236}">
                <a16:creationId xmlns:a16="http://schemas.microsoft.com/office/drawing/2014/main" id="{E38E7CA3-3969-2D2E-87B1-6474FBD51887}"/>
              </a:ext>
            </a:extLst>
          </p:cNvPr>
          <p:cNvSpPr>
            <a:spLocks noGrp="1"/>
          </p:cNvSpPr>
          <p:nvPr>
            <p:ph sz="quarter" idx="43" hasCustomPrompt="1"/>
          </p:nvPr>
        </p:nvSpPr>
        <p:spPr>
          <a:xfrm>
            <a:off x="9238841" y="5390250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sp>
        <p:nvSpPr>
          <p:cNvPr id="40" name="Espace réservé du contenu 19">
            <a:extLst>
              <a:ext uri="{FF2B5EF4-FFF2-40B4-BE49-F238E27FC236}">
                <a16:creationId xmlns:a16="http://schemas.microsoft.com/office/drawing/2014/main" id="{2D40E718-9AE0-A47E-EDDB-E982E8D1BC19}"/>
              </a:ext>
            </a:extLst>
          </p:cNvPr>
          <p:cNvSpPr>
            <a:spLocks noGrp="1"/>
          </p:cNvSpPr>
          <p:nvPr>
            <p:ph sz="quarter" idx="44" hasCustomPrompt="1"/>
          </p:nvPr>
        </p:nvSpPr>
        <p:spPr>
          <a:xfrm>
            <a:off x="10687699" y="5390249"/>
            <a:ext cx="914400" cy="9187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1pPr>
          </a:lstStyle>
          <a:p>
            <a:pPr lvl="0"/>
            <a:r>
              <a:rPr lang="fr-FR"/>
              <a:t>Insérez un </a:t>
            </a:r>
            <a:r>
              <a:rPr lang="fr-FR" err="1"/>
              <a:t>picto</a:t>
            </a:r>
            <a:endParaRPr lang="fr-FR"/>
          </a:p>
        </p:txBody>
      </p:sp>
      <p:cxnSp>
        <p:nvCxnSpPr>
          <p:cNvPr id="42" name="Connecteur droit 41">
            <a:extLst>
              <a:ext uri="{FF2B5EF4-FFF2-40B4-BE49-F238E27FC236}">
                <a16:creationId xmlns:a16="http://schemas.microsoft.com/office/drawing/2014/main" id="{A831E8E5-0CC4-907E-80E9-120F6C2A639B}"/>
              </a:ext>
            </a:extLst>
          </p:cNvPr>
          <p:cNvCxnSpPr>
            <a:cxnSpLocks/>
          </p:cNvCxnSpPr>
          <p:nvPr/>
        </p:nvCxnSpPr>
        <p:spPr>
          <a:xfrm>
            <a:off x="596107" y="6479692"/>
            <a:ext cx="10999786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ZoneTexte 3">
            <a:extLst>
              <a:ext uri="{FF2B5EF4-FFF2-40B4-BE49-F238E27FC236}">
                <a16:creationId xmlns:a16="http://schemas.microsoft.com/office/drawing/2014/main" id="{93E79E31-23AF-D576-24DD-1FF752850491}"/>
              </a:ext>
            </a:extLst>
          </p:cNvPr>
          <p:cNvSpPr txBox="1"/>
          <p:nvPr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sp>
        <p:nvSpPr>
          <p:cNvPr id="5" name="Espace réservé du pied de page 9">
            <a:extLst>
              <a:ext uri="{FF2B5EF4-FFF2-40B4-BE49-F238E27FC236}">
                <a16:creationId xmlns:a16="http://schemas.microsoft.com/office/drawing/2014/main" id="{194A28FC-6597-E76C-F88B-ED569D2FBF24}"/>
              </a:ext>
            </a:extLst>
          </p:cNvPr>
          <p:cNvSpPr>
            <a:spLocks noGrp="1"/>
          </p:cNvSpPr>
          <p:nvPr>
            <p:ph type="ftr" sz="quarter" idx="45"/>
          </p:nvPr>
        </p:nvSpPr>
        <p:spPr>
          <a:xfrm>
            <a:off x="4038600" y="6559960"/>
            <a:ext cx="4114800" cy="225655"/>
          </a:xfrm>
        </p:spPr>
        <p:txBody>
          <a:bodyPr anchor="t"/>
          <a:lstStyle/>
          <a:p>
            <a:r>
              <a:rPr lang="fr-FR"/>
              <a:t>Confidentiel</a:t>
            </a:r>
          </a:p>
        </p:txBody>
      </p:sp>
      <p:pic>
        <p:nvPicPr>
          <p:cNvPr id="6" name="Image 3">
            <a:extLst>
              <a:ext uri="{FF2B5EF4-FFF2-40B4-BE49-F238E27FC236}">
                <a16:creationId xmlns:a16="http://schemas.microsoft.com/office/drawing/2014/main" id="{CFE4583F-3AE6-354C-2466-EFEC46CF7D0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1C5CE677-C01D-1BE3-955A-E2EAF1B0F2DF}"/>
              </a:ext>
            </a:extLst>
          </p:cNvPr>
          <p:cNvSpPr txBox="1"/>
          <p:nvPr userDrawn="1"/>
        </p:nvSpPr>
        <p:spPr>
          <a:xfrm>
            <a:off x="11283301" y="6552610"/>
            <a:ext cx="412292" cy="23083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lvl="0" indent="0" algn="ctr" defTabSz="91440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900" b="0" i="0">
                <a:solidFill>
                  <a:schemeClr val="bg2"/>
                </a:solidFill>
                <a:latin typeface="Plus Jakarta Sans" pitchFamily="2" charset="77"/>
                <a:ea typeface="Noto Sans" panose="020B0502040504020204" pitchFamily="34" charset="0"/>
                <a:cs typeface="Noto Sans" panose="020B0502040504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lvl="0" algn="r"/>
            <a:fld id="{5B8C3449-BBE4-C64F-8326-7CB18BB63F90}" type="slidenum">
              <a:rPr lang="fr-FR" smtClean="0"/>
              <a:pPr lvl="0" algn="r"/>
              <a:t>‹N°›</a:t>
            </a:fld>
            <a:endParaRPr lang="fr-FR"/>
          </a:p>
        </p:txBody>
      </p:sp>
      <p:pic>
        <p:nvPicPr>
          <p:cNvPr id="7" name="Image 3">
            <a:extLst>
              <a:ext uri="{FF2B5EF4-FFF2-40B4-BE49-F238E27FC236}">
                <a16:creationId xmlns:a16="http://schemas.microsoft.com/office/drawing/2014/main" id="{0AA16F35-4C81-86F2-3CB6-E13FDC6C489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3368" y="6591650"/>
            <a:ext cx="626406" cy="199311"/>
          </a:xfrm>
          <a:prstGeom prst="rect">
            <a:avLst/>
          </a:prstGeom>
        </p:spPr>
      </p:pic>
      <p:sp>
        <p:nvSpPr>
          <p:cNvPr id="13" name="Titre 12">
            <a:extLst>
              <a:ext uri="{FF2B5EF4-FFF2-40B4-BE49-F238E27FC236}">
                <a16:creationId xmlns:a16="http://schemas.microsoft.com/office/drawing/2014/main" id="{44416686-482F-9867-3F21-FAC9DD4140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71694815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fin">
    <p:bg>
      <p:bgPr>
        <a:solidFill>
          <a:srgbClr val="1B094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53C49729-F7C2-64AE-792A-AA81E248A31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10100" y="3098800"/>
            <a:ext cx="2971800" cy="660400"/>
          </a:xfrm>
          <a:prstGeom prst="rect">
            <a:avLst/>
          </a:prstGeom>
        </p:spPr>
      </p:pic>
      <p:pic>
        <p:nvPicPr>
          <p:cNvPr id="2" name="Graphique 1">
            <a:extLst>
              <a:ext uri="{FF2B5EF4-FFF2-40B4-BE49-F238E27FC236}">
                <a16:creationId xmlns:a16="http://schemas.microsoft.com/office/drawing/2014/main" id="{17B9542E-6D22-4B28-DA74-AA26B30C767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10100" y="3098800"/>
            <a:ext cx="2971800" cy="660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725570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uver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Graphique 18">
            <a:extLst>
              <a:ext uri="{FF2B5EF4-FFF2-40B4-BE49-F238E27FC236}">
                <a16:creationId xmlns:a16="http://schemas.microsoft.com/office/drawing/2014/main" id="{2B140582-2FD4-E64E-BA3E-C4B74FEBB60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31575" y="5955450"/>
            <a:ext cx="2260600" cy="351648"/>
          </a:xfrm>
          <a:prstGeom prst="rect">
            <a:avLst/>
          </a:prstGeom>
        </p:spPr>
      </p:pic>
      <p:sp>
        <p:nvSpPr>
          <p:cNvPr id="12" name="Espace réservé du texte 10">
            <a:extLst>
              <a:ext uri="{FF2B5EF4-FFF2-40B4-BE49-F238E27FC236}">
                <a16:creationId xmlns:a16="http://schemas.microsoft.com/office/drawing/2014/main" id="{EAFEA285-3E13-6A69-7915-EC5B33FE044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77698" y="4468758"/>
            <a:ext cx="4460798" cy="32146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Date (JJ.MM.AAAA)</a:t>
            </a:r>
          </a:p>
        </p:txBody>
      </p:sp>
      <p:sp>
        <p:nvSpPr>
          <p:cNvPr id="15" name="Espace réservé du texte 10">
            <a:extLst>
              <a:ext uri="{FF2B5EF4-FFF2-40B4-BE49-F238E27FC236}">
                <a16:creationId xmlns:a16="http://schemas.microsoft.com/office/drawing/2014/main" id="{8CA02F23-4FF3-BB0B-BFC9-B8CF29080A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77698" y="4122547"/>
            <a:ext cx="4460798" cy="321468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Client - Auteur</a:t>
            </a:r>
          </a:p>
        </p:txBody>
      </p:sp>
      <p:sp>
        <p:nvSpPr>
          <p:cNvPr id="4" name="Titre 1">
            <a:extLst>
              <a:ext uri="{FF2B5EF4-FFF2-40B4-BE49-F238E27FC236}">
                <a16:creationId xmlns:a16="http://schemas.microsoft.com/office/drawing/2014/main" id="{525111AB-F5AF-9FEB-4238-A73D9A9C96D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25146" y="2082538"/>
            <a:ext cx="5329554" cy="1204641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lnSpc>
                <a:spcPct val="100000"/>
              </a:lnSpc>
              <a:defRPr sz="4400" b="1" i="0">
                <a:solidFill>
                  <a:schemeClr val="accent1"/>
                </a:solidFill>
                <a:latin typeface="Plus Jakarta Sans ExtraBold" pitchFamily="2" charset="77"/>
                <a:cs typeface="Plus Jakarta Sans ExtraBold" pitchFamily="2" charset="77"/>
              </a:defRPr>
            </a:lvl1pPr>
          </a:lstStyle>
          <a:p>
            <a:r>
              <a:rPr lang="fr-FR"/>
              <a:t>Titre de la présentation</a:t>
            </a:r>
          </a:p>
        </p:txBody>
      </p:sp>
      <p:sp>
        <p:nvSpPr>
          <p:cNvPr id="18" name="Espace réservé du texte 10">
            <a:extLst>
              <a:ext uri="{FF2B5EF4-FFF2-40B4-BE49-F238E27FC236}">
                <a16:creationId xmlns:a16="http://schemas.microsoft.com/office/drawing/2014/main" id="{F94D5557-3C17-3ABE-8227-635D0E262DD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77698" y="3375892"/>
            <a:ext cx="4460798" cy="321468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pPr lvl="0"/>
            <a:r>
              <a:rPr lang="fr-FR" noProof="0"/>
              <a:t>Sous titre de la présentation</a:t>
            </a:r>
          </a:p>
        </p:txBody>
      </p:sp>
      <p:sp>
        <p:nvSpPr>
          <p:cNvPr id="23" name="Espace réservé pour une image  13">
            <a:extLst>
              <a:ext uri="{FF2B5EF4-FFF2-40B4-BE49-F238E27FC236}">
                <a16:creationId xmlns:a16="http://schemas.microsoft.com/office/drawing/2014/main" id="{E5A67A79-BACF-C48A-8FB5-67DA8895C5B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0" cy="685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0" i="0">
                <a:solidFill>
                  <a:schemeClr val="tx1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r>
              <a:rPr lang="fr-FR"/>
              <a:t>Illustration</a:t>
            </a:r>
          </a:p>
        </p:txBody>
      </p:sp>
    </p:spTree>
    <p:extLst>
      <p:ext uri="{BB962C8B-B14F-4D97-AF65-F5344CB8AC3E}">
        <p14:creationId xmlns:p14="http://schemas.microsoft.com/office/powerpoint/2010/main" val="365992359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#2 - TITRE - SECTION -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Espace réservé du texte 3">
            <a:extLst>
              <a:ext uri="{FF2B5EF4-FFF2-40B4-BE49-F238E27FC236}">
                <a16:creationId xmlns:a16="http://schemas.microsoft.com/office/drawing/2014/main" id="{A3E18104-64BE-4D18-973A-2929B10C3D6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73200" y="337820"/>
            <a:ext cx="9245600" cy="30480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 b="0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Section</a:t>
            </a:r>
            <a:endParaRPr lang="en-GB"/>
          </a:p>
        </p:txBody>
      </p:sp>
      <p:sp>
        <p:nvSpPr>
          <p:cNvPr id="22" name="Espace réservé du texte 3">
            <a:extLst>
              <a:ext uri="{FF2B5EF4-FFF2-40B4-BE49-F238E27FC236}">
                <a16:creationId xmlns:a16="http://schemas.microsoft.com/office/drawing/2014/main" id="{F7EE538C-C044-4F7E-8AC3-BE0DC6FEB7D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73200" y="12700"/>
            <a:ext cx="9245600" cy="48260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800" b="1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Titre</a:t>
            </a:r>
            <a:endParaRPr lang="en-GB"/>
          </a:p>
        </p:txBody>
      </p:sp>
      <p:sp>
        <p:nvSpPr>
          <p:cNvPr id="6" name="Espace réservé du texte 2">
            <a:extLst>
              <a:ext uri="{FF2B5EF4-FFF2-40B4-BE49-F238E27FC236}">
                <a16:creationId xmlns:a16="http://schemas.microsoft.com/office/drawing/2014/main" id="{7DE3AF05-0AB0-49E0-9D71-7AFA0D7A0E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66700" y="1130300"/>
            <a:ext cx="11658600" cy="5207000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031006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res seul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re 1">
            <a:extLst>
              <a:ext uri="{FF2B5EF4-FFF2-40B4-BE49-F238E27FC236}">
                <a16:creationId xmlns:a16="http://schemas.microsoft.com/office/drawing/2014/main" id="{FE87190B-47B2-490B-BD21-171D0E0413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4415" y="97303"/>
            <a:ext cx="10935584" cy="418376"/>
          </a:xfrm>
          <a:prstGeom prst="rect">
            <a:avLst/>
          </a:prstGeom>
        </p:spPr>
        <p:txBody>
          <a:bodyPr bIns="0" anchor="b" anchorCtr="0">
            <a:noAutofit/>
          </a:bodyPr>
          <a:lstStyle>
            <a:lvl1pPr algn="l" defTabSz="29029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lang="fr-FR" sz="1800" b="1" kern="1200" cap="all" baseline="0" dirty="0">
                <a:solidFill>
                  <a:schemeClr val="tx1">
                    <a:lumMod val="50000"/>
                  </a:schemeClr>
                </a:solidFill>
                <a:latin typeface="+mj-lt"/>
                <a:ea typeface="Montserrat" charset="0"/>
                <a:cs typeface="Montserrat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F8D0965-4A62-444C-AC16-99860F8324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94415" y="515679"/>
            <a:ext cx="10935584" cy="434883"/>
          </a:xfrm>
          <a:prstGeom prst="rect">
            <a:avLst/>
          </a:prstGeom>
        </p:spPr>
        <p:txBody>
          <a:bodyPr tIns="72000" anchor="t" anchorCtr="0">
            <a:noAutofit/>
          </a:bodyPr>
          <a:lstStyle>
            <a:lvl1pPr marL="0" indent="0">
              <a:buNone/>
              <a:defRPr lang="fr-FR" sz="1400">
                <a:solidFill>
                  <a:srgbClr val="0099FF"/>
                </a:solidFill>
                <a:ea typeface="Montserrat" charset="0"/>
                <a:cs typeface="Montserrat" charset="0"/>
              </a:defRPr>
            </a:lvl1pPr>
          </a:lstStyle>
          <a:p>
            <a:pPr marL="217717" lvl="0" indent="-217717">
              <a:lnSpc>
                <a:spcPct val="100000"/>
              </a:lnSpc>
              <a:spcBef>
                <a:spcPts val="0"/>
              </a:spcBef>
            </a:pPr>
            <a:r>
              <a:rPr lang="fr-FR"/>
              <a:t>Modifier les styles du texte du masque</a:t>
            </a:r>
          </a:p>
        </p:txBody>
      </p:sp>
      <p:sp>
        <p:nvSpPr>
          <p:cNvPr id="12" name="Espace réservé du numéro de diapositive 5">
            <a:extLst>
              <a:ext uri="{FF2B5EF4-FFF2-40B4-BE49-F238E27FC236}">
                <a16:creationId xmlns:a16="http://schemas.microsoft.com/office/drawing/2014/main" id="{90FC5E46-93AC-4EA0-AA4F-3E7BBD8556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205901" y="6544340"/>
            <a:ext cx="745612" cy="198458"/>
          </a:xfrm>
          <a:prstGeom prst="rect">
            <a:avLst/>
          </a:prstGeom>
        </p:spPr>
        <p:txBody>
          <a:bodyPr/>
          <a:lstStyle>
            <a:lvl1pPr algn="r"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fld id="{9AFCA8D8-8241-BE4B-9165-0EE2A5D02B3D}" type="slidenum">
              <a:rPr lang="fr-FR" smtClean="0"/>
              <a:pPr/>
              <a:t>‹N°›</a:t>
            </a:fld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BCB47DF1-00C0-4BF7-AE3A-CF49EB00A95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2894" y="6544341"/>
            <a:ext cx="708016" cy="198458"/>
          </a:xfrm>
          <a:prstGeom prst="rect">
            <a:avLst/>
          </a:prstGeom>
        </p:spPr>
      </p:pic>
      <p:pic>
        <p:nvPicPr>
          <p:cNvPr id="11" name="Image 10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22949" y="-479"/>
            <a:ext cx="671999" cy="1022607"/>
          </a:xfrm>
          <a:prstGeom prst="rect">
            <a:avLst/>
          </a:prstGeom>
        </p:spPr>
      </p:pic>
      <p:pic>
        <p:nvPicPr>
          <p:cNvPr id="2" name="Picture 2" descr="confidential stamp. confidential square grunge sign. confidential  Illustration , #Ad, #square, #stamp, #confidential, #Illustration, #sign">
            <a:extLst>
              <a:ext uri="{FF2B5EF4-FFF2-40B4-BE49-F238E27FC236}">
                <a16:creationId xmlns:a16="http://schemas.microsoft.com/office/drawing/2014/main" id="{71C9D751-73FC-1480-B9CE-3B382D3430C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71120">
            <a:off x="10348145" y="317614"/>
            <a:ext cx="1074982" cy="5241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0196039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de gar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 descr="Une image contenant chaîne&#10;&#10;Description générée automatiquement">
            <a:extLst>
              <a:ext uri="{FF2B5EF4-FFF2-40B4-BE49-F238E27FC236}">
                <a16:creationId xmlns:a16="http://schemas.microsoft.com/office/drawing/2014/main" id="{CA0F44A9-23AE-4CB5-AAF8-840F33D777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9" y="0"/>
            <a:ext cx="7059168" cy="6858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78DFF961-5AFF-F440-AA39-F73CF9D6A16A}"/>
              </a:ext>
            </a:extLst>
          </p:cNvPr>
          <p:cNvSpPr/>
          <p:nvPr userDrawn="1"/>
        </p:nvSpPr>
        <p:spPr>
          <a:xfrm>
            <a:off x="7060497" y="-10690"/>
            <a:ext cx="5194852" cy="6868690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19" name="Espace réservé du texte 7">
            <a:extLst>
              <a:ext uri="{FF2B5EF4-FFF2-40B4-BE49-F238E27FC236}">
                <a16:creationId xmlns:a16="http://schemas.microsoft.com/office/drawing/2014/main" id="{F9E20BBC-BC5F-664C-89DC-A122B8B14E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408715" y="5965012"/>
            <a:ext cx="4483429" cy="24622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None/>
              <a:defRPr sz="1600" b="0" i="0" baseline="0">
                <a:solidFill>
                  <a:schemeClr val="bg1"/>
                </a:solidFill>
                <a:latin typeface="+mn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Date 00.00.00</a:t>
            </a: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0FB27EB9-EA76-4AB5-BB76-10F06CFC15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408716" y="4856580"/>
            <a:ext cx="4483429" cy="923329"/>
          </a:xfrm>
        </p:spPr>
        <p:txBody>
          <a:bodyPr/>
          <a:lstStyle>
            <a:lvl1pPr>
              <a:defRPr sz="28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/>
              <a:t>Titre présentation</a:t>
            </a:r>
            <a:br>
              <a:rPr lang="fr-FR"/>
            </a:br>
            <a:endParaRPr lang="fr-FR"/>
          </a:p>
        </p:txBody>
      </p:sp>
      <p:sp>
        <p:nvSpPr>
          <p:cNvPr id="11" name="TextBox 15">
            <a:extLst>
              <a:ext uri="{FF2B5EF4-FFF2-40B4-BE49-F238E27FC236}">
                <a16:creationId xmlns:a16="http://schemas.microsoft.com/office/drawing/2014/main" id="{8B288821-CED7-4C6E-958E-0AF6FA3983D4}"/>
              </a:ext>
            </a:extLst>
          </p:cNvPr>
          <p:cNvSpPr txBox="1"/>
          <p:nvPr userDrawn="1"/>
        </p:nvSpPr>
        <p:spPr>
          <a:xfrm>
            <a:off x="332478" y="1118687"/>
            <a:ext cx="5876678" cy="61555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/>
            <a:r>
              <a:rPr lang="fr-FR" sz="2000" b="0" i="0" noProof="1">
                <a:solidFill>
                  <a:schemeClr val="bg1"/>
                </a:solidFill>
                <a:latin typeface="+mj-lt"/>
              </a:rPr>
              <a:t>Enhance Your Present,</a:t>
            </a:r>
          </a:p>
          <a:p>
            <a:pPr lvl="0"/>
            <a:r>
              <a:rPr lang="fr-FR" sz="2000" b="0" i="0" noProof="1">
                <a:solidFill>
                  <a:srgbClr val="DEFCBD"/>
                </a:solidFill>
                <a:latin typeface="+mj-lt"/>
              </a:rPr>
              <a:t>Inspire Your Future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8D81FA7-00AB-4505-A4FA-0A95AA9FF4C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739" b="24294"/>
          <a:stretch/>
        </p:blipFill>
        <p:spPr>
          <a:xfrm>
            <a:off x="197579" y="301841"/>
            <a:ext cx="2629638" cy="727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72543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de sec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FA352D1-00DA-5540-949E-A72B4B902C40}"/>
              </a:ext>
            </a:extLst>
          </p:cNvPr>
          <p:cNvSpPr/>
          <p:nvPr userDrawn="1"/>
        </p:nvSpPr>
        <p:spPr>
          <a:xfrm>
            <a:off x="0" y="0"/>
            <a:ext cx="6022224" cy="68580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DF0867B5-94D7-0141-A647-A9A5A78664D1}"/>
              </a:ext>
            </a:extLst>
          </p:cNvPr>
          <p:cNvCxnSpPr>
            <a:cxnSpLocks/>
          </p:cNvCxnSpPr>
          <p:nvPr userDrawn="1"/>
        </p:nvCxnSpPr>
        <p:spPr>
          <a:xfrm>
            <a:off x="597446" y="5339720"/>
            <a:ext cx="945515" cy="0"/>
          </a:xfrm>
          <a:prstGeom prst="line">
            <a:avLst/>
          </a:prstGeom>
          <a:ln>
            <a:solidFill>
              <a:schemeClr val="bg1">
                <a:alpha val="3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0D968193-892D-4A46-8E16-212D645D0FD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36136" y="4292870"/>
            <a:ext cx="1238161" cy="113877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spcBef>
                <a:spcPts val="0"/>
              </a:spcBef>
              <a:buClr>
                <a:schemeClr val="tx1"/>
              </a:buClr>
              <a:buNone/>
              <a:defRPr sz="8000" b="0" i="0" baseline="0">
                <a:solidFill>
                  <a:schemeClr val="accent3"/>
                </a:solidFill>
                <a:latin typeface="+mn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14" name="Espace réservé du texte 7">
            <a:extLst>
              <a:ext uri="{FF2B5EF4-FFF2-40B4-BE49-F238E27FC236}">
                <a16:creationId xmlns:a16="http://schemas.microsoft.com/office/drawing/2014/main" id="{429C225A-0ECC-1E46-A522-1BC7373F4E9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912018" y="4295954"/>
            <a:ext cx="3788392" cy="98296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3500" b="0" i="0" baseline="0">
                <a:solidFill>
                  <a:schemeClr val="accent3"/>
                </a:solidFill>
                <a:latin typeface="+mn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</a:t>
            </a:r>
            <a:br>
              <a:rPr lang="fr-FR"/>
            </a:br>
            <a:r>
              <a:rPr lang="fr-FR"/>
              <a:t>Partie</a:t>
            </a:r>
          </a:p>
        </p:txBody>
      </p:sp>
      <p:pic>
        <p:nvPicPr>
          <p:cNvPr id="10" name="Image 9" descr="Une image contenant nature, outil, canyon, balai&#10;&#10;Description générée automatiquement">
            <a:extLst>
              <a:ext uri="{FF2B5EF4-FFF2-40B4-BE49-F238E27FC236}">
                <a16:creationId xmlns:a16="http://schemas.microsoft.com/office/drawing/2014/main" id="{77CB9BD3-168E-4BBA-9B83-2D24652904F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07024" y="0"/>
            <a:ext cx="6284976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3613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de sect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age 9" descr="Une image contenant nature, outil, canyon, balai&#10;&#10;Description générée automatiquement">
            <a:extLst>
              <a:ext uri="{FF2B5EF4-FFF2-40B4-BE49-F238E27FC236}">
                <a16:creationId xmlns:a16="http://schemas.microsoft.com/office/drawing/2014/main" id="{D24BE4BE-8476-48A5-9C82-43A6F56F5E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07024" y="0"/>
            <a:ext cx="6284976" cy="6858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9CAC9F52-73BA-4CE9-92C0-4878021B63B3}"/>
              </a:ext>
            </a:extLst>
          </p:cNvPr>
          <p:cNvSpPr/>
          <p:nvPr userDrawn="1"/>
        </p:nvSpPr>
        <p:spPr>
          <a:xfrm>
            <a:off x="0" y="0"/>
            <a:ext cx="5907024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0D968193-892D-4A46-8E16-212D645D0FD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36136" y="4292870"/>
            <a:ext cx="1238161" cy="113877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r">
              <a:spcBef>
                <a:spcPts val="0"/>
              </a:spcBef>
              <a:buClr>
                <a:schemeClr val="tx1"/>
              </a:buClr>
              <a:buNone/>
              <a:defRPr sz="8000" b="0" i="0" baseline="0">
                <a:solidFill>
                  <a:schemeClr val="accent3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14" name="Espace réservé du texte 7">
            <a:extLst>
              <a:ext uri="{FF2B5EF4-FFF2-40B4-BE49-F238E27FC236}">
                <a16:creationId xmlns:a16="http://schemas.microsoft.com/office/drawing/2014/main" id="{429C225A-0ECC-1E46-A522-1BC7373F4E9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912018" y="4295954"/>
            <a:ext cx="3788392" cy="98296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3500" b="0" i="0" baseline="0">
                <a:solidFill>
                  <a:schemeClr val="accent3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</a:t>
            </a:r>
            <a:br>
              <a:rPr lang="fr-FR"/>
            </a:br>
            <a:r>
              <a:rPr lang="fr-FR"/>
              <a:t>Partie</a:t>
            </a:r>
          </a:p>
        </p:txBody>
      </p:sp>
    </p:spTree>
    <p:extLst>
      <p:ext uri="{BB962C8B-B14F-4D97-AF65-F5344CB8AC3E}">
        <p14:creationId xmlns:p14="http://schemas.microsoft.com/office/powerpoint/2010/main" val="355255143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calair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arbre, plante, fermer, brocoli&#10;&#10;Description générée automatiquement">
            <a:extLst>
              <a:ext uri="{FF2B5EF4-FFF2-40B4-BE49-F238E27FC236}">
                <a16:creationId xmlns:a16="http://schemas.microsoft.com/office/drawing/2014/main" id="{C199DBBE-8D06-4717-9C9C-4872DAB62BF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60" y="0"/>
            <a:ext cx="6998208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09FDC169-8B61-1B41-BD0F-3C0D0D94CC1D}"/>
              </a:ext>
            </a:extLst>
          </p:cNvPr>
          <p:cNvSpPr/>
          <p:nvPr userDrawn="1"/>
        </p:nvSpPr>
        <p:spPr>
          <a:xfrm>
            <a:off x="6997148" y="0"/>
            <a:ext cx="5194852" cy="68580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00863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calai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nature, outil, canyon, balai&#10;&#10;Description générée automatiquement">
            <a:extLst>
              <a:ext uri="{FF2B5EF4-FFF2-40B4-BE49-F238E27FC236}">
                <a16:creationId xmlns:a16="http://schemas.microsoft.com/office/drawing/2014/main" id="{77B22B11-2CE9-444C-AEEC-0095F8919AA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284976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256471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33884F4-1562-4764-9171-67B9C946E6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14" name="Espace réservé du texte 3">
            <a:extLst>
              <a:ext uri="{FF2B5EF4-FFF2-40B4-BE49-F238E27FC236}">
                <a16:creationId xmlns:a16="http://schemas.microsoft.com/office/drawing/2014/main" id="{C61908B7-4E0F-48ED-A615-319914B0210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145219"/>
            <a:ext cx="10515600" cy="50317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76044935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et contenu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66D3B74-2550-4470-981D-95AB454B64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9" name="Espace réservé du texte 3">
            <a:extLst>
              <a:ext uri="{FF2B5EF4-FFF2-40B4-BE49-F238E27FC236}">
                <a16:creationId xmlns:a16="http://schemas.microsoft.com/office/drawing/2014/main" id="{49C3AA63-39F2-415D-B7E5-2336927EF84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838200" y="1145219"/>
            <a:ext cx="10515600" cy="50317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</p:txBody>
      </p:sp>
    </p:spTree>
    <p:extLst>
      <p:ext uri="{BB962C8B-B14F-4D97-AF65-F5344CB8AC3E}">
        <p14:creationId xmlns:p14="http://schemas.microsoft.com/office/powerpoint/2010/main" val="418556645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1370527-FFEB-4359-8284-A2338FED0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2" y="193429"/>
            <a:ext cx="10297357" cy="492626"/>
          </a:xfrm>
        </p:spPr>
        <p:txBody>
          <a:bodyPr anchor="t">
            <a:normAutofit/>
          </a:bodyPr>
          <a:lstStyle>
            <a:lvl1pPr>
              <a:defRPr sz="1800"/>
            </a:lvl1pPr>
          </a:lstStyle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17070907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Espace réservé pour une image  2">
            <a:extLst>
              <a:ext uri="{FF2B5EF4-FFF2-40B4-BE49-F238E27FC236}">
                <a16:creationId xmlns:a16="http://schemas.microsoft.com/office/drawing/2014/main" id="{550644D9-C3AF-7E40-82DA-EE8EC77727EE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467725" y="1023150"/>
            <a:ext cx="3724275" cy="368964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fr-FR"/>
              <a:t>Insérez une image ou bloc couleur</a:t>
            </a:r>
          </a:p>
          <a:p>
            <a:endParaRPr lang="fr-FR"/>
          </a:p>
        </p:txBody>
      </p:sp>
      <p:sp>
        <p:nvSpPr>
          <p:cNvPr id="18" name="Espace réservé pour une image  2">
            <a:extLst>
              <a:ext uri="{FF2B5EF4-FFF2-40B4-BE49-F238E27FC236}">
                <a16:creationId xmlns:a16="http://schemas.microsoft.com/office/drawing/2014/main" id="{CA2AD629-1296-2044-9851-9D694F84AE3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733570" y="1023150"/>
            <a:ext cx="3724275" cy="368964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fr-FR"/>
              <a:t>Insérez une image ou bloc couleur</a:t>
            </a:r>
          </a:p>
          <a:p>
            <a:endParaRPr lang="fr-FR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F9DFA81E-E1F0-4E1A-BD2C-E2DF7E83ED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EE1CF3AF-126A-4615-81E0-7B32E25BAC8C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id="{6BD3FE12-5BDF-4439-B7B9-232D0B04D96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447675" y="1344613"/>
            <a:ext cx="3838575" cy="5281612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 sz="1100"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 sz="1050"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 sz="1050">
                <a:solidFill>
                  <a:schemeClr val="bg1"/>
                </a:solidFill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263349314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452C4BE-EAEF-5549-AE49-3418049A09E4}"/>
              </a:ext>
            </a:extLst>
          </p:cNvPr>
          <p:cNvSpPr/>
          <p:nvPr userDrawn="1"/>
        </p:nvSpPr>
        <p:spPr>
          <a:xfrm>
            <a:off x="7469559" y="0"/>
            <a:ext cx="4723690" cy="68580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id="{5793CAD2-92F9-2146-AD04-972AEBC7EB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458529" y="1469572"/>
            <a:ext cx="2745750" cy="3918857"/>
          </a:xfrm>
          <a:prstGeom prst="rect">
            <a:avLst/>
          </a:prstGeom>
        </p:spPr>
      </p:pic>
      <p:sp>
        <p:nvSpPr>
          <p:cNvPr id="17" name="Espace réservé du texte 7">
            <a:extLst>
              <a:ext uri="{FF2B5EF4-FFF2-40B4-BE49-F238E27FC236}">
                <a16:creationId xmlns:a16="http://schemas.microsoft.com/office/drawing/2014/main" id="{EF02179F-5EBF-774D-AE21-10415057AF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466584"/>
            <a:ext cx="2880000" cy="28712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sp>
        <p:nvSpPr>
          <p:cNvPr id="23" name="Espace réservé du texte 7">
            <a:extLst>
              <a:ext uri="{FF2B5EF4-FFF2-40B4-BE49-F238E27FC236}">
                <a16:creationId xmlns:a16="http://schemas.microsoft.com/office/drawing/2014/main" id="{AE29D890-7EA6-1E4C-893D-C0CE3B861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58321" y="1466584"/>
            <a:ext cx="2880000" cy="28712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9BB50CD2-EC2A-488C-81FE-F087BB5F69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631051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3357D727-14D7-4D5D-AE6D-92ABF9599886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11" name="Espace réservé du texte 10">
            <a:extLst>
              <a:ext uri="{FF2B5EF4-FFF2-40B4-BE49-F238E27FC236}">
                <a16:creationId xmlns:a16="http://schemas.microsoft.com/office/drawing/2014/main" id="{EA15E6BC-649C-4E51-9277-817A7C873ED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447675" y="2035175"/>
            <a:ext cx="2879725" cy="4052888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20" name="Espace réservé du texte 10">
            <a:extLst>
              <a:ext uri="{FF2B5EF4-FFF2-40B4-BE49-F238E27FC236}">
                <a16:creationId xmlns:a16="http://schemas.microsoft.com/office/drawing/2014/main" id="{E0F3895C-02BA-4B1C-BB95-DDB4F266756D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3958321" y="2035175"/>
            <a:ext cx="2879725" cy="4052888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362058156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452C4BE-EAEF-5549-AE49-3418049A09E4}"/>
              </a:ext>
            </a:extLst>
          </p:cNvPr>
          <p:cNvSpPr/>
          <p:nvPr userDrawn="1"/>
        </p:nvSpPr>
        <p:spPr>
          <a:xfrm>
            <a:off x="7469559" y="0"/>
            <a:ext cx="4723690" cy="68580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sp>
        <p:nvSpPr>
          <p:cNvPr id="17" name="Espace réservé du texte 7">
            <a:extLst>
              <a:ext uri="{FF2B5EF4-FFF2-40B4-BE49-F238E27FC236}">
                <a16:creationId xmlns:a16="http://schemas.microsoft.com/office/drawing/2014/main" id="{EF02179F-5EBF-774D-AE21-10415057AF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091153"/>
            <a:ext cx="6617104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cxnSp>
        <p:nvCxnSpPr>
          <p:cNvPr id="19" name="Straight Arrow Connector 21">
            <a:extLst>
              <a:ext uri="{FF2B5EF4-FFF2-40B4-BE49-F238E27FC236}">
                <a16:creationId xmlns:a16="http://schemas.microsoft.com/office/drawing/2014/main" id="{F80D6559-90A2-0F4E-93D3-D156EA2B9E1C}"/>
              </a:ext>
            </a:extLst>
          </p:cNvPr>
          <p:cNvCxnSpPr>
            <a:cxnSpLocks/>
          </p:cNvCxnSpPr>
          <p:nvPr userDrawn="1"/>
        </p:nvCxnSpPr>
        <p:spPr>
          <a:xfrm>
            <a:off x="447084" y="1468174"/>
            <a:ext cx="411775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Espace réservé du texte 7">
            <a:extLst>
              <a:ext uri="{FF2B5EF4-FFF2-40B4-BE49-F238E27FC236}">
                <a16:creationId xmlns:a16="http://schemas.microsoft.com/office/drawing/2014/main" id="{FDBBFCEF-48CA-7A40-AB3D-7DE751CD1F1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882205" y="1091153"/>
            <a:ext cx="4065955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cxnSp>
        <p:nvCxnSpPr>
          <p:cNvPr id="26" name="Straight Arrow Connector 21">
            <a:extLst>
              <a:ext uri="{FF2B5EF4-FFF2-40B4-BE49-F238E27FC236}">
                <a16:creationId xmlns:a16="http://schemas.microsoft.com/office/drawing/2014/main" id="{2A8DFEA4-E3A1-6F4A-AEA7-BB0BDEAA7F2C}"/>
              </a:ext>
            </a:extLst>
          </p:cNvPr>
          <p:cNvCxnSpPr>
            <a:cxnSpLocks/>
          </p:cNvCxnSpPr>
          <p:nvPr userDrawn="1"/>
        </p:nvCxnSpPr>
        <p:spPr>
          <a:xfrm>
            <a:off x="7882205" y="1468174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7EAAA77C-E7FF-4619-9906-AB48079291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631051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1D898014-DB29-480F-A864-C19579FF8513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15" name="Espace réservé du texte 5">
            <a:extLst>
              <a:ext uri="{FF2B5EF4-FFF2-40B4-BE49-F238E27FC236}">
                <a16:creationId xmlns:a16="http://schemas.microsoft.com/office/drawing/2014/main" id="{F6EFF690-52D9-41AC-8B63-062D279E52F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882205" y="1651448"/>
            <a:ext cx="4065955" cy="4437082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 sz="1100"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 sz="1050"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 sz="1050">
                <a:solidFill>
                  <a:schemeClr val="bg1"/>
                </a:solidFill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16" name="Espace réservé du texte 10">
            <a:extLst>
              <a:ext uri="{FF2B5EF4-FFF2-40B4-BE49-F238E27FC236}">
                <a16:creationId xmlns:a16="http://schemas.microsoft.com/office/drawing/2014/main" id="{570AF3F0-7E62-4D22-91DF-0E90762C915B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447675" y="1651449"/>
            <a:ext cx="6616513" cy="4436614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45642426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ABDD0971-C8A7-B44B-BDCC-3E8A05C0453B}"/>
              </a:ext>
            </a:extLst>
          </p:cNvPr>
          <p:cNvSpPr/>
          <p:nvPr userDrawn="1"/>
        </p:nvSpPr>
        <p:spPr>
          <a:xfrm>
            <a:off x="9327598" y="0"/>
            <a:ext cx="2880000" cy="6858000"/>
          </a:xfrm>
          <a:prstGeom prst="rect">
            <a:avLst/>
          </a:prstGeom>
          <a:solidFill>
            <a:srgbClr val="96AD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5031BCE4-A106-C746-BCE3-8BD4373DF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629579" y="2549742"/>
            <a:ext cx="2276039" cy="1758517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A8B369A5-6CF3-46BF-AE80-46E4597AA5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815420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82169370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452C4BE-EAEF-5549-AE49-3418049A09E4}"/>
              </a:ext>
            </a:extLst>
          </p:cNvPr>
          <p:cNvSpPr/>
          <p:nvPr userDrawn="1"/>
        </p:nvSpPr>
        <p:spPr>
          <a:xfrm>
            <a:off x="7469559" y="0"/>
            <a:ext cx="472369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sp>
        <p:nvSpPr>
          <p:cNvPr id="17" name="Espace réservé du texte 7">
            <a:extLst>
              <a:ext uri="{FF2B5EF4-FFF2-40B4-BE49-F238E27FC236}">
                <a16:creationId xmlns:a16="http://schemas.microsoft.com/office/drawing/2014/main" id="{EF02179F-5EBF-774D-AE21-10415057AF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569355"/>
            <a:ext cx="6617104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sp>
        <p:nvSpPr>
          <p:cNvPr id="18" name="Espace réservé du texte 7">
            <a:extLst>
              <a:ext uri="{FF2B5EF4-FFF2-40B4-BE49-F238E27FC236}">
                <a16:creationId xmlns:a16="http://schemas.microsoft.com/office/drawing/2014/main" id="{F2A976EE-5A7B-754E-BFA2-6192A42FD1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47084" y="2138159"/>
            <a:ext cx="6617104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None/>
              <a:defRPr sz="1400" b="1" i="0" baseline="0">
                <a:solidFill>
                  <a:schemeClr val="accent2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2</a:t>
            </a:r>
          </a:p>
        </p:txBody>
      </p:sp>
      <p:cxnSp>
        <p:nvCxnSpPr>
          <p:cNvPr id="19" name="Straight Arrow Connector 21">
            <a:extLst>
              <a:ext uri="{FF2B5EF4-FFF2-40B4-BE49-F238E27FC236}">
                <a16:creationId xmlns:a16="http://schemas.microsoft.com/office/drawing/2014/main" id="{F80D6559-90A2-0F4E-93D3-D156EA2B9E1C}"/>
              </a:ext>
            </a:extLst>
          </p:cNvPr>
          <p:cNvCxnSpPr>
            <a:cxnSpLocks/>
          </p:cNvCxnSpPr>
          <p:nvPr userDrawn="1"/>
        </p:nvCxnSpPr>
        <p:spPr>
          <a:xfrm>
            <a:off x="447084" y="1946376"/>
            <a:ext cx="411775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Espace réservé du texte 7">
            <a:extLst>
              <a:ext uri="{FF2B5EF4-FFF2-40B4-BE49-F238E27FC236}">
                <a16:creationId xmlns:a16="http://schemas.microsoft.com/office/drawing/2014/main" id="{FDBBFCEF-48CA-7A40-AB3D-7DE751CD1F1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882205" y="1091153"/>
            <a:ext cx="4065955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rgbClr val="DEFCBD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cxnSp>
        <p:nvCxnSpPr>
          <p:cNvPr id="26" name="Straight Arrow Connector 21">
            <a:extLst>
              <a:ext uri="{FF2B5EF4-FFF2-40B4-BE49-F238E27FC236}">
                <a16:creationId xmlns:a16="http://schemas.microsoft.com/office/drawing/2014/main" id="{2A8DFEA4-E3A1-6F4A-AEA7-BB0BDEAA7F2C}"/>
              </a:ext>
            </a:extLst>
          </p:cNvPr>
          <p:cNvCxnSpPr>
            <a:cxnSpLocks/>
          </p:cNvCxnSpPr>
          <p:nvPr userDrawn="1"/>
        </p:nvCxnSpPr>
        <p:spPr>
          <a:xfrm>
            <a:off x="7882205" y="1468174"/>
            <a:ext cx="410399" cy="0"/>
          </a:xfrm>
          <a:prstGeom prst="straightConnector1">
            <a:avLst/>
          </a:prstGeom>
          <a:ln w="12700" cap="rnd">
            <a:solidFill>
              <a:schemeClr val="bg1"/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Espace réservé du texte 7">
            <a:extLst>
              <a:ext uri="{FF2B5EF4-FFF2-40B4-BE49-F238E27FC236}">
                <a16:creationId xmlns:a16="http://schemas.microsoft.com/office/drawing/2014/main" id="{4276CC62-3150-B140-86AD-FD878A5B2B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47084" y="984786"/>
            <a:ext cx="6617104" cy="1692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None/>
              <a:defRPr sz="1100" b="0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Nom porteur de l’offre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9766075C-5B39-421A-8329-56B621178A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631051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75CD8F3E-4599-43A4-8918-7F2E3999D67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20" name="Espace réservé du texte 5">
            <a:extLst>
              <a:ext uri="{FF2B5EF4-FFF2-40B4-BE49-F238E27FC236}">
                <a16:creationId xmlns:a16="http://schemas.microsoft.com/office/drawing/2014/main" id="{3F1CD7DD-D181-49CC-AB23-044798C25612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882205" y="1651448"/>
            <a:ext cx="4065955" cy="4437082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 sz="1100"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 sz="1050"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 sz="1050">
                <a:solidFill>
                  <a:schemeClr val="bg1"/>
                </a:solidFill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23" name="Espace réservé du texte 10">
            <a:extLst>
              <a:ext uri="{FF2B5EF4-FFF2-40B4-BE49-F238E27FC236}">
                <a16:creationId xmlns:a16="http://schemas.microsoft.com/office/drawing/2014/main" id="{7D1D7BFA-E030-42C2-BA65-D77EBDBBED19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447675" y="2422269"/>
            <a:ext cx="6616513" cy="3665793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21691501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Espace réservé pour une image  17">
            <a:extLst>
              <a:ext uri="{FF2B5EF4-FFF2-40B4-BE49-F238E27FC236}">
                <a16:creationId xmlns:a16="http://schemas.microsoft.com/office/drawing/2014/main" id="{E9DDA93C-1418-B04A-81F3-105CC3DCE5F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724400" y="0"/>
            <a:ext cx="7467600" cy="4140200"/>
          </a:xfrm>
          <a:prstGeom prst="rect">
            <a:avLst/>
          </a:prstGeom>
        </p:spPr>
        <p:txBody>
          <a:bodyPr anchor="ctr"/>
          <a:lstStyle>
            <a:lvl1pPr algn="ctr">
              <a:defRPr/>
            </a:lvl1pPr>
          </a:lstStyle>
          <a:p>
            <a:endParaRPr lang="fr-FR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31BFC47-769E-BC49-AD97-190E89AD13B7}"/>
              </a:ext>
            </a:extLst>
          </p:cNvPr>
          <p:cNvSpPr/>
          <p:nvPr userDrawn="1"/>
        </p:nvSpPr>
        <p:spPr>
          <a:xfrm>
            <a:off x="7472844" y="4140200"/>
            <a:ext cx="4719155" cy="27178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34E77B4-5F63-4B46-9B56-BD4C29DD90F6}"/>
              </a:ext>
            </a:extLst>
          </p:cNvPr>
          <p:cNvSpPr/>
          <p:nvPr userDrawn="1"/>
        </p:nvSpPr>
        <p:spPr>
          <a:xfrm>
            <a:off x="4723691" y="4140200"/>
            <a:ext cx="2749154" cy="2717800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FF8FFA51-F643-6A41-B9D4-2C9AE203222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88081" y="4788913"/>
            <a:ext cx="1420374" cy="1420374"/>
          </a:xfrm>
          <a:prstGeom prst="rect">
            <a:avLst/>
          </a:prstGeom>
        </p:spPr>
      </p:pic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75BB8309-E14D-DC4E-96FC-D3742210CBF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207891"/>
            <a:ext cx="4051099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sp>
        <p:nvSpPr>
          <p:cNvPr id="13" name="Espace réservé du texte 7">
            <a:extLst>
              <a:ext uri="{FF2B5EF4-FFF2-40B4-BE49-F238E27FC236}">
                <a16:creationId xmlns:a16="http://schemas.microsoft.com/office/drawing/2014/main" id="{62FB8F45-1942-4541-AE15-2132F3280B9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47084" y="1776695"/>
            <a:ext cx="405109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None/>
              <a:defRPr sz="1400" b="1" i="0" baseline="0">
                <a:solidFill>
                  <a:schemeClr val="accent2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2</a:t>
            </a:r>
          </a:p>
        </p:txBody>
      </p:sp>
      <p:cxnSp>
        <p:nvCxnSpPr>
          <p:cNvPr id="14" name="Straight Arrow Connector 21">
            <a:extLst>
              <a:ext uri="{FF2B5EF4-FFF2-40B4-BE49-F238E27FC236}">
                <a16:creationId xmlns:a16="http://schemas.microsoft.com/office/drawing/2014/main" id="{A11694EB-EA2A-B844-9CF5-9DAFAD1CC128}"/>
              </a:ext>
            </a:extLst>
          </p:cNvPr>
          <p:cNvCxnSpPr>
            <a:cxnSpLocks/>
          </p:cNvCxnSpPr>
          <p:nvPr userDrawn="1"/>
        </p:nvCxnSpPr>
        <p:spPr>
          <a:xfrm>
            <a:off x="447084" y="1584912"/>
            <a:ext cx="411775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Espace réservé du texte 7">
            <a:extLst>
              <a:ext uri="{FF2B5EF4-FFF2-40B4-BE49-F238E27FC236}">
                <a16:creationId xmlns:a16="http://schemas.microsoft.com/office/drawing/2014/main" id="{81886FDF-1E12-4442-B593-C70319D8839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963616" y="4909428"/>
            <a:ext cx="3812747" cy="37010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600" b="1" i="0" baseline="0">
                <a:solidFill>
                  <a:schemeClr val="bg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Phrase clé</a:t>
            </a:r>
          </a:p>
        </p:txBody>
      </p:sp>
      <p:sp>
        <p:nvSpPr>
          <p:cNvPr id="2" name="Espace réservé du numéro de diapositive 1">
            <a:extLst>
              <a:ext uri="{FF2B5EF4-FFF2-40B4-BE49-F238E27FC236}">
                <a16:creationId xmlns:a16="http://schemas.microsoft.com/office/drawing/2014/main" id="{57BE3B5E-CE60-408B-9394-08AF7CA07066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6" name="Titre 5">
            <a:extLst>
              <a:ext uri="{FF2B5EF4-FFF2-40B4-BE49-F238E27FC236}">
                <a16:creationId xmlns:a16="http://schemas.microsoft.com/office/drawing/2014/main" id="{E2E58B78-2A38-4B0E-ADEC-683FE04E2B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356660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17" name="Espace réservé du texte 10">
            <a:extLst>
              <a:ext uri="{FF2B5EF4-FFF2-40B4-BE49-F238E27FC236}">
                <a16:creationId xmlns:a16="http://schemas.microsoft.com/office/drawing/2014/main" id="{D88CC628-AA0E-46CE-8193-3A8D30154777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447084" y="2069087"/>
            <a:ext cx="4051100" cy="4018975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139675590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 12">
            <a:extLst>
              <a:ext uri="{FF2B5EF4-FFF2-40B4-BE49-F238E27FC236}">
                <a16:creationId xmlns:a16="http://schemas.microsoft.com/office/drawing/2014/main" id="{06DD300C-737C-9E4C-A050-BA0E5130725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00488" y="1018048"/>
            <a:ext cx="3519913" cy="2639935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F87FFFE-7450-974F-886B-67302EAC68E8}"/>
              </a:ext>
            </a:extLst>
          </p:cNvPr>
          <p:cNvSpPr/>
          <p:nvPr userDrawn="1"/>
        </p:nvSpPr>
        <p:spPr>
          <a:xfrm>
            <a:off x="0" y="1018047"/>
            <a:ext cx="6100488" cy="2639936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DEFCBD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5C35B34-3AD4-5B47-86AD-FA6BD9A128ED}"/>
              </a:ext>
            </a:extLst>
          </p:cNvPr>
          <p:cNvSpPr/>
          <p:nvPr userDrawn="1"/>
        </p:nvSpPr>
        <p:spPr>
          <a:xfrm>
            <a:off x="9207601" y="1018048"/>
            <a:ext cx="2984399" cy="2639935"/>
          </a:xfrm>
          <a:prstGeom prst="rect">
            <a:avLst/>
          </a:prstGeom>
          <a:solidFill>
            <a:srgbClr val="5EC4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5EC480"/>
              </a:solidFill>
            </a:endParaRPr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id="{A82595C3-9637-194D-8E12-7BC57FB848D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2266" y="1591192"/>
            <a:ext cx="2215068" cy="1493647"/>
          </a:xfrm>
          <a:prstGeom prst="rect">
            <a:avLst/>
          </a:prstGeom>
        </p:spPr>
      </p:pic>
      <p:cxnSp>
        <p:nvCxnSpPr>
          <p:cNvPr id="12" name="Straight Arrow Connector 21">
            <a:extLst>
              <a:ext uri="{FF2B5EF4-FFF2-40B4-BE49-F238E27FC236}">
                <a16:creationId xmlns:a16="http://schemas.microsoft.com/office/drawing/2014/main" id="{C2E77850-DAAD-5D48-B044-B502ADC56371}"/>
              </a:ext>
            </a:extLst>
          </p:cNvPr>
          <p:cNvCxnSpPr>
            <a:cxnSpLocks/>
          </p:cNvCxnSpPr>
          <p:nvPr userDrawn="1"/>
        </p:nvCxnSpPr>
        <p:spPr>
          <a:xfrm>
            <a:off x="447038" y="4277903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21">
            <a:extLst>
              <a:ext uri="{FF2B5EF4-FFF2-40B4-BE49-F238E27FC236}">
                <a16:creationId xmlns:a16="http://schemas.microsoft.com/office/drawing/2014/main" id="{9B330407-CD74-244B-A533-16B89A20E6E7}"/>
              </a:ext>
            </a:extLst>
          </p:cNvPr>
          <p:cNvCxnSpPr>
            <a:cxnSpLocks/>
          </p:cNvCxnSpPr>
          <p:nvPr userDrawn="1"/>
        </p:nvCxnSpPr>
        <p:spPr>
          <a:xfrm>
            <a:off x="9267545" y="4277903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1">
            <a:extLst>
              <a:ext uri="{FF2B5EF4-FFF2-40B4-BE49-F238E27FC236}">
                <a16:creationId xmlns:a16="http://schemas.microsoft.com/office/drawing/2014/main" id="{51801828-BA18-F641-B0C1-A0877BAD9A0B}"/>
              </a:ext>
            </a:extLst>
          </p:cNvPr>
          <p:cNvCxnSpPr>
            <a:cxnSpLocks/>
          </p:cNvCxnSpPr>
          <p:nvPr userDrawn="1"/>
        </p:nvCxnSpPr>
        <p:spPr>
          <a:xfrm>
            <a:off x="6320971" y="4277903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1">
            <a:extLst>
              <a:ext uri="{FF2B5EF4-FFF2-40B4-BE49-F238E27FC236}">
                <a16:creationId xmlns:a16="http://schemas.microsoft.com/office/drawing/2014/main" id="{5F1D6481-6A68-4242-A3D7-DE173271D2DC}"/>
              </a:ext>
            </a:extLst>
          </p:cNvPr>
          <p:cNvCxnSpPr>
            <a:cxnSpLocks/>
          </p:cNvCxnSpPr>
          <p:nvPr userDrawn="1"/>
        </p:nvCxnSpPr>
        <p:spPr>
          <a:xfrm>
            <a:off x="3381567" y="4277903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re 1">
            <a:extLst>
              <a:ext uri="{FF2B5EF4-FFF2-40B4-BE49-F238E27FC236}">
                <a16:creationId xmlns:a16="http://schemas.microsoft.com/office/drawing/2014/main" id="{8C619DA1-4643-4F43-A307-BEE330F559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CB03278-D8D0-4B08-98E8-4BBF29EBE87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15" name="Espace réservé du texte 14">
            <a:extLst>
              <a:ext uri="{FF2B5EF4-FFF2-40B4-BE49-F238E27FC236}">
                <a16:creationId xmlns:a16="http://schemas.microsoft.com/office/drawing/2014/main" id="{C4190BDC-F4BD-4529-A9C1-B02967E61AEA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447038" y="4462463"/>
            <a:ext cx="2592000" cy="1992312"/>
          </a:xfrm>
        </p:spPr>
        <p:txBody>
          <a:bodyPr>
            <a:normAutofit/>
          </a:bodyPr>
          <a:lstStyle>
            <a:lvl1pPr>
              <a:defRPr sz="1100"/>
            </a:lvl1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27" name="Espace réservé du texte 14">
            <a:extLst>
              <a:ext uri="{FF2B5EF4-FFF2-40B4-BE49-F238E27FC236}">
                <a16:creationId xmlns:a16="http://schemas.microsoft.com/office/drawing/2014/main" id="{1EDBC576-090C-411C-A8DF-3D2A093AA01B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3393612" y="4462463"/>
            <a:ext cx="2592000" cy="1992312"/>
          </a:xfrm>
        </p:spPr>
        <p:txBody>
          <a:bodyPr>
            <a:normAutofit/>
          </a:bodyPr>
          <a:lstStyle>
            <a:lvl1pPr>
              <a:defRPr sz="1100"/>
            </a:lvl1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28" name="Espace réservé du texte 14">
            <a:extLst>
              <a:ext uri="{FF2B5EF4-FFF2-40B4-BE49-F238E27FC236}">
                <a16:creationId xmlns:a16="http://schemas.microsoft.com/office/drawing/2014/main" id="{93873087-569A-405D-8FC9-5B7635EC1838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320971" y="4462463"/>
            <a:ext cx="2592000" cy="1992312"/>
          </a:xfrm>
        </p:spPr>
        <p:txBody>
          <a:bodyPr>
            <a:normAutofit/>
          </a:bodyPr>
          <a:lstStyle>
            <a:lvl1pPr>
              <a:defRPr sz="1100"/>
            </a:lvl1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29" name="Espace réservé du texte 14">
            <a:extLst>
              <a:ext uri="{FF2B5EF4-FFF2-40B4-BE49-F238E27FC236}">
                <a16:creationId xmlns:a16="http://schemas.microsoft.com/office/drawing/2014/main" id="{F83228CB-B107-4D91-AA2F-1488885DAA83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9267545" y="4462463"/>
            <a:ext cx="2592000" cy="1992312"/>
          </a:xfrm>
        </p:spPr>
        <p:txBody>
          <a:bodyPr>
            <a:normAutofit/>
          </a:bodyPr>
          <a:lstStyle>
            <a:lvl1pPr>
              <a:defRPr sz="1100"/>
            </a:lvl1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30" name="Espace réservé du texte 14">
            <a:extLst>
              <a:ext uri="{FF2B5EF4-FFF2-40B4-BE49-F238E27FC236}">
                <a16:creationId xmlns:a16="http://schemas.microsoft.com/office/drawing/2014/main" id="{1DACC32F-CC2A-4907-A606-A73154BE410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47038" y="3847641"/>
            <a:ext cx="2592000" cy="284693"/>
          </a:xfrm>
        </p:spPr>
        <p:txBody>
          <a:bodyPr vert="horz" wrap="square" lIns="0" tIns="0" rIns="0" bIns="0" rtlCol="0">
            <a:spAutoFit/>
          </a:bodyPr>
          <a:lstStyle>
            <a:lvl1pPr>
              <a:defRPr lang="fr-FR" sz="2000" b="0" i="0" baseline="0" dirty="0" smtClean="0">
                <a:solidFill>
                  <a:srgbClr val="1A1C30"/>
                </a:solidFill>
                <a:latin typeface="+mj-lt"/>
              </a:defRPr>
            </a:lvl1pPr>
          </a:lstStyle>
          <a:p>
            <a:pPr lvl="0">
              <a:spcBef>
                <a:spcPts val="0"/>
              </a:spcBef>
              <a:buClr>
                <a:schemeClr val="tx1"/>
              </a:buClr>
            </a:pPr>
            <a:r>
              <a:rPr lang="fr-FR"/>
              <a:t>Conseil &amp; AMOA</a:t>
            </a:r>
          </a:p>
        </p:txBody>
      </p:sp>
      <p:sp>
        <p:nvSpPr>
          <p:cNvPr id="31" name="Espace réservé du texte 14">
            <a:extLst>
              <a:ext uri="{FF2B5EF4-FFF2-40B4-BE49-F238E27FC236}">
                <a16:creationId xmlns:a16="http://schemas.microsoft.com/office/drawing/2014/main" id="{8FDF18CD-F3CB-418D-9BD2-D170927F9DFD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3393612" y="3842542"/>
            <a:ext cx="2592000" cy="284693"/>
          </a:xfrm>
        </p:spPr>
        <p:txBody>
          <a:bodyPr vert="horz" wrap="square" lIns="0" tIns="0" rIns="0" bIns="0" rtlCol="0">
            <a:spAutoFit/>
          </a:bodyPr>
          <a:lstStyle>
            <a:lvl1pPr>
              <a:defRPr lang="fr-FR" sz="2000" b="0" i="0" baseline="0" dirty="0" smtClean="0">
                <a:solidFill>
                  <a:srgbClr val="96ADE3"/>
                </a:solidFill>
                <a:latin typeface="+mj-lt"/>
              </a:defRPr>
            </a:lvl1pPr>
          </a:lstStyle>
          <a:p>
            <a:pPr lvl="0">
              <a:spcBef>
                <a:spcPts val="0"/>
              </a:spcBef>
              <a:buClr>
                <a:schemeClr val="tx1"/>
              </a:buClr>
            </a:pPr>
            <a:r>
              <a:rPr lang="fr-FR"/>
              <a:t>CFO solutions</a:t>
            </a:r>
          </a:p>
        </p:txBody>
      </p:sp>
      <p:sp>
        <p:nvSpPr>
          <p:cNvPr id="32" name="Espace réservé du texte 14">
            <a:extLst>
              <a:ext uri="{FF2B5EF4-FFF2-40B4-BE49-F238E27FC236}">
                <a16:creationId xmlns:a16="http://schemas.microsoft.com/office/drawing/2014/main" id="{87965A3B-8E7F-4D7F-B2AE-9E7E89DD65A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40186" y="3842542"/>
            <a:ext cx="2572785" cy="284693"/>
          </a:xfrm>
        </p:spPr>
        <p:txBody>
          <a:bodyPr vert="horz" wrap="square" lIns="0" tIns="0" rIns="0" bIns="0" rtlCol="0">
            <a:spAutoFit/>
          </a:bodyPr>
          <a:lstStyle>
            <a:lvl1pPr>
              <a:defRPr lang="fr-FR" sz="2000" b="0" i="0" baseline="0" dirty="0" smtClean="0">
                <a:solidFill>
                  <a:srgbClr val="01ABBD"/>
                </a:solidFill>
                <a:latin typeface="+mj-lt"/>
              </a:defRPr>
            </a:lvl1pPr>
          </a:lstStyle>
          <a:p>
            <a:pPr lvl="0">
              <a:spcBef>
                <a:spcPts val="0"/>
              </a:spcBef>
              <a:buClr>
                <a:schemeClr val="tx1"/>
              </a:buClr>
            </a:pPr>
            <a:r>
              <a:rPr lang="fr-FR"/>
              <a:t>Digital transformation</a:t>
            </a:r>
          </a:p>
        </p:txBody>
      </p:sp>
      <p:sp>
        <p:nvSpPr>
          <p:cNvPr id="33" name="Espace réservé du texte 14">
            <a:extLst>
              <a:ext uri="{FF2B5EF4-FFF2-40B4-BE49-F238E27FC236}">
                <a16:creationId xmlns:a16="http://schemas.microsoft.com/office/drawing/2014/main" id="{649A259A-5A5E-468E-8DAC-C6FED8A8885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67545" y="3842542"/>
            <a:ext cx="2592000" cy="284693"/>
          </a:xfrm>
        </p:spPr>
        <p:txBody>
          <a:bodyPr vert="horz" wrap="square" lIns="0" tIns="0" rIns="0" bIns="0" rtlCol="0">
            <a:spAutoFit/>
          </a:bodyPr>
          <a:lstStyle>
            <a:lvl1pPr>
              <a:defRPr lang="fr-FR" sz="2000" b="0" i="0" baseline="0" dirty="0" smtClean="0">
                <a:solidFill>
                  <a:srgbClr val="5EC480"/>
                </a:solidFill>
                <a:latin typeface="+mj-lt"/>
              </a:defRPr>
            </a:lvl1pPr>
          </a:lstStyle>
          <a:p>
            <a:pPr lvl="0">
              <a:spcBef>
                <a:spcPts val="0"/>
              </a:spcBef>
              <a:buClr>
                <a:schemeClr val="tx1"/>
              </a:buClr>
            </a:pPr>
            <a:r>
              <a:rPr lang="fr-FR"/>
              <a:t>Smart ERP</a:t>
            </a:r>
          </a:p>
        </p:txBody>
      </p:sp>
    </p:spTree>
    <p:extLst>
      <p:ext uri="{BB962C8B-B14F-4D97-AF65-F5344CB8AC3E}">
        <p14:creationId xmlns:p14="http://schemas.microsoft.com/office/powerpoint/2010/main" val="164828152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A184832E-6E5A-8845-8C7A-E2FAF4643F5F}"/>
              </a:ext>
            </a:extLst>
          </p:cNvPr>
          <p:cNvSpPr/>
          <p:nvPr userDrawn="1"/>
        </p:nvSpPr>
        <p:spPr>
          <a:xfrm>
            <a:off x="7468310" y="3811469"/>
            <a:ext cx="4723690" cy="304653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01ABBD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6B956DF-9DFB-CE4F-9784-4695E7615FF1}"/>
              </a:ext>
            </a:extLst>
          </p:cNvPr>
          <p:cNvSpPr/>
          <p:nvPr userDrawn="1"/>
        </p:nvSpPr>
        <p:spPr>
          <a:xfrm>
            <a:off x="7468310" y="769470"/>
            <a:ext cx="4723690" cy="3041999"/>
          </a:xfrm>
          <a:prstGeom prst="rect">
            <a:avLst/>
          </a:prstGeom>
          <a:solidFill>
            <a:srgbClr val="DEFC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01ABBD"/>
              </a:solidFill>
            </a:endParaRP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C668571-B0FD-6341-BB6D-70EE11DE395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15933" y="4001142"/>
            <a:ext cx="828444" cy="1084509"/>
          </a:xfrm>
          <a:prstGeom prst="rect">
            <a:avLst/>
          </a:prstGeom>
        </p:spPr>
      </p:pic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CCDE4975-D157-AD45-9E48-D62A6B10130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091153"/>
            <a:ext cx="6617104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cxnSp>
        <p:nvCxnSpPr>
          <p:cNvPr id="14" name="Straight Arrow Connector 21">
            <a:extLst>
              <a:ext uri="{FF2B5EF4-FFF2-40B4-BE49-F238E27FC236}">
                <a16:creationId xmlns:a16="http://schemas.microsoft.com/office/drawing/2014/main" id="{1CE3AD9B-B34A-9E4F-975F-F6E522A58868}"/>
              </a:ext>
            </a:extLst>
          </p:cNvPr>
          <p:cNvCxnSpPr>
            <a:cxnSpLocks/>
          </p:cNvCxnSpPr>
          <p:nvPr userDrawn="1"/>
        </p:nvCxnSpPr>
        <p:spPr>
          <a:xfrm>
            <a:off x="447084" y="1468174"/>
            <a:ext cx="411775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Espace réservé du texte 7">
            <a:extLst>
              <a:ext uri="{FF2B5EF4-FFF2-40B4-BE49-F238E27FC236}">
                <a16:creationId xmlns:a16="http://schemas.microsoft.com/office/drawing/2014/main" id="{AAEAB3C7-4C9D-7243-8699-06482352E14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882205" y="1091153"/>
            <a:ext cx="4065955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2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cxnSp>
        <p:nvCxnSpPr>
          <p:cNvPr id="17" name="Straight Arrow Connector 21">
            <a:extLst>
              <a:ext uri="{FF2B5EF4-FFF2-40B4-BE49-F238E27FC236}">
                <a16:creationId xmlns:a16="http://schemas.microsoft.com/office/drawing/2014/main" id="{4628ECAA-4998-C944-9CC4-289FE183D47F}"/>
              </a:ext>
            </a:extLst>
          </p:cNvPr>
          <p:cNvCxnSpPr>
            <a:cxnSpLocks/>
          </p:cNvCxnSpPr>
          <p:nvPr userDrawn="1"/>
        </p:nvCxnSpPr>
        <p:spPr>
          <a:xfrm>
            <a:off x="7882205" y="1468174"/>
            <a:ext cx="410399" cy="0"/>
          </a:xfrm>
          <a:prstGeom prst="straightConnector1">
            <a:avLst/>
          </a:prstGeom>
          <a:ln w="12700" cap="rnd">
            <a:solidFill>
              <a:schemeClr val="bg2">
                <a:lumMod val="90000"/>
              </a:schemeClr>
            </a:solidFill>
            <a:prstDash val="solid"/>
            <a:round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Espace réservé du texte 7">
            <a:extLst>
              <a:ext uri="{FF2B5EF4-FFF2-40B4-BE49-F238E27FC236}">
                <a16:creationId xmlns:a16="http://schemas.microsoft.com/office/drawing/2014/main" id="{B7D4737F-E801-F044-9541-FF73289C279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963616" y="5337000"/>
            <a:ext cx="3812747" cy="37010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600" b="1" i="0" baseline="0">
                <a:solidFill>
                  <a:schemeClr val="bg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Phrase clé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32E3A677-A8EE-4121-B02D-5F95B6AB61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8" name="Espace réservé du numéro de diapositive 7">
            <a:extLst>
              <a:ext uri="{FF2B5EF4-FFF2-40B4-BE49-F238E27FC236}">
                <a16:creationId xmlns:a16="http://schemas.microsoft.com/office/drawing/2014/main" id="{B6375DC3-FC76-4A9C-AF13-0858147AD427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20" name="Espace réservé du texte 5">
            <a:extLst>
              <a:ext uri="{FF2B5EF4-FFF2-40B4-BE49-F238E27FC236}">
                <a16:creationId xmlns:a16="http://schemas.microsoft.com/office/drawing/2014/main" id="{D5F08F8C-6298-434A-8877-82D05BA1156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882205" y="1651448"/>
            <a:ext cx="4065955" cy="2098345"/>
          </a:xfrm>
        </p:spPr>
        <p:txBody>
          <a:bodyPr>
            <a:normAutofit/>
          </a:bodyPr>
          <a:lstStyle>
            <a:lvl1pPr>
              <a:defRPr sz="1400">
                <a:solidFill>
                  <a:schemeClr val="tx1"/>
                </a:solidFill>
              </a:defRPr>
            </a:lvl1pPr>
            <a:lvl2pPr>
              <a:buClrTx/>
              <a:defRPr sz="1200">
                <a:solidFill>
                  <a:schemeClr val="tx1"/>
                </a:solidFill>
              </a:defRPr>
            </a:lvl2pPr>
            <a:lvl3pPr>
              <a:buClrTx/>
              <a:defRPr sz="1100">
                <a:solidFill>
                  <a:schemeClr val="tx1"/>
                </a:solidFill>
              </a:defRPr>
            </a:lvl3pPr>
            <a:lvl4pPr>
              <a:buClrTx/>
              <a:defRPr sz="1050">
                <a:solidFill>
                  <a:schemeClr val="tx1"/>
                </a:solidFill>
              </a:defRPr>
            </a:lvl4pPr>
            <a:lvl5pPr>
              <a:buClrTx/>
              <a:defRPr sz="1050">
                <a:solidFill>
                  <a:schemeClr val="tx1"/>
                </a:solidFill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21" name="Espace réservé du texte 10">
            <a:extLst>
              <a:ext uri="{FF2B5EF4-FFF2-40B4-BE49-F238E27FC236}">
                <a16:creationId xmlns:a16="http://schemas.microsoft.com/office/drawing/2014/main" id="{8088F9B9-F1A5-48D3-80A2-D332F8B3131A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447675" y="1697529"/>
            <a:ext cx="6616513" cy="4390534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50367299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>
            <a:extLst>
              <a:ext uri="{FF2B5EF4-FFF2-40B4-BE49-F238E27FC236}">
                <a16:creationId xmlns:a16="http://schemas.microsoft.com/office/drawing/2014/main" id="{DB1BD326-7117-7043-8428-9777637733A9}"/>
              </a:ext>
            </a:extLst>
          </p:cNvPr>
          <p:cNvSpPr/>
          <p:nvPr userDrawn="1"/>
        </p:nvSpPr>
        <p:spPr>
          <a:xfrm>
            <a:off x="5908280" y="-10691"/>
            <a:ext cx="6283720" cy="3446221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F2320D5-0F2C-FD4C-934A-2DB91617EC33}"/>
              </a:ext>
            </a:extLst>
          </p:cNvPr>
          <p:cNvSpPr/>
          <p:nvPr userDrawn="1"/>
        </p:nvSpPr>
        <p:spPr>
          <a:xfrm>
            <a:off x="5908280" y="3418309"/>
            <a:ext cx="6283720" cy="3446221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12" name="Espace réservé du texte 7">
            <a:extLst>
              <a:ext uri="{FF2B5EF4-FFF2-40B4-BE49-F238E27FC236}">
                <a16:creationId xmlns:a16="http://schemas.microsoft.com/office/drawing/2014/main" id="{CCDE4975-D157-AD45-9E48-D62A6B10130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7084" y="1091153"/>
            <a:ext cx="5102709" cy="28469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>
              <a:spcBef>
                <a:spcPts val="0"/>
              </a:spcBef>
              <a:buClr>
                <a:schemeClr val="tx1"/>
              </a:buClr>
              <a:buNone/>
              <a:defRPr sz="2000" b="1" i="0" baseline="0">
                <a:solidFill>
                  <a:schemeClr val="accent1"/>
                </a:solidFill>
                <a:latin typeface="+mj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Titre niveau 1</a:t>
            </a: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89FA0F18-F71D-6049-82B1-6C61669B303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16866" y="495188"/>
            <a:ext cx="2266548" cy="2429844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B6D492CA-CA1A-4C08-BF82-39D44385CA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3" y="231959"/>
            <a:ext cx="4750484" cy="709074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2B8BE813-54EB-40BC-907A-8271D9EB5F85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13" name="Espace réservé du texte 10">
            <a:extLst>
              <a:ext uri="{FF2B5EF4-FFF2-40B4-BE49-F238E27FC236}">
                <a16:creationId xmlns:a16="http://schemas.microsoft.com/office/drawing/2014/main" id="{E485A6BC-6470-4D2F-9E2C-4B292A039276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447676" y="1697529"/>
            <a:ext cx="5102118" cy="4390534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273470480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9E3AF64-8D33-2444-B35B-BBF3EDE4BE09}"/>
              </a:ext>
            </a:extLst>
          </p:cNvPr>
          <p:cNvSpPr/>
          <p:nvPr userDrawn="1"/>
        </p:nvSpPr>
        <p:spPr>
          <a:xfrm>
            <a:off x="-1488" y="1003176"/>
            <a:ext cx="2880000" cy="5854823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7C71928-2725-0145-A721-1A00AB1C5C5A}"/>
              </a:ext>
            </a:extLst>
          </p:cNvPr>
          <p:cNvSpPr/>
          <p:nvPr userDrawn="1"/>
        </p:nvSpPr>
        <p:spPr>
          <a:xfrm>
            <a:off x="9327598" y="1003176"/>
            <a:ext cx="2880000" cy="585482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CDB18F7F-A819-47FA-B648-C21DD52B84F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Consultant XX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A1D4397C-16F9-4A84-BDB8-04C72C821A8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1353800" y="234239"/>
            <a:ext cx="736846" cy="365125"/>
          </a:xfrm>
          <a:prstGeom prst="rect">
            <a:avLst/>
          </a:prstGeom>
        </p:spPr>
        <p:txBody>
          <a:bodyPr/>
          <a:lstStyle/>
          <a:p>
            <a:pPr algn="r">
              <a:lnSpc>
                <a:spcPct val="90000"/>
              </a:lnSpc>
              <a:buClr>
                <a:schemeClr val="tx1"/>
              </a:buClr>
              <a:buSzPct val="70000"/>
              <a:buFont typeface="Arial" panose="020B0604020202020204" pitchFamily="34" charset="0"/>
              <a:buNone/>
            </a:pPr>
            <a:fld id="{3CFD10E6-B2D1-4815-BBFF-C0877C925E24}" type="slidenum">
              <a:rPr lang="fr-FR" smtClean="0"/>
              <a:pPr algn="r">
                <a:lnSpc>
                  <a:spcPct val="90000"/>
                </a:lnSpc>
                <a:buClr>
                  <a:schemeClr val="tx1"/>
                </a:buClr>
                <a:buSzPct val="70000"/>
                <a:buFont typeface="Arial" panose="020B0604020202020204" pitchFamily="34" charset="0"/>
                <a:buNone/>
              </a:pPr>
              <a:t>‹N°›</a:t>
            </a:fld>
            <a:endParaRPr lang="fr-FR"/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393F90FC-E2E6-4970-811B-0A01B631DC96}"/>
              </a:ext>
            </a:extLst>
          </p:cNvPr>
          <p:cNvSpPr txBox="1"/>
          <p:nvPr userDrawn="1"/>
        </p:nvSpPr>
        <p:spPr>
          <a:xfrm>
            <a:off x="9528436" y="2218162"/>
            <a:ext cx="241972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>
                <a:solidFill>
                  <a:srgbClr val="01ABBD"/>
                </a:solidFill>
                <a:latin typeface="+mj-lt"/>
                <a:cs typeface="Calibri" panose="020F0502020204030204" pitchFamily="34" charset="0"/>
              </a:rPr>
              <a:t>Compétences métier</a:t>
            </a:r>
          </a:p>
        </p:txBody>
      </p:sp>
      <p:sp>
        <p:nvSpPr>
          <p:cNvPr id="12" name="ZoneTexte 15">
            <a:extLst>
              <a:ext uri="{FF2B5EF4-FFF2-40B4-BE49-F238E27FC236}">
                <a16:creationId xmlns:a16="http://schemas.microsoft.com/office/drawing/2014/main" id="{869B7699-069D-4FD0-94FE-2D69E9EA06D5}"/>
              </a:ext>
            </a:extLst>
          </p:cNvPr>
          <p:cNvSpPr txBox="1"/>
          <p:nvPr userDrawn="1"/>
        </p:nvSpPr>
        <p:spPr>
          <a:xfrm>
            <a:off x="3239673" y="952982"/>
            <a:ext cx="394658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fr-FR" sz="1600" b="1">
                <a:solidFill>
                  <a:srgbClr val="01ABBD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Expérience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D5EE811E-6C44-4A01-8DB3-BA4C3A2D7A2D}"/>
              </a:ext>
            </a:extLst>
          </p:cNvPr>
          <p:cNvSpPr txBox="1"/>
          <p:nvPr userDrawn="1"/>
        </p:nvSpPr>
        <p:spPr>
          <a:xfrm>
            <a:off x="142242" y="4547787"/>
            <a:ext cx="27025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>
                <a:solidFill>
                  <a:srgbClr val="C4E453"/>
                </a:solidFill>
                <a:latin typeface="+mj-lt"/>
              </a:rPr>
              <a:t>Certifications et formations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F1C9BEDF-DB44-4915-BF63-3693CC267DB8}"/>
              </a:ext>
            </a:extLst>
          </p:cNvPr>
          <p:cNvSpPr txBox="1"/>
          <p:nvPr userDrawn="1"/>
        </p:nvSpPr>
        <p:spPr>
          <a:xfrm>
            <a:off x="128359" y="3056451"/>
            <a:ext cx="2404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1600" b="1">
                <a:solidFill>
                  <a:schemeClr val="accent1"/>
                </a:solidFill>
              </a:defRPr>
            </a:lvl1pPr>
          </a:lstStyle>
          <a:p>
            <a:pPr algn="l"/>
            <a:r>
              <a:rPr lang="fr-FR">
                <a:solidFill>
                  <a:srgbClr val="C4E453"/>
                </a:solidFill>
                <a:latin typeface="+mj-lt"/>
              </a:rPr>
              <a:t>Expertises/outils</a:t>
            </a: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56C7016E-898D-4BCF-9ACA-24ABF7B9947A}"/>
              </a:ext>
            </a:extLst>
          </p:cNvPr>
          <p:cNvSpPr txBox="1"/>
          <p:nvPr userDrawn="1"/>
        </p:nvSpPr>
        <p:spPr>
          <a:xfrm>
            <a:off x="9519224" y="964511"/>
            <a:ext cx="25920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fr-FR" sz="1600" b="1">
                <a:solidFill>
                  <a:srgbClr val="01ABBD"/>
                </a:solidFill>
                <a:latin typeface="+mj-lt"/>
                <a:ea typeface="Open Sans" panose="020B0606030504020204" pitchFamily="34" charset="0"/>
                <a:cs typeface="Open Sans" panose="020B0606030504020204" pitchFamily="34" charset="0"/>
              </a:rPr>
              <a:t>Secteurs</a:t>
            </a:r>
          </a:p>
        </p:txBody>
      </p:sp>
      <p:sp>
        <p:nvSpPr>
          <p:cNvPr id="68" name="ZoneTexte 67">
            <a:extLst>
              <a:ext uri="{FF2B5EF4-FFF2-40B4-BE49-F238E27FC236}">
                <a16:creationId xmlns:a16="http://schemas.microsoft.com/office/drawing/2014/main" id="{3C6E1714-767C-4564-91C1-8151B95C6159}"/>
              </a:ext>
            </a:extLst>
          </p:cNvPr>
          <p:cNvSpPr txBox="1"/>
          <p:nvPr userDrawn="1"/>
        </p:nvSpPr>
        <p:spPr>
          <a:xfrm>
            <a:off x="9535363" y="3673332"/>
            <a:ext cx="241972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>
                <a:solidFill>
                  <a:srgbClr val="01ABBD"/>
                </a:solidFill>
                <a:latin typeface="+mj-lt"/>
                <a:cs typeface="Calibri" panose="020F0502020204030204" pitchFamily="34" charset="0"/>
              </a:rPr>
              <a:t>Compétences outils</a:t>
            </a:r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id="{FC2B900A-4C5F-441E-AA7A-A3329646BB21}"/>
              </a:ext>
            </a:extLst>
          </p:cNvPr>
          <p:cNvSpPr txBox="1"/>
          <p:nvPr userDrawn="1"/>
        </p:nvSpPr>
        <p:spPr>
          <a:xfrm>
            <a:off x="9535363" y="5402639"/>
            <a:ext cx="241972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>
                <a:solidFill>
                  <a:srgbClr val="01ABBD"/>
                </a:solidFill>
                <a:latin typeface="+mj-lt"/>
                <a:cs typeface="Calibri" panose="020F0502020204030204" pitchFamily="34" charset="0"/>
              </a:rPr>
              <a:t>Langues</a:t>
            </a:r>
          </a:p>
        </p:txBody>
      </p:sp>
    </p:spTree>
    <p:extLst>
      <p:ext uri="{BB962C8B-B14F-4D97-AF65-F5344CB8AC3E}">
        <p14:creationId xmlns:p14="http://schemas.microsoft.com/office/powerpoint/2010/main" val="404061696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erg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71E151C-CE04-134F-909C-E48D2DD4A92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1A1C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1A1C30"/>
              </a:solidFill>
            </a:endParaRP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40B1DA13-281E-47F0-86B6-C285D29909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379" y="245279"/>
            <a:ext cx="675001" cy="46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382810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5C5830C-1250-2E4D-B5E4-0FE1735E3E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6997148" cy="6858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78DFF961-5AFF-F440-AA39-F73CF9D6A16A}"/>
              </a:ext>
            </a:extLst>
          </p:cNvPr>
          <p:cNvSpPr/>
          <p:nvPr userDrawn="1"/>
        </p:nvSpPr>
        <p:spPr>
          <a:xfrm>
            <a:off x="6997148" y="-10690"/>
            <a:ext cx="5194852" cy="3441600"/>
          </a:xfrm>
          <a:prstGeom prst="rect">
            <a:avLst/>
          </a:prstGeom>
          <a:solidFill>
            <a:srgbClr val="01ABB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A9B2E346-7830-A746-AF02-5EA5D6AD681A}"/>
              </a:ext>
            </a:extLst>
          </p:cNvPr>
          <p:cNvSpPr/>
          <p:nvPr userDrawn="1"/>
        </p:nvSpPr>
        <p:spPr>
          <a:xfrm>
            <a:off x="6997148" y="3418310"/>
            <a:ext cx="5194852" cy="344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10" name="TextBox 15">
            <a:extLst>
              <a:ext uri="{FF2B5EF4-FFF2-40B4-BE49-F238E27FC236}">
                <a16:creationId xmlns:a16="http://schemas.microsoft.com/office/drawing/2014/main" id="{C31B91A9-E8C2-4083-BA02-9A04A5857051}"/>
              </a:ext>
            </a:extLst>
          </p:cNvPr>
          <p:cNvSpPr txBox="1"/>
          <p:nvPr userDrawn="1"/>
        </p:nvSpPr>
        <p:spPr>
          <a:xfrm>
            <a:off x="332478" y="1118687"/>
            <a:ext cx="5876678" cy="61555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/>
            <a:r>
              <a:rPr lang="fr-FR" sz="2000" b="0" i="0" noProof="1">
                <a:solidFill>
                  <a:schemeClr val="bg1"/>
                </a:solidFill>
                <a:latin typeface="+mj-lt"/>
              </a:rPr>
              <a:t>Enhance Your Present,</a:t>
            </a:r>
          </a:p>
          <a:p>
            <a:pPr lvl="0"/>
            <a:r>
              <a:rPr lang="fr-FR" sz="2000" b="0" i="0" noProof="1">
                <a:solidFill>
                  <a:srgbClr val="DEFCBD"/>
                </a:solidFill>
                <a:latin typeface="+mj-lt"/>
              </a:rPr>
              <a:t>Inspire Your Future</a:t>
            </a: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D22EC9D2-4CBB-4667-875F-67CC1D3F490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739" b="24294"/>
          <a:stretch/>
        </p:blipFill>
        <p:spPr>
          <a:xfrm>
            <a:off x="197579" y="301841"/>
            <a:ext cx="2629638" cy="727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9891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7390C2C3-29AF-2D9A-7EF4-C22C2E0127D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200664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iapositive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re 1">
            <a:extLst>
              <a:ext uri="{FF2B5EF4-FFF2-40B4-BE49-F238E27FC236}">
                <a16:creationId xmlns:a16="http://schemas.microsoft.com/office/drawing/2014/main" id="{FE87190B-47B2-490B-BD21-171D0E0413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4415" y="97303"/>
            <a:ext cx="10935584" cy="418376"/>
          </a:xfrm>
          <a:prstGeom prst="rect">
            <a:avLst/>
          </a:prstGeom>
        </p:spPr>
        <p:txBody>
          <a:bodyPr bIns="0" anchor="b" anchorCtr="0">
            <a:noAutofit/>
          </a:bodyPr>
          <a:lstStyle>
            <a:lvl1pPr algn="l" defTabSz="29029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lang="fr-FR" sz="1800" b="1" kern="1200" cap="all" baseline="0" dirty="0">
                <a:solidFill>
                  <a:schemeClr val="tx1">
                    <a:lumMod val="50000"/>
                  </a:schemeClr>
                </a:solidFill>
                <a:latin typeface="+mj-lt"/>
                <a:ea typeface="Montserrat" charset="0"/>
                <a:cs typeface="Montserrat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pic>
        <p:nvPicPr>
          <p:cNvPr id="8" name="Image 7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11541902" y="-18333"/>
            <a:ext cx="671999" cy="1032597"/>
          </a:xfrm>
          <a:prstGeom prst="rect">
            <a:avLst/>
          </a:prstGeom>
        </p:spPr>
      </p:pic>
      <p:sp>
        <p:nvSpPr>
          <p:cNvPr id="4" name="Espace réservé du numéro de diapositive 5"/>
          <p:cNvSpPr>
            <a:spLocks noGrp="1"/>
          </p:cNvSpPr>
          <p:nvPr>
            <p:ph type="sldNum" sz="quarter" idx="12"/>
          </p:nvPr>
        </p:nvSpPr>
        <p:spPr>
          <a:xfrm>
            <a:off x="11205901" y="6544340"/>
            <a:ext cx="745612" cy="198458"/>
          </a:xfrm>
          <a:prstGeom prst="rect">
            <a:avLst/>
          </a:prstGeom>
        </p:spPr>
        <p:txBody>
          <a:bodyPr/>
          <a:lstStyle>
            <a:lvl1pPr algn="r">
              <a:defRPr sz="900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fld id="{9AFCA8D8-8241-BE4B-9165-0EE2A5D02B3D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F8D0965-4A62-444C-AC16-99860F8324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94415" y="515679"/>
            <a:ext cx="10935584" cy="434883"/>
          </a:xfrm>
          <a:prstGeom prst="rect">
            <a:avLst/>
          </a:prstGeom>
        </p:spPr>
        <p:txBody>
          <a:bodyPr tIns="72000" anchor="t" anchorCtr="0">
            <a:noAutofit/>
          </a:bodyPr>
          <a:lstStyle>
            <a:lvl1pPr marL="0" indent="0">
              <a:buNone/>
              <a:defRPr lang="fr-FR" sz="1400" dirty="0">
                <a:solidFill>
                  <a:srgbClr val="00A9E0"/>
                </a:solidFill>
                <a:ea typeface="Montserrat" charset="0"/>
                <a:cs typeface="Montserrat" charset="0"/>
              </a:defRPr>
            </a:lvl1pPr>
          </a:lstStyle>
          <a:p>
            <a:pPr marL="217717" lvl="0" indent="-217717">
              <a:lnSpc>
                <a:spcPct val="100000"/>
              </a:lnSpc>
              <a:spcBef>
                <a:spcPts val="0"/>
              </a:spcBef>
            </a:pPr>
            <a:r>
              <a:rPr lang="fr-FR"/>
              <a:t>Modifier les styles du texte du masque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C69B11AB-E766-448B-AB3D-6111471C579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94415" y="1014265"/>
            <a:ext cx="11233297" cy="5278586"/>
          </a:xfrm>
          <a:prstGeom prst="rect">
            <a:avLst/>
          </a:prstGeom>
        </p:spPr>
        <p:txBody>
          <a:bodyPr/>
          <a:lstStyle>
            <a:lvl1pPr marL="217717" indent="-217717">
              <a:spcAft>
                <a:spcPts val="600"/>
              </a:spcAft>
              <a:buFontTx/>
              <a:buBlip>
                <a:blip r:embed="rId3"/>
              </a:buBlip>
              <a:defRPr lang="fr-FR" sz="1600" kern="1200" dirty="0" smtClean="0">
                <a:solidFill>
                  <a:schemeClr val="tx1">
                    <a:lumMod val="75000"/>
                  </a:schemeClr>
                </a:solidFill>
                <a:latin typeface="+mn-lt"/>
                <a:ea typeface="Montserrat Light" charset="0"/>
                <a:cs typeface="Montserrat Light" charset="0"/>
              </a:defRPr>
            </a:lvl1pPr>
            <a:lvl2pPr marL="471722" indent="-181431">
              <a:spcAft>
                <a:spcPts val="600"/>
              </a:spcAft>
              <a:buFont typeface="Arial" panose="020B0604020202020204" pitchFamily="34" charset="0"/>
              <a:buChar char="•"/>
              <a:defRPr lang="fr-FR" sz="1400" kern="1200" dirty="0" smtClean="0">
                <a:solidFill>
                  <a:schemeClr val="tx1">
                    <a:lumMod val="75000"/>
                  </a:schemeClr>
                </a:solidFill>
                <a:latin typeface="+mn-lt"/>
                <a:ea typeface="Montserrat Light" charset="0"/>
                <a:cs typeface="Montserrat Light" charset="0"/>
              </a:defRPr>
            </a:lvl2pPr>
            <a:lvl3pPr marL="725726" indent="-145144">
              <a:spcAft>
                <a:spcPts val="600"/>
              </a:spcAft>
              <a:buFont typeface="Wingdings" panose="05000000000000000000" pitchFamily="2" charset="2"/>
              <a:buChar char="ü"/>
              <a:defRPr lang="fr-FR" sz="1200" kern="1200" dirty="0" smtClean="0">
                <a:solidFill>
                  <a:schemeClr val="tx1">
                    <a:lumMod val="75000"/>
                  </a:schemeClr>
                </a:solidFill>
                <a:latin typeface="+mn-lt"/>
                <a:ea typeface="Montserrat Light" charset="0"/>
                <a:cs typeface="Montserrat Light" charset="0"/>
              </a:defRPr>
            </a:lvl3pPr>
            <a:lvl4pPr>
              <a:spcAft>
                <a:spcPts val="600"/>
              </a:spcAft>
              <a:defRPr lang="fr-FR" sz="1100" kern="1200" dirty="0" smtClean="0">
                <a:solidFill>
                  <a:schemeClr val="tx1">
                    <a:lumMod val="75000"/>
                  </a:schemeClr>
                </a:solidFill>
                <a:latin typeface="+mn-lt"/>
                <a:ea typeface="Montserrat Light" charset="0"/>
                <a:cs typeface="Montserrat Light" charset="0"/>
              </a:defRPr>
            </a:lvl4pPr>
            <a:lvl5pPr>
              <a:spcAft>
                <a:spcPts val="600"/>
              </a:spcAft>
              <a:defRPr lang="fr-FR" sz="1050" kern="1200" dirty="0" smtClean="0">
                <a:solidFill>
                  <a:schemeClr val="tx1">
                    <a:lumMod val="75000"/>
                  </a:schemeClr>
                </a:solidFill>
                <a:latin typeface="+mn-lt"/>
                <a:ea typeface="Montserrat Light" charset="0"/>
                <a:cs typeface="Montserrat Light" charset="0"/>
              </a:defRPr>
            </a:lvl5pPr>
            <a:lvl6pPr>
              <a:spcAft>
                <a:spcPts val="600"/>
              </a:spcAft>
              <a:defRPr sz="1000">
                <a:solidFill>
                  <a:schemeClr val="tx1">
                    <a:lumMod val="75000"/>
                  </a:schemeClr>
                </a:solidFill>
                <a:latin typeface="+mn-lt"/>
              </a:defRPr>
            </a:lvl6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  <a:p>
            <a:pPr lvl="5"/>
            <a:r>
              <a:rPr lang="fr-FR">
                <a:latin typeface="Montserrat Light"/>
              </a:rPr>
              <a:t>Sixième niveau </a:t>
            </a:r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9E8557CB-1C44-421F-9C4B-2844C4501B0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2894" y="6544341"/>
            <a:ext cx="708016" cy="198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814401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age de gar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>
            <a:extLst>
              <a:ext uri="{FF2B5EF4-FFF2-40B4-BE49-F238E27FC236}">
                <a16:creationId xmlns:a16="http://schemas.microsoft.com/office/drawing/2014/main" id="{77BD1033-77AD-9642-9C24-EF13B3DBBCB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14" b="4469"/>
          <a:stretch/>
        </p:blipFill>
        <p:spPr>
          <a:xfrm>
            <a:off x="0" y="-10690"/>
            <a:ext cx="10190386" cy="686869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659DA06F-9D04-8A4E-B78D-1D8B3A64FA3B}"/>
              </a:ext>
            </a:extLst>
          </p:cNvPr>
          <p:cNvSpPr/>
          <p:nvPr userDrawn="1"/>
        </p:nvSpPr>
        <p:spPr>
          <a:xfrm>
            <a:off x="8125425" y="-10690"/>
            <a:ext cx="4129923" cy="68686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accent3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0C39589-FE30-0E4E-B28C-3928581E0F93}"/>
              </a:ext>
            </a:extLst>
          </p:cNvPr>
          <p:cNvSpPr/>
          <p:nvPr userDrawn="1"/>
        </p:nvSpPr>
        <p:spPr>
          <a:xfrm>
            <a:off x="0" y="-10690"/>
            <a:ext cx="8125425" cy="686869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1A908F3-385E-9443-A6C5-48445A508C1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20446" y="646767"/>
            <a:ext cx="2697807" cy="1411161"/>
          </a:xfrm>
          <a:prstGeom prst="rect">
            <a:avLst/>
          </a:prstGeom>
        </p:spPr>
      </p:pic>
      <p:sp>
        <p:nvSpPr>
          <p:cNvPr id="19" name="Espace réservé du texte 7">
            <a:extLst>
              <a:ext uri="{FF2B5EF4-FFF2-40B4-BE49-F238E27FC236}">
                <a16:creationId xmlns:a16="http://schemas.microsoft.com/office/drawing/2014/main" id="{F9E20BBC-BC5F-664C-89DC-A122B8B14E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76556" y="5965012"/>
            <a:ext cx="3515588" cy="24622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None/>
              <a:defRPr sz="1600" b="0" i="0" baseline="0">
                <a:solidFill>
                  <a:schemeClr val="tx1"/>
                </a:solidFill>
                <a:latin typeface="+mn-lt"/>
              </a:defRPr>
            </a:lvl1pPr>
            <a:lvl2pPr marL="6286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2pPr>
            <a:lvl3pPr marL="1085850" indent="-171450">
              <a:buClr>
                <a:schemeClr val="tx1"/>
              </a:buClr>
              <a:buFont typeface="Arial" panose="020B0604020202020204" pitchFamily="34" charset="0"/>
              <a:buChar char="•"/>
              <a:defRPr sz="1100" b="0" i="0">
                <a:latin typeface="Cera Pro" pitchFamily="2" charset="0"/>
              </a:defRPr>
            </a:lvl3pPr>
            <a:lvl4pPr>
              <a:defRPr sz="1200">
                <a:latin typeface="Montserrat" panose="00000500000000000000" pitchFamily="2" charset="0"/>
              </a:defRPr>
            </a:lvl4pPr>
            <a:lvl5pPr>
              <a:defRPr sz="1200">
                <a:latin typeface="Montserrat" panose="00000500000000000000" pitchFamily="2" charset="0"/>
              </a:defRPr>
            </a:lvl5pPr>
          </a:lstStyle>
          <a:p>
            <a:pPr lvl="0"/>
            <a:r>
              <a:rPr lang="fr-FR"/>
              <a:t>Date 00.00.00</a:t>
            </a: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0FB27EB9-EA76-4AB5-BB76-10F06CFC15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76557" y="4856580"/>
            <a:ext cx="3515588" cy="923329"/>
          </a:xfrm>
        </p:spPr>
        <p:txBody>
          <a:bodyPr/>
          <a:lstStyle>
            <a:lvl1pPr>
              <a:defRPr sz="28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r-FR"/>
              <a:t>Titre présentation</a:t>
            </a:r>
            <a:br>
              <a:rPr lang="fr-FR"/>
            </a:br>
            <a:endParaRPr lang="fr-FR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491B4587-8085-9A4F-8B97-75DF14EEEB5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9174" y="-149289"/>
            <a:ext cx="2610402" cy="1365441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1ADE3676-B90F-D84F-A877-1CA71121DBCD}"/>
              </a:ext>
            </a:extLst>
          </p:cNvPr>
          <p:cNvSpPr txBox="1"/>
          <p:nvPr userDrawn="1"/>
        </p:nvSpPr>
        <p:spPr>
          <a:xfrm>
            <a:off x="289379" y="928209"/>
            <a:ext cx="3591141" cy="67710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/>
            <a:r>
              <a:rPr lang="fr-FR" sz="2200" b="0" i="0" err="1">
                <a:solidFill>
                  <a:schemeClr val="bg1"/>
                </a:solidFill>
                <a:latin typeface="+mj-lt"/>
              </a:rPr>
              <a:t>Enhance</a:t>
            </a:r>
            <a:r>
              <a:rPr lang="fr-FR" sz="2200" b="0" i="0">
                <a:solidFill>
                  <a:schemeClr val="bg1"/>
                </a:solidFill>
                <a:latin typeface="+mj-lt"/>
              </a:rPr>
              <a:t> </a:t>
            </a:r>
            <a:r>
              <a:rPr lang="fr-FR" sz="2200" b="0" i="0" err="1">
                <a:solidFill>
                  <a:schemeClr val="bg1"/>
                </a:solidFill>
                <a:latin typeface="+mj-lt"/>
              </a:rPr>
              <a:t>your</a:t>
            </a:r>
            <a:r>
              <a:rPr lang="fr-FR" sz="2200" b="0" i="0">
                <a:solidFill>
                  <a:schemeClr val="bg1"/>
                </a:solidFill>
                <a:latin typeface="+mj-lt"/>
              </a:rPr>
              <a:t> </a:t>
            </a:r>
            <a:r>
              <a:rPr lang="fr-FR" sz="2200" b="0" i="0" err="1">
                <a:solidFill>
                  <a:schemeClr val="bg1"/>
                </a:solidFill>
                <a:latin typeface="+mj-lt"/>
              </a:rPr>
              <a:t>Present</a:t>
            </a:r>
            <a:r>
              <a:rPr lang="fr-FR" sz="2200" b="0" i="0">
                <a:solidFill>
                  <a:schemeClr val="bg1"/>
                </a:solidFill>
                <a:latin typeface="+mj-lt"/>
              </a:rPr>
              <a:t>,</a:t>
            </a:r>
          </a:p>
          <a:p>
            <a:pPr lvl="0"/>
            <a:r>
              <a:rPr lang="fr-FR" sz="2200" b="0" i="0">
                <a:solidFill>
                  <a:srgbClr val="DEFCBD"/>
                </a:solidFill>
                <a:latin typeface="+mj-lt"/>
              </a:rPr>
              <a:t>Inspire </a:t>
            </a:r>
            <a:r>
              <a:rPr lang="fr-FR" sz="2200" b="0" i="0" err="1">
                <a:solidFill>
                  <a:srgbClr val="DEFCBD"/>
                </a:solidFill>
                <a:latin typeface="+mj-lt"/>
              </a:rPr>
              <a:t>Your</a:t>
            </a:r>
            <a:r>
              <a:rPr lang="fr-FR" sz="2200" b="0" i="0">
                <a:solidFill>
                  <a:srgbClr val="DEFCBD"/>
                </a:solidFill>
                <a:latin typeface="+mj-lt"/>
              </a:rPr>
              <a:t> Future</a:t>
            </a:r>
          </a:p>
        </p:txBody>
      </p:sp>
    </p:spTree>
    <p:extLst>
      <p:ext uri="{BB962C8B-B14F-4D97-AF65-F5344CB8AC3E}">
        <p14:creationId xmlns:p14="http://schemas.microsoft.com/office/powerpoint/2010/main" val="61780101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Disposition personnalisée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36B6A8D-3CDE-D8A1-050F-80F2A0F434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7390C2C3-29AF-2D9A-7EF4-C22C2E0127D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50A35DE-8013-C8F8-B517-13302BD0C52E}"/>
              </a:ext>
            </a:extLst>
          </p:cNvPr>
          <p:cNvSpPr txBox="1"/>
          <p:nvPr userDrawn="1"/>
        </p:nvSpPr>
        <p:spPr>
          <a:xfrm>
            <a:off x="5872422" y="6458427"/>
            <a:ext cx="609407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Synvance Confidential</a:t>
            </a:r>
          </a:p>
        </p:txBody>
      </p:sp>
    </p:spTree>
    <p:extLst>
      <p:ext uri="{BB962C8B-B14F-4D97-AF65-F5344CB8AC3E}">
        <p14:creationId xmlns:p14="http://schemas.microsoft.com/office/powerpoint/2010/main" val="3445065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image" Target="../media/image2.png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ags" Target="../tags/tag2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26" Type="http://schemas.openxmlformats.org/officeDocument/2006/relationships/tags" Target="../tags/tag3.xml"/><Relationship Id="rId3" Type="http://schemas.openxmlformats.org/officeDocument/2006/relationships/slideLayout" Target="../slideLayouts/slideLayout37.xml"/><Relationship Id="rId21" Type="http://schemas.openxmlformats.org/officeDocument/2006/relationships/slideLayout" Target="../slideLayouts/slideLayout55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29" Type="http://schemas.openxmlformats.org/officeDocument/2006/relationships/image" Target="../media/image50.emf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24" Type="http://schemas.openxmlformats.org/officeDocument/2006/relationships/slideLayout" Target="../slideLayouts/slideLayout58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23" Type="http://schemas.openxmlformats.org/officeDocument/2006/relationships/slideLayout" Target="../slideLayouts/slideLayout57.xml"/><Relationship Id="rId28" Type="http://schemas.openxmlformats.org/officeDocument/2006/relationships/oleObject" Target="../embeddings/oleObject2.bin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Relationship Id="rId22" Type="http://schemas.openxmlformats.org/officeDocument/2006/relationships/slideLayout" Target="../slideLayouts/slideLayout56.xml"/><Relationship Id="rId27" Type="http://schemas.openxmlformats.org/officeDocument/2006/relationships/image" Target="../media/image49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A156AABE-890E-C3DC-BDDB-604E9EB9195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6"/>
            </p:custDataLst>
            <p:extLst>
              <p:ext uri="{D42A27DB-BD31-4B8C-83A1-F6EECF244321}">
                <p14:modId xmlns:p14="http://schemas.microsoft.com/office/powerpoint/2010/main" val="164205430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e think-cell" r:id="rId37" imgW="473" imgH="473" progId="TCLayout.ActiveDocument.1">
                  <p:embed/>
                </p:oleObj>
              </mc:Choice>
              <mc:Fallback>
                <p:oleObj name="Diapositive think-cell" r:id="rId37" imgW="473" imgH="473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156AABE-890E-C3DC-BDDB-604E9EB9195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id="{AA0EEB7A-8ADD-9BCC-F6F4-966F14B28C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3" name="Espace réservé du titre 2">
            <a:extLst>
              <a:ext uri="{FF2B5EF4-FFF2-40B4-BE49-F238E27FC236}">
                <a16:creationId xmlns:a16="http://schemas.microsoft.com/office/drawing/2014/main" id="{3712798C-C2F9-F846-3C72-56B85DD187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7245" y="427028"/>
            <a:ext cx="10846555" cy="34855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fr-FR"/>
              <a:t>TITRE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F158BC0E-F202-A7D0-A59D-1BB4144B680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510894"/>
            <a:ext cx="4114800" cy="2519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>
                <a:solidFill>
                  <a:schemeClr val="bg2"/>
                </a:solidFill>
                <a:latin typeface="Plus Jakarta Sans" pitchFamily="2" charset="77"/>
                <a:cs typeface="Plus Jakarta Sans" pitchFamily="2" charset="77"/>
              </a:defRPr>
            </a:lvl1pPr>
          </a:lstStyle>
          <a:p>
            <a:r>
              <a:rPr lang="fr-FR"/>
              <a:t>Confidentiel</a:t>
            </a:r>
          </a:p>
        </p:txBody>
      </p:sp>
    </p:spTree>
    <p:extLst>
      <p:ext uri="{BB962C8B-B14F-4D97-AF65-F5344CB8AC3E}">
        <p14:creationId xmlns:p14="http://schemas.microsoft.com/office/powerpoint/2010/main" val="14282091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9" r:id="rId3"/>
    <p:sldLayoutId id="2147483730" r:id="rId4"/>
    <p:sldLayoutId id="2147483731" r:id="rId5"/>
    <p:sldLayoutId id="2147483732" r:id="rId6"/>
    <p:sldLayoutId id="2147483733" r:id="rId7"/>
    <p:sldLayoutId id="2147483734" r:id="rId8"/>
    <p:sldLayoutId id="2147483836" r:id="rId9"/>
    <p:sldLayoutId id="2147483735" r:id="rId10"/>
    <p:sldLayoutId id="2147483736" r:id="rId11"/>
    <p:sldLayoutId id="2147483737" r:id="rId12"/>
    <p:sldLayoutId id="2147483738" r:id="rId13"/>
    <p:sldLayoutId id="2147483739" r:id="rId14"/>
    <p:sldLayoutId id="2147483740" r:id="rId15"/>
    <p:sldLayoutId id="2147483741" r:id="rId16"/>
    <p:sldLayoutId id="2147483758" r:id="rId17"/>
    <p:sldLayoutId id="2147483742" r:id="rId18"/>
    <p:sldLayoutId id="2147483743" r:id="rId19"/>
    <p:sldLayoutId id="2147483744" r:id="rId20"/>
    <p:sldLayoutId id="2147483745" r:id="rId21"/>
    <p:sldLayoutId id="2147483757" r:id="rId22"/>
    <p:sldLayoutId id="2147483746" r:id="rId23"/>
    <p:sldLayoutId id="2147483747" r:id="rId24"/>
    <p:sldLayoutId id="2147483748" r:id="rId25"/>
    <p:sldLayoutId id="2147483749" r:id="rId26"/>
    <p:sldLayoutId id="2147483750" r:id="rId27"/>
    <p:sldLayoutId id="2147483751" r:id="rId28"/>
    <p:sldLayoutId id="2147483752" r:id="rId29"/>
    <p:sldLayoutId id="2147483755" r:id="rId30"/>
    <p:sldLayoutId id="2147483756" r:id="rId31"/>
    <p:sldLayoutId id="2147483763" r:id="rId32"/>
    <p:sldLayoutId id="2147483839" r:id="rId33"/>
    <p:sldLayoutId id="2147483841" r:id="rId34"/>
  </p:sldLayoutIdLst>
  <p:hf sldNum="0"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1800" b="1" i="0" kern="1200" cap="all" baseline="0">
          <a:solidFill>
            <a:schemeClr val="accent1"/>
          </a:solidFill>
          <a:latin typeface="Plus Jakarta Sans" pitchFamily="2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39"/>
        </a:buBlip>
        <a:defRPr sz="1200" kern="1200">
          <a:solidFill>
            <a:schemeClr val="tx1"/>
          </a:solidFill>
          <a:latin typeface="Noto Sans" panose="020B0502040504020204" pitchFamily="34" charset="0"/>
          <a:ea typeface="Noto Sans" panose="020B0502040504020204" pitchFamily="34" charset="0"/>
          <a:cs typeface="Noto Sans" panose="020B0502040504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Tx/>
        <a:buBlip>
          <a:blip r:embed="rId39"/>
        </a:buBlip>
        <a:defRPr sz="1100" kern="1200">
          <a:solidFill>
            <a:schemeClr val="tx1"/>
          </a:solidFill>
          <a:latin typeface="Noto Sans" panose="020B0502040504020204" pitchFamily="34" charset="0"/>
          <a:ea typeface="Noto Sans" panose="020B0502040504020204" pitchFamily="34" charset="0"/>
          <a:cs typeface="Noto Sans" panose="020B0502040504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Tx/>
        <a:buBlip>
          <a:blip r:embed="rId39"/>
        </a:buBlip>
        <a:defRPr sz="1050" kern="1200">
          <a:solidFill>
            <a:schemeClr val="tx1"/>
          </a:solidFill>
          <a:latin typeface="Noto Sans" panose="020B0502040504020204" pitchFamily="34" charset="0"/>
          <a:ea typeface="Noto Sans" panose="020B0502040504020204" pitchFamily="34" charset="0"/>
          <a:cs typeface="Noto Sans" panose="020B0502040504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Tx/>
        <a:buBlip>
          <a:blip r:embed="rId39"/>
        </a:buBlip>
        <a:defRPr sz="1000" kern="1200">
          <a:solidFill>
            <a:schemeClr val="tx1"/>
          </a:solidFill>
          <a:latin typeface="Noto Sans" panose="020B0502040504020204" pitchFamily="34" charset="0"/>
          <a:ea typeface="Noto Sans" panose="020B0502040504020204" pitchFamily="34" charset="0"/>
          <a:cs typeface="Noto Sans" panose="020B0502040504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Tx/>
        <a:buBlip>
          <a:blip r:embed="rId39"/>
        </a:buBlip>
        <a:defRPr sz="1000" kern="1200">
          <a:solidFill>
            <a:schemeClr val="tx1"/>
          </a:solidFill>
          <a:latin typeface="Noto Sans" panose="020B0502040504020204" pitchFamily="34" charset="0"/>
          <a:ea typeface="Noto Sans" panose="020B0502040504020204" pitchFamily="34" charset="0"/>
          <a:cs typeface="Noto Sans" panose="020B0502040504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 descr="Une image contenant texte, ciseaux&#10;&#10;Description générée automatiquement">
            <a:extLst>
              <a:ext uri="{FF2B5EF4-FFF2-40B4-BE49-F238E27FC236}">
                <a16:creationId xmlns:a16="http://schemas.microsoft.com/office/drawing/2014/main" id="{CF8C1638-72A9-44C8-93CF-DF32F1AED0B6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4811" y="213612"/>
            <a:ext cx="676656" cy="466344"/>
          </a:xfrm>
          <a:prstGeom prst="rect">
            <a:avLst/>
          </a:prstGeom>
        </p:spPr>
      </p:pic>
      <p:graphicFrame>
        <p:nvGraphicFramePr>
          <p:cNvPr id="5" name="Objet 4" hidden="1">
            <a:extLst>
              <a:ext uri="{FF2B5EF4-FFF2-40B4-BE49-F238E27FC236}">
                <a16:creationId xmlns:a16="http://schemas.microsoft.com/office/drawing/2014/main" id="{79D176D6-F617-49B9-A130-70E1F0B3F73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329076337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e think-cell" r:id="rId28" imgW="416" imgH="416" progId="TCLayout.ActiveDocument.1">
                  <p:embed/>
                </p:oleObj>
              </mc:Choice>
              <mc:Fallback>
                <p:oleObj name="Diapositive think-cell" r:id="rId28" imgW="416" imgH="416" progId="TCLayout.ActiveDocument.1">
                  <p:embed/>
                  <p:pic>
                    <p:nvPicPr>
                      <p:cNvPr id="5" name="Objet 4" hidden="1">
                        <a:extLst>
                          <a:ext uri="{FF2B5EF4-FFF2-40B4-BE49-F238E27FC236}">
                            <a16:creationId xmlns:a16="http://schemas.microsoft.com/office/drawing/2014/main" id="{79D176D6-F617-49B9-A130-70E1F0B3F73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600C0AD2-69F2-4C27-BF31-F68A3DA49D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442" y="231959"/>
            <a:ext cx="10297357" cy="709074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fr-FR"/>
              <a:t>Titre de la diapositive</a:t>
            </a:r>
            <a:br>
              <a:rPr lang="fr-FR"/>
            </a:br>
            <a:br>
              <a:rPr lang="fr-FR"/>
            </a:br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D640B33C-B459-457F-9FD0-FE132DED821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145219"/>
            <a:ext cx="10515600" cy="50317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DA14BAB-7084-0D3C-2CA6-EEB7CE9118C4}"/>
              </a:ext>
            </a:extLst>
          </p:cNvPr>
          <p:cNvSpPr/>
          <p:nvPr userDrawn="1"/>
        </p:nvSpPr>
        <p:spPr>
          <a:xfrm>
            <a:off x="3907857" y="6472890"/>
            <a:ext cx="4398745" cy="271485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800">
                <a:solidFill>
                  <a:schemeClr val="tx1">
                    <a:lumMod val="50000"/>
                    <a:lumOff val="50000"/>
                  </a:schemeClr>
                </a:solidFill>
              </a:rPr>
              <a:t>CONFIDENTIAL : DO NOT SHARE OR PRINT</a:t>
            </a:r>
            <a:endParaRPr lang="en-GB" sz="80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69274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  <p:sldLayoutId id="2147483854" r:id="rId12"/>
    <p:sldLayoutId id="2147483855" r:id="rId13"/>
    <p:sldLayoutId id="2147483856" r:id="rId14"/>
    <p:sldLayoutId id="2147483857" r:id="rId15"/>
    <p:sldLayoutId id="2147483858" r:id="rId16"/>
    <p:sldLayoutId id="2147483859" r:id="rId17"/>
    <p:sldLayoutId id="2147483860" r:id="rId18"/>
    <p:sldLayoutId id="2147483861" r:id="rId19"/>
    <p:sldLayoutId id="2147483862" r:id="rId20"/>
    <p:sldLayoutId id="2147483864" r:id="rId21"/>
    <p:sldLayoutId id="2147483865" r:id="rId22"/>
    <p:sldLayoutId id="2147483866" r:id="rId23"/>
    <p:sldLayoutId id="2147483867" r:id="rId24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2200" b="0" kern="1200" dirty="0">
          <a:solidFill>
            <a:schemeClr val="tx1"/>
          </a:solidFill>
          <a:latin typeface="+mj-lt"/>
          <a:ea typeface="+mn-ea"/>
          <a:cs typeface="+mn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SzPct val="70000"/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44500" indent="-228600" algn="l" defTabSz="914400" rtl="0" eaLnBrk="1" latinLnBrk="0" hangingPunct="1">
        <a:lnSpc>
          <a:spcPct val="90000"/>
        </a:lnSpc>
        <a:spcBef>
          <a:spcPts val="500"/>
        </a:spcBef>
        <a:buClr>
          <a:srgbClr val="01ABBD"/>
        </a:buClr>
        <a:buSzPct val="7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19138" indent="-228600" algn="l" defTabSz="914400" rtl="0" eaLnBrk="1" latinLnBrk="0" hangingPunct="1">
        <a:lnSpc>
          <a:spcPct val="90000"/>
        </a:lnSpc>
        <a:spcBef>
          <a:spcPts val="500"/>
        </a:spcBef>
        <a:buClr>
          <a:srgbClr val="01ABBD"/>
        </a:buClr>
        <a:buSzPct val="70000"/>
        <a:buFont typeface="Courier New" panose="02070309020205020404" pitchFamily="49" charset="0"/>
        <a:buChar char="o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985838" indent="-228600" algn="l" defTabSz="914400" rtl="0" eaLnBrk="1" latinLnBrk="0" hangingPunct="1">
        <a:lnSpc>
          <a:spcPct val="90000"/>
        </a:lnSpc>
        <a:spcBef>
          <a:spcPts val="500"/>
        </a:spcBef>
        <a:buClr>
          <a:srgbClr val="01ABBD"/>
        </a:buClr>
        <a:buSzPct val="70000"/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52538" indent="-228600" algn="l" defTabSz="914400" rtl="0" eaLnBrk="1" latinLnBrk="0" hangingPunct="1">
        <a:lnSpc>
          <a:spcPct val="90000"/>
        </a:lnSpc>
        <a:spcBef>
          <a:spcPts val="500"/>
        </a:spcBef>
        <a:buClr>
          <a:srgbClr val="01ABBD"/>
        </a:buClr>
        <a:buSzPct val="70000"/>
        <a:buFont typeface="Verdana" panose="020B0604030504040204" pitchFamily="34" charset="0"/>
        <a:buChar char="-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emf"/><Relationship Id="rId13" Type="http://schemas.openxmlformats.org/officeDocument/2006/relationships/image" Target="../media/image72.png"/><Relationship Id="rId18" Type="http://schemas.openxmlformats.org/officeDocument/2006/relationships/image" Target="../media/image77.png"/><Relationship Id="rId3" Type="http://schemas.openxmlformats.org/officeDocument/2006/relationships/tags" Target="../tags/tag6.xml"/><Relationship Id="rId21" Type="http://schemas.openxmlformats.org/officeDocument/2006/relationships/image" Target="../media/image80.png"/><Relationship Id="rId7" Type="http://schemas.openxmlformats.org/officeDocument/2006/relationships/oleObject" Target="../embeddings/oleObject3.bin"/><Relationship Id="rId12" Type="http://schemas.openxmlformats.org/officeDocument/2006/relationships/image" Target="../media/image71.jpeg"/><Relationship Id="rId17" Type="http://schemas.openxmlformats.org/officeDocument/2006/relationships/image" Target="../media/image76.jpeg"/><Relationship Id="rId2" Type="http://schemas.openxmlformats.org/officeDocument/2006/relationships/tags" Target="../tags/tag5.xml"/><Relationship Id="rId16" Type="http://schemas.openxmlformats.org/officeDocument/2006/relationships/image" Target="../media/image75.png"/><Relationship Id="rId20" Type="http://schemas.openxmlformats.org/officeDocument/2006/relationships/image" Target="../media/image79.jpeg"/><Relationship Id="rId1" Type="http://schemas.openxmlformats.org/officeDocument/2006/relationships/tags" Target="../tags/tag4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70.png"/><Relationship Id="rId5" Type="http://schemas.openxmlformats.org/officeDocument/2006/relationships/slideLayout" Target="../slideLayouts/slideLayout32.xml"/><Relationship Id="rId15" Type="http://schemas.openxmlformats.org/officeDocument/2006/relationships/image" Target="../media/image74.jpeg"/><Relationship Id="rId10" Type="http://schemas.openxmlformats.org/officeDocument/2006/relationships/image" Target="../media/image69.png"/><Relationship Id="rId19" Type="http://schemas.openxmlformats.org/officeDocument/2006/relationships/image" Target="../media/image78.jpeg"/><Relationship Id="rId4" Type="http://schemas.openxmlformats.org/officeDocument/2006/relationships/tags" Target="../tags/tag7.xml"/><Relationship Id="rId9" Type="http://schemas.openxmlformats.org/officeDocument/2006/relationships/image" Target="../media/image2.png"/><Relationship Id="rId14" Type="http://schemas.openxmlformats.org/officeDocument/2006/relationships/image" Target="../media/image73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8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9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0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1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2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3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4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8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5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6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17.xml"/><Relationship Id="rId6" Type="http://schemas.openxmlformats.org/officeDocument/2006/relationships/image" Target="../media/image2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2046C04F-7AC8-7241-E4FD-2DFDBDA83BD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e think-cell" r:id="rId7" imgW="473" imgH="473" progId="TCLayout.ActiveDocument.1">
                  <p:embed/>
                </p:oleObj>
              </mc:Choice>
              <mc:Fallback>
                <p:oleObj name="Diapositive think-cell" r:id="rId7" imgW="473" imgH="473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046C04F-7AC8-7241-E4FD-2DFDBDA83BD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re 3">
            <a:extLst>
              <a:ext uri="{FF2B5EF4-FFF2-40B4-BE49-F238E27FC236}">
                <a16:creationId xmlns:a16="http://schemas.microsoft.com/office/drawing/2014/main" id="{599B7583-1649-F38C-094F-8E9DE0814928}"/>
              </a:ext>
            </a:extLst>
          </p:cNvPr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25146" y="1992889"/>
            <a:ext cx="5329554" cy="848921"/>
          </a:xfrm>
        </p:spPr>
        <p:txBody>
          <a:bodyPr vert="horz" anchor="b">
            <a:noAutofit/>
          </a:bodyPr>
          <a:lstStyle/>
          <a:p>
            <a:r>
              <a:rPr lang="fr-FR" sz="2400" dirty="0"/>
              <a:t>CADRAGE Achats / VENTE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D8138881-BD77-F32F-CB95-06540A67F850}"/>
              </a:ext>
            </a:extLst>
          </p:cNvPr>
          <p:cNvSpPr>
            <a:spLocks noGrp="1"/>
          </p:cNvSpPr>
          <p:nvPr>
            <p:ph type="body" sz="quarter" idx="14"/>
            <p:custDataLst>
              <p:tags r:id="rId3"/>
            </p:custDataLst>
          </p:nvPr>
        </p:nvSpPr>
        <p:spPr>
          <a:xfrm>
            <a:off x="525146" y="2637192"/>
            <a:ext cx="5185373" cy="848921"/>
          </a:xfrm>
        </p:spPr>
        <p:txBody>
          <a:bodyPr anchor="ctr">
            <a:normAutofit/>
          </a:bodyPr>
          <a:lstStyle/>
          <a:p>
            <a:r>
              <a:rPr lang="fr-FR" i="1">
                <a:solidFill>
                  <a:schemeClr val="accent1"/>
                </a:solidFill>
              </a:rPr>
              <a:t>Informations complémentaires suite</a:t>
            </a:r>
            <a:br>
              <a:rPr lang="fr-FR" i="1">
                <a:solidFill>
                  <a:schemeClr val="accent1"/>
                </a:solidFill>
              </a:rPr>
            </a:br>
            <a:r>
              <a:rPr lang="fr-FR" i="1">
                <a:solidFill>
                  <a:schemeClr val="accent1"/>
                </a:solidFill>
              </a:rPr>
              <a:t>aux ateliers de Q&amp;A avec les candidats</a:t>
            </a:r>
          </a:p>
        </p:txBody>
      </p:sp>
      <p:sp>
        <p:nvSpPr>
          <p:cNvPr id="3" name="Espace réservé du texte 1">
            <a:extLst>
              <a:ext uri="{FF2B5EF4-FFF2-40B4-BE49-F238E27FC236}">
                <a16:creationId xmlns:a16="http://schemas.microsoft.com/office/drawing/2014/main" id="{28F7E5A7-19D1-CD14-48BA-6F576E57E244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577698" y="4883700"/>
            <a:ext cx="4460798" cy="32146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FontTx/>
              <a:buNone/>
              <a:defRPr sz="1600" b="0" i="0" kern="1200">
                <a:solidFill>
                  <a:schemeClr val="tx1"/>
                </a:solidFill>
                <a:latin typeface="Plus Jakarta Sans" pitchFamily="2" charset="77"/>
                <a:ea typeface="Noto Sans" panose="020B0502040504020204" pitchFamily="34" charset="0"/>
                <a:cs typeface="Plus Jakarta Sans" pitchFamily="2" charset="77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Blip>
                <a:blip r:embed="rId9"/>
              </a:buBlip>
              <a:defRPr sz="1100" kern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Blip>
                <a:blip r:embed="rId9"/>
              </a:buBlip>
              <a:defRPr sz="1050" kern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Blip>
                <a:blip r:embed="rId9"/>
              </a:buBlip>
              <a:defRPr sz="1000" kern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Blip>
                <a:blip r:embed="rId9"/>
              </a:buBlip>
              <a:defRPr sz="1000" kern="1200">
                <a:solidFill>
                  <a:schemeClr val="tx1"/>
                </a:solidFill>
                <a:latin typeface="Noto Sans" panose="020B0502040504020204" pitchFamily="34" charset="0"/>
                <a:ea typeface="Noto Sans" panose="020B0502040504020204" pitchFamily="34" charset="0"/>
                <a:cs typeface="Noto Sans" panose="020B0502040504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  <a:spcAft>
                <a:spcPts val="600"/>
              </a:spcAft>
            </a:pPr>
            <a:endParaRPr lang="fr-FR" sz="1200"/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id="{DA3CB16F-3EE6-CDFB-83D6-D0074BF392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93171" y="486017"/>
            <a:ext cx="2887853" cy="1289908"/>
          </a:xfrm>
          <a:prstGeom prst="rect">
            <a:avLst/>
          </a:prstGeom>
        </p:spPr>
      </p:pic>
      <p:pic>
        <p:nvPicPr>
          <p:cNvPr id="11" name="Image 10">
            <a:extLst>
              <a:ext uri="{FF2B5EF4-FFF2-40B4-BE49-F238E27FC236}">
                <a16:creationId xmlns:a16="http://schemas.microsoft.com/office/drawing/2014/main" id="{D94572FA-4869-7E18-371E-83BBB21E1CE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096000" y="1372123"/>
            <a:ext cx="5428595" cy="2111120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37569130-212C-B095-E555-ABFD09D9116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095999" y="3570965"/>
            <a:ext cx="5428595" cy="2111120"/>
          </a:xfrm>
          <a:prstGeom prst="rect">
            <a:avLst/>
          </a:prstGeom>
        </p:spPr>
      </p:pic>
      <p:pic>
        <p:nvPicPr>
          <p:cNvPr id="1032" name="Picture 8" descr="Surf – Teiva Tairoa &amp; Aelan Vaast s’offrent la Taapuna Master 2023 ...">
            <a:extLst>
              <a:ext uri="{FF2B5EF4-FFF2-40B4-BE49-F238E27FC236}">
                <a16:creationId xmlns:a16="http://schemas.microsoft.com/office/drawing/2014/main" id="{CAA39C0E-BDD1-48A4-D6AF-72C3C40520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79" r="15637"/>
          <a:stretch/>
        </p:blipFill>
        <p:spPr bwMode="auto">
          <a:xfrm>
            <a:off x="9402945" y="3570965"/>
            <a:ext cx="2121649" cy="2111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Image 16">
            <a:extLst>
              <a:ext uri="{FF2B5EF4-FFF2-40B4-BE49-F238E27FC236}">
                <a16:creationId xmlns:a16="http://schemas.microsoft.com/office/drawing/2014/main" id="{27FFD593-AF56-0F61-7115-4F77B11C052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02047" y="3677110"/>
            <a:ext cx="3837274" cy="1898830"/>
          </a:xfrm>
          <a:prstGeom prst="rect">
            <a:avLst/>
          </a:prstGeom>
        </p:spPr>
      </p:pic>
      <p:pic>
        <p:nvPicPr>
          <p:cNvPr id="1036" name="Picture 12" descr="Quiksilver Logo Wallpaper - WallpaperSafari">
            <a:extLst>
              <a:ext uri="{FF2B5EF4-FFF2-40B4-BE49-F238E27FC236}">
                <a16:creationId xmlns:a16="http://schemas.microsoft.com/office/drawing/2014/main" id="{9DC8DE98-1116-5D1F-F726-70FE6BEA70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6932" y="3838074"/>
            <a:ext cx="817389" cy="6539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8" name="Picture 14" descr="Billabong">
            <a:extLst>
              <a:ext uri="{FF2B5EF4-FFF2-40B4-BE49-F238E27FC236}">
                <a16:creationId xmlns:a16="http://schemas.microsoft.com/office/drawing/2014/main" id="{5207F572-3963-829A-9E58-229BC77F72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2890" y="3728904"/>
            <a:ext cx="831198" cy="8311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0" name="Picture 16" descr="ボードライダーズジャパン合同会社 「社員クチコミ」 就職・転職の採用企業リサーチ OpenWork">
            <a:extLst>
              <a:ext uri="{FF2B5EF4-FFF2-40B4-BE49-F238E27FC236}">
                <a16:creationId xmlns:a16="http://schemas.microsoft.com/office/drawing/2014/main" id="{5B0205AB-B73A-6EE0-20C4-500830822A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31" r="11330"/>
          <a:stretch/>
        </p:blipFill>
        <p:spPr bwMode="auto">
          <a:xfrm>
            <a:off x="6346977" y="3874353"/>
            <a:ext cx="871119" cy="5448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2" name="Picture 18" descr="logo Roxy | Logo de surf, Roxy, Marque surf">
            <a:extLst>
              <a:ext uri="{FF2B5EF4-FFF2-40B4-BE49-F238E27FC236}">
                <a16:creationId xmlns:a16="http://schemas.microsoft.com/office/drawing/2014/main" id="{711D9518-F4F8-70AA-8F96-04E746447F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5687" y="3897386"/>
            <a:ext cx="914063" cy="578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4" name="Picture 20" descr="DC Shoes logo transparent PNG 24555547 PNG">
            <a:extLst>
              <a:ext uri="{FF2B5EF4-FFF2-40B4-BE49-F238E27FC236}">
                <a16:creationId xmlns:a16="http://schemas.microsoft.com/office/drawing/2014/main" id="{0C4F82ED-A78B-71BB-F912-5A16F90D23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3955" y="4564753"/>
            <a:ext cx="1024885" cy="1024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6" name="Picture 22">
            <a:extLst>
              <a:ext uri="{FF2B5EF4-FFF2-40B4-BE49-F238E27FC236}">
                <a16:creationId xmlns:a16="http://schemas.microsoft.com/office/drawing/2014/main" id="{3378AC75-0DEA-FBA1-8472-78AD43A169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6932" y="4668411"/>
            <a:ext cx="842812" cy="842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8" name="Picture 24" descr="BMX_Y_SKATE: ELEMENT SKATEBOARDS">
            <a:extLst>
              <a:ext uri="{FF2B5EF4-FFF2-40B4-BE49-F238E27FC236}">
                <a16:creationId xmlns:a16="http://schemas.microsoft.com/office/drawing/2014/main" id="{2BCDCF66-8F0B-9334-1182-7DE02986A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7884" y="4771075"/>
            <a:ext cx="673501" cy="673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52" name="Picture 28" descr="Von Zipper Logo">
            <a:extLst>
              <a:ext uri="{FF2B5EF4-FFF2-40B4-BE49-F238E27FC236}">
                <a16:creationId xmlns:a16="http://schemas.microsoft.com/office/drawing/2014/main" id="{AA25B0C8-75A5-CE4B-08E2-74502A6BDF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756" t="11705" r="19979" b="14633"/>
          <a:stretch/>
        </p:blipFill>
        <p:spPr bwMode="auto">
          <a:xfrm>
            <a:off x="9225257" y="4680025"/>
            <a:ext cx="914064" cy="8311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id="{320E6FEC-5E58-A31A-F8C1-EC15AC722B0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lnSpcReduction="10000"/>
          </a:bodyPr>
          <a:lstStyle/>
          <a:p>
            <a:r>
              <a:rPr lang="fr-FR"/>
              <a:t>Mise à jour le 10/06/2025</a:t>
            </a:r>
          </a:p>
        </p:txBody>
      </p:sp>
    </p:spTree>
    <p:extLst>
      <p:ext uri="{BB962C8B-B14F-4D97-AF65-F5344CB8AC3E}">
        <p14:creationId xmlns:p14="http://schemas.microsoft.com/office/powerpoint/2010/main" val="40228406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5DE6EA-99F4-B55D-D0B9-41E6A900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2">
            <a:extLst>
              <a:ext uri="{FF2B5EF4-FFF2-40B4-BE49-F238E27FC236}">
                <a16:creationId xmlns:a16="http://schemas.microsoft.com/office/drawing/2014/main" id="{B1BE8917-3539-45AD-E179-14ED5D3422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E5D4163D-F710-2D45-455D-1AF4EAD91BE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E6306F79-1E5E-077C-F4BE-69457D144C04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4A871E95-712F-937B-C5FD-4E8ADA8AB42E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71DF527-2F7C-C55E-84C8-882E1DD141FB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9F34062C-8ADB-C2E5-50E3-F959A6425973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0F8AD10B-1674-F77E-CB7D-88013AFB6EAB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134F34B2-22DA-FB46-5187-857FA12B8FE0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BABAC70-7717-063A-926F-276DC4011BAB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A2ABCD96-F4E9-0C0A-A9A9-C4519BECDE8F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4787CE2-8A9A-DBC6-3CB8-39AB25083B6B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75E510FF-7110-7416-FE81-5BB997043F46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D024B3D9-7DAA-3C27-835C-83922AD8B5B7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6AD07B-6436-092D-13A2-B7FB4737865D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13ABDA14-74F0-109B-F8AD-F35C56848569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3FB6F2F-B826-8DF1-252A-A49CBBD249D1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F1AC4347-D0F2-F71E-5C25-E61C9CD53BFD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0B07D242-9AAE-3039-993C-5113BFF2E311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5BC9D26D-7F57-C18B-F7D4-77E6A77523B3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9775AB92-5726-0F5C-DF62-EC39E803AE85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994D0075-DCDA-8DA4-DD05-D078CE23FD7A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E8FF579-9B81-EC07-F075-A41A9F31FD3B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798FC573-520C-B0FD-2611-AEE2278B5067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E0855EF6-08E4-6D2F-E077-B3D050CF5FC1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69DDC2C2-48B7-9A35-40CC-EEF7D077AF61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0D80533C-0F97-3161-8671-7ABD9C78EE41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00445D8-7AE3-C1BD-79C0-BB559F446A13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AABF84DD-2A87-31D3-2D0A-84DE932EDA29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3AB7463-92E8-B2C2-D915-7396FE7708F5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2BD884C-193A-C73C-C16B-15CB2103F2AB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25A2DEE-9024-F699-2AC3-D523A8588AAE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894D5C7F-8043-0762-9F3E-969B9C578C46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47427369-8554-91D0-F82A-DE1C0521320D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5CE1AE67-9F03-CE75-35CD-E303D97A6807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51C221D-DD2A-BB0F-032A-DA502206A31B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498379C-921A-DD5A-AE65-0CC9F7C4F00E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0ADD8D46-74B2-A1F4-09A2-56DA6C49AC7E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E264784-D653-F17C-0125-63379FE00691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E976B61A-0BD7-177B-CECE-D977DD595001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8F76890F-7D0C-D4A2-A573-1965C4364388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A57B9AE-5052-4DB5-0327-628E337CC5C4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10EBE4D-1599-8173-538A-3A8CEFE300F7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853EC7DD-03CA-601E-5A51-CF2756D3C34A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4A135AEF-DDA9-C470-9A27-8E13A083EE5F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0A811CE1-106D-90F0-D919-D4CBF1E42709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6B684C-6E39-5C56-6BCC-F38D5369A2E4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F3AF524-11B7-A8A2-96E3-C710D15599C2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4BD9D114-7673-09B6-C981-CB718E4CB910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90075DD-A0FB-CF9B-668C-FC6821FF8394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5E25F321-1023-CB91-0752-92844E46661F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EC1E5597-8DEC-27C9-02EF-4AAD208E8925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5B9DE5CD-D79C-BA4A-B960-C8B0B9665DEE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528CF2E6-A6B1-64A2-2AF0-F26B64AE06D4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3D9DAF9-B09E-ED13-6D99-3E189A3181F8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4F26575E-F203-9215-219F-70B9096BE417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5D28F0D-D023-5237-5A6D-618E0D42098F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4F52FF81-FFC2-B8BF-4945-C73B172058DF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9885A00-CDEE-2C94-DAFE-F412994DFD08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90C7D120-98B2-877D-8397-BA52AB30C15B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B51C3F35-7A9C-1336-A722-974C987146A5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3420514D-8164-4252-09DC-D4B67BE58326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468E1DC-C983-E70D-22EF-AD29F10D3CF8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E885EEB5-672C-3269-0AB8-5758A1BDA218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6E5A17F7-7367-DB38-C8F7-1D0123932DF5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916EBEF8-BA25-1078-0BD4-C3FBE93A34AA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37CFBE49-829D-6978-113C-48144544B041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ECE358C6-89FC-74CF-48A6-6411005FCCE9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0804A5A1-0E05-6D75-ED67-07D92EEBEE4E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A61D32F-691D-5607-D61C-72F6B7D864C2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120F9694-0AFA-7A39-0EB8-3F36CF12E73D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E88B5A1-609D-FAD3-6FD0-0A7EB5401FB2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ADDA7C59-2EF1-8FD2-F962-69458D409080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B8ACD27-3CEB-080A-F8AA-7DCA7CB55814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28DE52B9-280A-D492-CC5C-C75178B7613A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7228AE9D-5DA5-FF22-9673-7F651EBE639C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80ADB79-EF21-240F-1004-36F9D1EA23C8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2C549F89-DD3F-AF85-EC4D-DAEA20395B77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BD31FE3F-22BB-4C10-B5FA-A693EA9A33FF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108FB973-D815-32AC-043A-F99648DAC497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7ED370C-F175-736D-3ADB-C6AE7B0C283C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338B7DD6-1830-7284-6B60-8C442D204F2D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33E6085-3045-5A23-41B3-3486907312F3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DE1C5FAA-42ED-08E4-B96A-17993B38E8E1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CB1A9F58-4A0C-25A9-C32D-988CF2080ED1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E24554E5-0295-365F-C2F2-16B606811708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636CFFA-EFC3-AE26-B525-27E92D61A5FB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3CED07C-96A6-42B1-07DF-5B1292A12CD3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1E5196AA-DFB1-BF4C-AD78-9CD61175D989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AE87ACCB-D873-8F35-5A68-4ACB928DD6EC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2C9FD50-B78E-4583-DB88-7C6CD8ED1E6D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8F7D417A-FBAF-428B-F34D-D44CF750649E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AC6E1B8D-01BC-587F-74C6-54DB8C0A9204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81DB3FE8-0405-76CB-1A8B-AAFCB2B934A8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39DD6F9-110E-BFBE-8E6E-9AA369D8EDDF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0CD03E-D094-9854-943C-EC58EFB67167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FB36C96A-2C89-2582-B640-BB12C2785667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8959CC58-7E55-3DB6-0567-0B74BA749047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930EB14-FC12-BA10-3D45-B8186C743370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00BC8866-AA64-56A3-6A36-7C7283332BE0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1D85F7E5-C00B-3022-BA8F-2168F47F5906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E7C1231B-75CF-69DA-A297-16B9E2C3063A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D2E7B33C-7E07-741E-E4EF-8EDD22C42F03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4DF71F89-2093-AF19-30A1-F2B2811670A4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6A272F63-221B-95A8-5196-530FB59D86C5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80188A8D-BE83-D605-83CE-96B0C901796C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D83FF396-4D96-F60E-0C0D-2FFD0CA76AAC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A01FDD5-8B9D-B524-23BC-0DA616896E05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AEAB59C1-CA51-BF8C-1342-D87C9CDAA3C2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F5D5049-9457-C4F3-48C7-B47B0A348328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01AD0C5B-309A-30BC-D301-3C72A2FE424E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A79C8C0E-286E-0A89-6B31-266F9FD33CD1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447A29-55D7-8F1A-B412-3B1B5FCD38A9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3F849106-C971-72D6-F76E-55692422EC2A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294E975-92D1-5291-213F-291457CC7D69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91FEFB7-2055-4BF4-1D6B-0CF9DED79511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A36BD804-DD0D-A02E-3C83-26D0501B655D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FDFCA7A-D2A8-569E-95B8-32E20F936103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B505053A-28CF-BF0B-300B-F4E1984D1DF6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CDA45A24-E123-68CD-BA4D-D7D86A7EFF80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4CF405E-72BC-5755-2698-5B7D964EB9B3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CE389575-7C5F-01CE-720F-CD4E85CFE5A0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925D39D-C722-D6BD-28EE-C3FB9352EFE8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9753CF05-AD5B-1627-C5FB-90D3C4F238A7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5D41E6DC-A6EA-5938-A46E-A71DDE277CD3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480E2EF4-B89E-26AD-E9B8-31ADEDEE2A29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8320DB2C-7366-5CCC-ECD2-28244CF59EA5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5FBAE4BB-93CB-2E74-0F17-421BFA2FEA37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6CBCC1CD-5A3A-D722-E305-D9C709740BB4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27C7A5C8-BA95-028C-248E-F07AA974FF1A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EED7B624-CCA0-C692-DABB-A5274D6AF9E3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3CF3ECC0-6D02-74C1-F7EB-09656C5F8D4D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EB651889-5848-65BC-5958-25979AC45114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60A06C3D-9884-E82C-172B-AF54A13882AF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8D2B6BF3-67B9-B65A-9215-1459913F8AC1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EBFCAAF2-9C64-895B-CFF4-B8E88A98D19A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5799E9CD-8399-A649-C468-E1AF2A5DE890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C764A170-18C5-1D5A-800F-D33DF09D7FFE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1F7FCD4-B2A4-46FF-04D0-4A737C958666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A961AE6D-931D-A619-732E-FB87588E8EB8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79C5520-D62A-8510-3638-CC05C2DA84FC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06528C93-3A1C-B929-2C38-EA0A31F77FBF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29F71E42-03DE-88BD-3FFF-BCF69DEFFC45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CCE63391-D439-E7A9-9CD1-09DD4FC527A8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26BE96FA-EAC8-B8FB-6F89-18FA3868C503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43ED11F4-230A-C4D7-3243-BE6B9BAA6B4C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6B91D6BE-C30D-9FBD-D344-D610727E2263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80BDDC04-87AD-1C7D-99D3-BFFFAFF6724B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726EEFC6-99CE-276A-91B8-D1D8E041A8A0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CFE1585D-7093-E6B6-F831-26FE7B0F0DB6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B7ED75E3-4A82-ACC3-E42B-E595CF36A4B1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9D500D0C-7EA7-09E5-2E2E-B477ED8B4F07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ED2105D6-36A2-BDEB-6B8B-5836F7B2AE12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CC6A4D66-D855-EF21-6AE8-8FF91B7F571F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87E9951C-6089-83E2-E581-19A8CF06251E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B615B36-7228-B94C-5EBF-9DF26E18A92A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B2344CF6-DAE0-2FEE-0C61-7D3DAB70B863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6ED16BD-E164-F916-20B2-95791BDD6D83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F2F6EB2F-2066-7E29-1815-50979BDD7A8C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7D13CB9A-CC3B-2133-9185-659DB0F6AA99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356E7491-DC38-61A2-47A1-A4BD52B80F64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0845A15D-0282-0E6C-09AD-F12927AAC353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0055BBCD-A724-E2B0-A04B-CC8BFFEC99EB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FFE48302-FABC-8891-C107-018967D78B1C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509903C9-78FF-F771-E8E7-4D43CA1C93E8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CBD1E8B5-2A74-ACEA-73E8-7E6735FE8EFB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9D97B6-CC54-8DB0-AA72-120A8083CE0F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06CF5D46-7F99-B9CF-EBEB-CEEDBDD2B2D5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5B293AFA-1724-3A1F-9087-0C1E50B8FF35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EDD2CAD3-89C8-B310-6B34-282FF2F82C25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5C133302-B6F3-496C-CE61-BFBF572D5D9B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CA496A8E-52DC-31D8-84E0-1EB71DFAB9D1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6DC1EA04-FC80-35D2-1D40-F1274FC16DBC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E929985A-4C5A-FF7B-0030-56EAB7E4364E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B417E5FF-29CE-151D-BA3A-40094C8E076A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12DA875-8A36-F102-FCDA-F07ABB1FA3AB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B6724E6-E690-60EE-18DC-58AB2E58FF8B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F904A71C-3183-84D1-DB83-45EBCB9E88C1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0DFBD9A2-A684-CD66-C2EE-0BE5AE270095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45FB9648-898C-4FD7-FF10-377A962AE473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A725F20E-BFDF-61A3-1151-94023815383D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D3B10812-97F0-EB9E-E4A8-8D4A0B3FFFD6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BDBF474B-1B9A-243C-2424-053385E0A7CB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FEBE7BAC-8936-168B-B168-A45420A745F7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CC390D68-7D14-78E6-D933-C1C544231966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3275EEEA-1C88-E6FB-F7AF-347635C84E7E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A1163749-F093-B528-EF07-ECF873905D84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B47DD58-F848-C582-A922-32FFB0ECB63A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28A6DDCF-1288-ABE4-D2D8-DE7208DB446A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ED88ED29-83B3-CDCB-C612-426390A6FB7B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A0D318C9-7659-1D81-BE63-DFAB3C3DA82D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ABB005E5-353C-EA19-6614-7349AACA0410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F5D35531-3E62-C6F7-EB12-405DA135B5BB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71FB306B-A8A0-C47C-3310-ABCA02DB3E27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AE62D4E-7BB1-0102-F061-C9A6EF1543AA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5359342B-814D-AE53-C1AC-AAE746CC2E7C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94AE85EC-7D29-175B-8013-684C00C6CDCB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7941C7E0-F84C-965D-5EF7-113922E9DAFC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86FB709B-9259-B235-CAB0-AA3B50AB20BF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7F0C775F-CC01-5DDC-643E-E282C21F70A3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BCE7C048-3ABD-7F56-D86D-0EAF71D9D86D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2156826E-D7E9-68B0-0A88-72864906D932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D1B73DFF-5288-1E1C-4E4D-6F0C6E6BBCC5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71C05D-8AE6-432E-936B-FBB347FA7CBE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F00EFF6D-20B0-1DA5-9CD5-0EC6BE74EB01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542D1C7B-3ED3-560B-B20B-BD33D479714D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DB3C355D-5F42-2A78-D2BB-792AC249D6A9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632736C8-66C4-AF22-2E93-0BAD014C8BB4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FFAEC7E3-EB64-3929-48FC-2D8251AD0D28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3D669A5-06CE-4837-7F58-C1DE40537BDB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EDEC2E1E-6773-98B7-9FF6-B9824570B4EE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DCBAAB92-EE39-3C21-A5BE-2A3B16235AFA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C82DAA4-0005-1134-D432-E9E7A20A2108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034E7A4F-17F1-1199-EC95-703F3F28BAA4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B056F1A0-ADA2-1D46-714A-006FD14FA7BC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28004D3-BE78-9A38-39D8-4FD54DF3D36D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EE26E7CB-8FA7-3B7E-6F3E-B7CFE02F9427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FD9F10EE-8924-D916-6914-CB198131CB80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C154AAB1-7038-CFDA-3D16-2D188CA823E2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740608CD-62A3-2864-C36D-C22023DC74A3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BBD347E5-EE4E-8E41-131F-5DF86AFFE873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39DF98CB-3FE5-5D7A-2323-3E47CAE741B3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64157E6D-B9FA-7E49-4729-913D4AFBA21D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9F4ACAEA-DCB2-99BB-0E85-5752DA8DAF64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310870C7-0F55-E5D5-550E-3C41D7835F9B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ED6DF417-CEE5-343F-269A-5184393C4D99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11A5A79-3F73-0353-8AFB-A735CD9CE069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1F65A138-EAC7-F027-A81B-2679D8A21F86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6B27D12B-4AE8-3184-D3C9-19C808246DF9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B2F9824E-F6DD-99EB-786F-1ABFA3D4DBCC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E48C9A46-04EB-8F5B-3083-3307DEA5CC6E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766B870D-C79E-A387-3309-C95AA61CB386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1F2D1383-BFC7-32E2-AE0E-48E096645D41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665867C2-9F23-9634-6408-EB84227A05F6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3DB3B69-9645-7C8C-07B7-71CB53BDE2A1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6A9942D8-F3EA-EF36-D091-5A0E25254E25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78C4D384-DE6D-7343-B038-8C4692D9219A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506F7C42-DA41-2B3A-BF89-9D427885D617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F6793F9-D2CE-AA84-E10C-EF7E43DBE87E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DE5D316-170B-A3C6-1885-CD35B2F2F977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C24105F3-1DF6-B11D-5CAE-856E38A210A7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82C11E65-2A02-BE01-7185-673417FF6E99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4A2EB86B-D550-02C0-4C18-2E0323D6C4CB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EB3A13E7-9D97-E7D1-786A-D53671E532EA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007E1637-D980-C72E-FB76-E2A243B23C19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0F65EB87-5CA7-4BD5-7D3E-B96CA5E7D49D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5A2AAA51-CB24-8C8F-5159-5C5D55CB9C9D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EA767E3A-9CBB-BF19-AADC-2183C084DAD8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3312ED8-3181-44DB-A2E1-000742387147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609F159D-B7B9-B2BA-E614-8A097A2B3728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6A038412-EB53-1879-D96B-AA8511888BEC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9C72F95B-8A47-225B-BD8C-1B96B9EE060B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CB2A3502-E13F-43CF-EDDB-789CA3743E2B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F3234B0E-F9BF-EADC-2980-C9DF7371545F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9EFE523C-AA07-B817-0EF5-F132657D198E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B3740223-FF5A-591C-3973-0016145132B7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E505F8E2-9589-D2E3-EF7A-18DEAE6E1379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16855AA1-A2A6-E096-D41F-630B879FA2E6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1D3563A7-43E0-213D-40CA-8B87C0B830AB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0C3A3DA-0054-0685-CC5C-691422A3107B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14D7FEB2-D8C6-4064-195A-DD80AA3027D1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0864473-3CCA-1ED2-6FA1-5CD8380A325A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F2C9BD1C-AE11-A5F3-D8A9-7837D573DE3A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4587294F-FCCA-8EAA-9A83-385F5957295C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3315F962-7D89-0453-6241-3A175ED49EAD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415C4EBF-B34F-7E22-B048-05DC80999482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048BBAD6-CD89-EBAC-CBC3-10E5125C992D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62B85ED8-C422-B87E-EB7E-7EA842FA4632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FD361894-E38F-1750-6381-E3559F8F8438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19AC9D57-7CAE-42F4-020D-01FD4BB6C8F3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A77A043-9E83-6C43-5AE9-EEA9F8898D0D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D2549C98-CE4E-1000-0F68-64626D71BA2B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5EE470-AE54-683C-7760-5813FB1743F4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48E8F2C8-A70E-620B-37BD-138CEE6F5365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182A4191-752D-E153-6975-0FA5DCBA742C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418B7179-DC2B-2299-48E0-E7D29389E17E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9AA32D6A-5D3E-3E39-547B-DF39DE33F7BB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738B147C-7EF2-D24B-DA29-19F24201E507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4B3A0EE8-37A7-5A29-2D08-5C24FFC1CD54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D177E32A-34FD-31B0-3CE8-8591C87F6B55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1AC66310-89CF-AC67-E4A1-ADA819CF1FD6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A747CE7-A21C-B3B1-2BB7-4F3EED2932F3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E90A8D8-D398-4203-32F8-283271E7E6B2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A4824FB-3575-0451-878E-95AD986AD57B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5C302450-D898-8D15-7ED3-141798258AD2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02D8382F-7C15-027B-1799-CB9F4C8815C0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7FE7E61D-5787-8612-0E56-22667CD84768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CAE5531D-8F03-1416-9D2B-F55AC655A54D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B72BAB7F-A553-FFF6-579F-B43242EA8739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236334C-FF67-7713-36C3-78E78F4097A0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0E3B5EA5-A57C-E266-7DC2-43E4B9799D81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99E4A39B-FF87-2FB8-0DF2-BFC659048921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244345A-72B0-9ADE-4EAB-47DF0E337454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C3CEF62B-A201-ACDF-A83E-B16450462BF0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19165DB2-5C46-F7C8-5108-0F0C4BE570B6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F9EC160A-AB95-C68F-9161-D952AD6B499D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3672F343-8EBE-40FC-561E-951279A10DB6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6E0077F7-40BA-5C2D-BAD6-52AA69A9234F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98C4EC13-F44A-84FE-C392-964BD460C66A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8C14D5E5-4284-D52F-3D1C-F850ACFAD52E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E811862B-9D5D-EE09-9B00-0D20C89BED4F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D2C98B00-5917-AEE2-2687-16FF5F47AFCA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F822B55-A0C4-2FD8-9B65-CB1C501ADEE8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8D785A5-B866-1525-9DCB-AB71410350BE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1D77A7E5-EC55-5B2C-6867-74146B9D9FCD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2084F41-7FCB-7C23-C39C-CCA66899EF46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BC9467A0-F932-A98C-D83F-E03A6B211EB8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EBC3FC00-A7AE-A5B3-C5A9-EC0E9BE9085F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3E2A2AE9-C2C2-2995-BF97-538141E800C6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C5EDC80-6F46-ABAF-107B-2BE4AFB612C2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C77A78F-C3E6-BDC8-7078-6E29AEA49C33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E6E75C8-3ADC-847F-055F-437E0F0C9261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8523CC94-BC22-4F7B-589B-0B1C757DE803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686701E0-5140-C7DD-33BF-434E1BE7CB5A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AFD769D3-78AD-41C5-8247-69A61284BDF1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C5A73390-D131-B21B-D883-9878C3C40B6C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4C655372-7EB4-F698-49C0-1F436A9FBBE4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5414E302-3FAA-A43C-301D-44E772857C60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8849F0A4-E709-BC16-D5AC-2033F70F0153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53E50243-63C0-118A-A13C-F15A46F22DEC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8BBD6B1D-A803-21C3-424E-15BCB47572A3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ABFF18B4-4795-A554-9549-2FC00733CBCD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8FC57FDE-D1E0-A8FB-5D6B-47150B937D0D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93BA4E67-3D4F-7815-04E3-A7F3E908D5F4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4FD1C6AE-FE37-8662-33A0-71D58A31A9F1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88E50FDB-805F-1E6E-643B-7B5C81E2326A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B6A82193-DD62-79E8-0B95-A0A4A08EEE47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D9AC15D-D879-8670-6162-FAC33612B3A5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396C4A5D-60DC-394F-DDF3-E4C96F1914CD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CC517A1E-AB2D-1E97-5018-CDB5CE686281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D4B17EB-7BA8-5719-6746-6DD036F632E2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B0D0DAB3-9413-C065-A85E-1D6E346AB8C5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1DF6FFD5-28BD-BF71-0262-841D33677280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71E6335-B497-503A-C920-D76D003F02A0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468684E1-2538-87AE-C3C8-71012BA9683B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FD2CBFA0-E211-5576-A243-77AF4CF581C1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C48CC5D7-10B6-4744-5617-9DC34ACE3288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5E861DF4-2DA0-384A-C4F9-8EFD9B0382D5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B29FC07E-EE9D-CFFB-A5A0-4FF04C88EC63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62B94C4D-7539-F818-4103-303B7B98B6CC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5045F5F3-D93A-6359-A97E-D8303C915DE7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11BD76C-29E3-F9E3-9B9E-62436162B8F0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BEACA585-1231-45CA-E99C-44D300CFF18C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F233044C-40DF-F488-5823-BC06862E0972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E389DB79-28C0-3E97-A26A-1DCF664C2442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BA7596EE-E731-64E6-B2D0-314F0FFFE13D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DD09982-6B6A-8E94-4271-3999732DD9B9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C946328A-394D-3FD2-1F2B-775217AA1BA5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95052D30-9E95-9C1C-5FEF-C9B35CDF2DEF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8E18170F-A064-72AF-0987-58681012B2F9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B80714F9-F362-8256-9448-FC390BCAFBFE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F436D90B-7D80-7ED2-86E8-987264C9B82B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AED1FF5D-F614-F09A-2E11-B8B805278233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A12E23BB-DE7B-63AE-000B-813D18376F66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BDF9960E-DE79-C5F7-B13F-D10CF55DCB81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87361517-1F4F-610A-0D56-A57A23A41886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A0B267F-C0ED-7874-0EA6-8D6786CADD42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82CCE551-74BC-7673-9207-C4E705C4800E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690CE94E-23A3-9D53-1F02-1E62505AC24E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6A27655D-814E-520E-F052-AEAD334D5DC0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3BFAE9FB-2738-3290-F39D-C411949A260A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3B68FE8C-6591-D65D-4B66-A43F88D506D4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3700F367-E399-6F13-774A-521A3D2B2564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75572244-7B49-2A94-1FBD-0A15E28BF55A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B71D1740-C5E8-674E-7500-95E30A09C175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A2D9FA5-3E4C-D520-81E9-DDF962E4E9F2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0A89F682-3F79-C9EC-E409-2D7ED4F4DE79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7F6A4BCC-9216-C055-50CD-16C2683FA31B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D29762C1-AD28-D4F5-9B90-AD186C173926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27644994-0BF8-D7B6-1569-4FFC0F895F8C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30315819-3BA2-DB94-7968-8909D8C40A00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56518FB6-A056-49B9-2AB6-A3B492EE02B3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DFE606B7-F461-29E6-13D7-1C58301BF697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CC585AE-8CB1-F67D-AB0B-0F8DABB8D332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EE4ED17-481D-6AC4-2F68-0F0D8B460214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BE84D43A-4601-535E-5AF6-0E853929921F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9129D693-4FBA-A6BB-44BB-E99C422FBEFE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1D907116-F40D-BCE2-4F1F-974F54143906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927F2018-B25D-172D-E9AE-1562E34D915E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DB5EC015-2103-5221-B514-98B096508D95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145BE84-E470-6B85-7BCB-5FED207D5764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666E4367-FC12-17DB-1392-2C7B29993DC8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222BAC65-CD01-FB80-AC08-037E3CD8BE8E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72A8EFF-25D9-E000-6B4A-F7BB5A3E500B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6E43026D-32EF-B274-4410-EF5298DEDD5C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1C2DBA4A-D0DC-3721-50F6-B0AF0EA279C6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835CFC63-4D03-69B2-1CFB-AACB573781AF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3625020A-8B84-507A-5A1C-50BEEB9427D4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213CAD3A-8604-8F86-EE3D-28DBE32CA7D0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DDB21924-CB5D-7939-9BDC-375EA77D7849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34A00900-91D8-CA69-1D77-F28B3854283F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855E99B-004A-7146-0ADF-3AD1C6B5491C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145C6346-0D02-48B1-F3AD-E1C5E9CD5A96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C5FA485D-2A89-CE9B-240E-401B3E363A30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45705F16-C5C6-54D9-29E4-F037FA19A2FE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73D5990D-E35D-7F17-6C3A-3BE138CBE97E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49FE361E-FD1A-AEC7-8C95-33A8715DED20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6306EF38-CEB7-7B87-6ECC-E752DAC34D9C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41A3416B-8CEE-50F6-DD9F-A517F0A06B9A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C574070-28DB-1DBF-7FB3-0F43D3F46A95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C0BCC1E8-C04B-7C33-D0ED-CF2F5F26C337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6B035C87-C4B9-40AA-0C8E-3AF6C8EB2F76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4ECD1EBE-2DF4-04C9-93BF-705C82B6F060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2EF5FF4B-019B-20AD-6064-1EC4840671FB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1F75F4F7-F533-4BFF-ED91-42B88DCE5F86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B32DCEC1-8FCA-0835-C6BB-1EAD07B2B3C0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3AFA171E-0739-7E7B-E4CF-92CAA8082C12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288128F2-D916-D4F8-E0CC-B4929406C7FA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015EA388-8B11-1E8A-B2DE-A6211C32B33C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E51F874E-8392-D0D9-5D33-33371A55A71F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1BAFEBCD-652D-2CA6-02C4-2059B168476A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74857436-1CF7-2B40-B7CB-9B40B2B70D73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A4CE1850-4FF7-5C3F-BF48-22E6506F70A1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2AB01BCA-4A6C-6D7A-B2E6-DE9B5AEFB921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43988346-0651-CDA5-0CD6-0CBBA38F9B29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BE61CD79-9166-B61A-111B-468E0EA256F5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6B81E6B7-9B60-8BD1-7FAB-B88D69F34A4E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31394E9D-629C-EE41-7816-E66BCFD95125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DD4344F1-7CBA-10EF-1F44-F53A02304F15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8D2A3712-C977-5F5C-ECBC-0799E1038748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E95188E8-14C2-2D2A-E5A0-0BFED75BA096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E3AEA140-85CC-7C98-6E5B-3800115D9601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62E84960-9E79-80D9-3E5A-27803A8386EA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75B34573-B44E-D3B6-5DB1-8BE36BA62DBB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53641314-7439-96B3-86A9-0FA090010861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B8A5BCDA-9B8D-BBD8-67CE-BF25B928E6DF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52B5F31-A88C-75DA-94D4-2AD26F255A96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0D6E8590-8CD7-9B1E-E161-5A6BF6D7B6FF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ECE042EE-1EA4-24EE-8450-E13864F6AA3D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76402D44-796C-C05F-C8EE-AC874170AAB5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4C012C92-C348-6716-7698-0B63707F1C0F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B063D79-7750-03E6-12E0-49DAAEB8A445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4B9D298D-3FA8-0A4B-DC13-3584340FC1D1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B9AAADD4-551F-61C5-1F24-2A0CDA1F467C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7C0EC3F-AB4E-4553-47FA-BC94E5E75B50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17F8163-B1B9-46D7-E1B7-DD08BEE6CDCE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6457CDEB-0000-C00D-387E-BFBAFB16A13E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9DF9F974-7CB5-046C-10AA-AE5E2D2C4B1E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2BA2D0DD-427A-6357-BC55-219380A4C0BD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E5CAF9C2-C596-52F3-3670-FE32F3537FB4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EB048827-DA6D-E9A0-800F-246F4E6E609F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48C5445C-73DB-220C-5EBC-4B23BDBD11C1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538D440B-E028-5796-7580-A9D1028C849D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2AE4EB09-8D27-17E6-B671-A887A0616CC7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7698BCC7-45DC-7323-FE04-10CD4B546FC5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BCC85A35-26A3-592E-F929-E8828F8452BE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5DB4DFBE-9C08-6FAB-B767-2EF6D664946E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E92126B-E582-4EEF-513E-EEF19C6825BC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DFA09993-50D1-77D4-6F63-5AFA597B8710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547DEC2E-C67D-51D0-1BF6-052D6F158217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039760AF-6817-EEF0-AE7C-E65BEC56B4A9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C0DA2CBA-BBFA-17FC-C00C-D825B1698361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42E60500-4332-F8CB-F64F-3895EF49B7F0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9C8B8AF9-6F5E-D14C-2326-8F7D8334B28B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F09B54C4-1797-2500-74B5-3A435C15D07D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D4C4B15E-487C-F6C1-15E6-EC7FA1B3CDA1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56F1FD7-0ADA-EC47-A5B4-C591D9C4A29D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F4B1E3F-BAF8-2B21-80D6-5969870B7866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80FBA9AB-82E5-D160-F2B9-E135D075903C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B0BD00A5-E155-3E49-DCDF-DDB8E61D9383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6BB81F98-BE40-D471-FF8E-85D7E1F0224B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7EE7DAFA-4383-50F6-697B-5D24CD8DF8D2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EDC849E8-EBCD-9EEA-801D-FAF41A2F64A8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6895906A-4E29-6D8B-8215-161D4A7A5FC3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A1E09B7B-94E0-B9C2-CBF7-388441D67040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E9A15983-3234-8979-377C-6A81373A6C33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2EFAEA8F-FB87-CBC5-4E31-E92307032D7B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5A26D11F-AB67-6E33-67B4-5E95C7A3ED7F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1EFF8658-56C7-DB6A-CC7C-BF5AB4E5D420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29A4ACA-8CD0-E3EB-808F-D32005AFAA78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F08A6144-D924-AE87-097F-63A13CFFEDED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F0E1E29-4B15-45F9-F9EE-78351FCAD67B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E8D6B8BA-0F40-DF12-5612-3E5745D52E72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D7FDC5FC-959B-EE7D-FE5B-BD4FE0FD677D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E06960D8-1DE6-3B5B-17E0-696B774BA212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1953E531-2A3D-3D68-57A7-6F7621C9810E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AD00AFD9-4384-A742-5127-79CAFD1D85E3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53CCAD4F-3A1F-D967-8F84-6CE14BCF5A3F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ADB26BBB-8217-F32A-45B6-7D2CD46C85B9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9BBD899C-4707-1F04-EF1B-59C6693F0564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7A75E7C7-13E8-961D-87C9-3C68123D0453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E210706D-E8CB-FBF3-A04C-2079A9A9FBE2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AAFAD2FE-E720-95B8-5F07-BED2C8193ED3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9553FA90-16F4-AA59-6C42-34B8C98419F7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A16E7C32-ACE7-AFBA-A934-F4A238816790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74F676A8-30FD-1895-3409-98365CD76EC1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B67A5C35-2F0F-998F-C9B9-3CF8B6D1ECE6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444C8B50-8F5B-9548-3BAE-8C1EF9506DD6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3787CDCA-9728-23BE-E44C-49452BADB47F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4DCD0659-93E7-38DB-378F-D42573410129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5E5A992A-D086-55D2-9D6D-BAA7D6DF889A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842FBF0C-D86F-8863-6C93-4D2B10DFC73A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CF485954-CD7D-7BFB-93CF-9F94D49B1412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4F18334A-1CA1-2B38-D3FA-3D2A558C3D95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303CBE06-D09E-052A-6075-529E46C53CD3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90E27824-6F73-EC6D-AA2E-ADC95017D61B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7CDDB6FD-6B93-7FD3-97FC-E71C7213869B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E0A902BC-EF0A-9E91-4D65-58FB833AC5BE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9872DDBA-D92D-EB17-F6C1-912C2A2C97B2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DB25A0A2-3E8F-B1C2-01FD-4E7934B81EEB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FD8559A-EAFE-039E-8008-123FD2E086FB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637E0830-6D99-4C52-1B0F-F71CAA4E8C58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2A13F989-8FEA-DD0A-0133-7C54AB2FEA4A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B20F84CC-47C5-486F-A4C1-DA34CEE7AE47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ACAEE468-84C8-68D6-2AF3-CE3EE1535264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F44B0338-F546-5AEB-D913-BFC77A5B7FD2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5040E0AA-78C8-7D8C-925B-0681AD1AEE4B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E2EBED92-CD7C-3C70-18CA-D92FED6423BF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24B18A53-516E-9313-119F-0FE3CC57A87D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5BAA5ECF-5AC3-C04E-7A84-691C8B8EF684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FDD123CF-FA15-21F4-0E5F-FADB2B58D8C2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96D0E6F7-361C-487A-ACDE-5DE4FBC49413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9523903E-E3B9-610C-7AB9-1BACCE0061DF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0DF58A75-D429-3422-BEA6-26BD904DC80E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F1AB77C0-9F2D-E679-9192-869533630B4B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AF1E2334-B7B8-8560-A50E-A5248062F350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3744DE37-4439-24BC-05DC-9D7B4074D994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BC497A3C-665B-9D13-4BC3-CD0F107FD36E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D04FA9A7-8AD8-56BC-6105-E9F72106A016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C3242BA6-8533-6C9D-0CF7-F4085A96724D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38D299EA-C457-3890-BAB0-138E22FE4F40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A07423CA-3CB3-8FB9-09FC-1977D0FFF60E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B0F57F47-7694-0927-8A23-52EAB7982A6D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04F7B691-BF5E-D1C4-ABB6-9FA9C9FB00FA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540F6614-57BC-404A-B291-AAC6A6685A41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DA753803-D3D4-F1E8-9299-BBE3CC67C647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76A21259-DEBE-4C56-1A3A-FBEA2CBEA793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A503C205-CADC-7973-C057-509D70804A14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32B27C95-F156-D9E7-7D69-B75D7EA5818C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16EA5381-16F4-32BB-B33F-E25DC84EC96E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38483690-9269-4FA7-A38B-B608EE459962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3FB9622C-91AA-BE83-C0A9-AC5A406178E0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2BA99637-0174-7914-A21C-C05B7314386D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29A162EB-80D3-C273-6011-C78BC8020DF2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050B5046-D757-D956-F721-F643B7336759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EC2515B4-1EFF-239F-9A8C-9B71D6579D68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7A9A51DD-5B09-549C-B69E-535F55DE8010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1076B38E-4099-E348-AF42-08E87F233AA3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33097F59-7E42-E78E-B785-6E0F8D0F7595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DC8A4892-92A1-E248-B568-399E20C30017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EF5B3B99-5B2B-374D-538B-BCFAEE99D021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FF341646-45D5-FDAB-1C6C-45A0CA913A61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82F5CDD-6DFA-3B10-D75F-D9CB7465C018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FE6FFECB-6B49-B1EF-686F-B061A8893281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B36F8923-1DB9-8115-821C-3FD4BFDBAE25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38B82F58-334E-69D4-4776-D015796A138F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E9BCAE4C-01D9-AFD9-7760-9B343765672E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84988385-7273-D73C-7383-75898DB3BF98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E22FA5FE-F94C-3F91-86A5-3896ECC890CC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21A9CE49-C376-1D5D-C4A0-F7D2DB22CFBD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F6CF4221-4BB4-4E10-2DD8-9872318F7085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C4B4DF38-801F-57EB-4871-6D3B023063A3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0F24F2EB-1CE2-1103-0B6C-81A0826CEE24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FE77761E-D869-AA53-17F2-9F7496AEB0C7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31B74355-AABB-69B9-1257-9C3748A10C01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36CBDD36-C3E7-515A-D33C-4056C5787D3C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B843A95D-21A8-C969-4DFE-8BCA4C8A0A70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EB32675E-BD79-4132-5BC9-3C01CF4E2215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82ABFEE0-3337-ACFE-B085-E3424A1FD840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DC7C4CFE-2802-D369-B2DD-7FC1CF7D6F72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93FD4EF7-B77E-B922-99A2-771F41BAD96D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675313F7-93E3-4449-92F1-142D64C268E9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FC9626FC-8773-F00D-EF1E-F5455DD04871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1B081DFE-E270-C837-F111-D46AC9960BDF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25E32466-4EE9-07E1-E5B5-D328A8F05799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6D1FF09D-460C-3D8D-9004-1A5363FDF76D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D8E68320-43AC-C4B7-AA75-85DB0A1FA047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BF5552D0-CCAA-3728-109D-F4FB1FCC0E08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62AC4AE4-F90C-E747-351A-C8212FAE9830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72117A10-BF68-1CC9-38E5-CBBD28011E32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2DAE5091-2A36-0DEC-6525-157FA019A585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EF9C8E8C-A24B-F7A7-2D92-54779A3D7CEC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91AA4E35-47D1-7F55-3B7E-A18D3162584C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EC069F0-D757-D5F9-648B-38D55106DCF3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6A180719-8428-8E05-BF9E-3DB53ADD2D00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DE212638-C085-3A47-50D1-962CD8A0458D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DBAE8428-D49A-F043-E72C-39028CACA8AA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92ADC355-6742-B12E-B423-05521149269B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369DD2F2-A830-D49C-9E47-992C58FD7B29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5DBB6E7D-63DF-068A-9334-AC202CCEA7F2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E906FA5C-BF64-3672-0FA6-845FC07C79A3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1C757DE8-0AB0-EEE4-7861-2FA8F56FCF3B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2440C8CD-AA34-2A22-1312-9FBF72AEBD13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A91CF29A-6C1D-6861-8A47-AFE030E7E5D0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B8E72A1A-355B-A30B-B8DE-95A1CB39DC5D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3ABF7FA6-D4D2-8ECC-CB12-2F854BCF4F51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EEEC4F5D-646A-4E1C-4351-743ACE3575AC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79D4DEBA-BAA1-66B3-AB03-2789D434D855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621B4AB4-E432-51C0-13A9-AFC89A77D178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F14FE115-9EBF-75E0-EFDE-A18AE134EA02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75472278-25B0-0B58-9CBD-0B84E02E0EEA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EFC11AFC-C0C5-0BB9-353F-E3A71BB73DDE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82EC662E-5EB1-12AF-549B-BA056053B486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3B38C43A-7E60-7B66-126E-BE5B5BCDC420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E15E3C31-4E0D-261C-BA33-60813C4C6E44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5856041B-1157-F69D-EB23-D45F0FC8EC98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44EA84B6-9FFE-4F26-3AD3-AA1C27423621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46567737-B7BC-750F-4698-A08452A06F0E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F37B7CAA-A52F-BCD8-2AD8-1DFDCCE7CBA5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BC3DA2CC-6E23-79FE-9C7B-1252F0BF5678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307F3B7D-B228-3982-04F1-814011971B19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5F774462-EF9B-445A-2A12-3CA6C191AAB1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7C20C990-62E1-F677-4996-631EB88D1894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D3DAED17-B6D3-4ABD-0987-99C3E7279D98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AE21ECD5-6D8F-81D2-447E-0E36B048F4C8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C67BECB0-A097-A8BD-07ED-B962D7702DB3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07403E6-2CB3-3CED-3939-B80535CFF050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4004AB31-11FC-3DA5-3D56-4901CC39A23A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C1F1A1A1-E9F7-52CE-AE49-79EA772D241A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8E6C2D2C-A8E3-C99F-72B9-950C6D500EDC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4FF9707-C3AA-95D1-C826-6E32BCE9A06B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12B8B20B-935D-4C00-BC7B-BE14264E01E2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0FB6FB4-F992-8952-2D48-D5CF167FD886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2FA0B024-C4E8-A371-5D8E-5709727ABE35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E8194632-307A-CDDB-A30C-78EB89E02A5B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C4438234-5385-BA86-B384-C7096FCF2131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5293056E-594A-E7D0-0303-DA104045FA1E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2B30728E-E943-9F71-F891-21E372C94DCD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266FF3AC-AC12-3874-F314-65FBE3121B43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3E3BC0AB-1259-FED2-00C9-C7EC1DEDEFC9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C2ED3072-FD4C-E692-66C9-9D949BD06998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900851AD-780F-ED66-D533-68EF9CFCFEFC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710C26CF-2531-7EDF-BE82-2B78047EA9D2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4C5579B1-1E17-5EB7-8D21-957275A8ECC8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1B288886-CA6C-413C-BD87-CE475AFCDF10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7FE7DD26-E403-3E52-BF90-C1CED1E68C91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7E6668E0-007E-CE74-F77A-1C0EC9382418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1B8888B5-55E7-BA4F-0AF9-9C5FAC08ED48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CE65D7E8-BDA2-864B-B2FF-3A3E8314F31B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15FA8018-BB67-1558-F1B9-853572E91979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BCAF5C09-CCF9-8B6D-9896-A96392734DB8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B85A36AD-8977-C7F6-1F4C-EAD3EE08D7E4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077F041C-FF95-C838-B92D-B7B614BCF1DF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4A7B37D9-CA80-47AD-EE7E-EE79CDF626A1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8F9D6E0C-D614-BFD9-EC69-714074B0B2DD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AEB01835-AC2E-E79C-6970-E37ED22C2EE1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945F889C-0505-49F1-FAA2-5C9418473EA3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3D815974-198F-288A-C0AB-77E21BFE82DA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5FFD3FE9-1C3F-23ED-1D3D-CDC2821792A2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C28511BF-091F-9830-8A8A-7299EB81585F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7204126F-DCFC-E098-ABEF-7BBE179CFA80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EB244A49-1FA9-962E-E900-1D3E4EE5F805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425C3203-EC6E-60D2-486C-1039C2EC17F2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B202CA43-1933-324E-183F-B5F5DA694D02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7CA6BFDF-221A-73D5-C0B3-E859AADF374D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53DF5214-FFD0-9258-5733-A1C6C78D93C2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6AA37EE6-7431-F1ED-B2F0-9F3308AE0238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0C754F3B-F5F8-CE0F-6393-BBB6E40565D4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4CA25366-2FDA-4968-1630-43E0996C7910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FD39C676-453B-7BCB-A3E6-ABBCE62A82CF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212B1413-C3D5-0A65-55A6-FB08A5D9064C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B7BC134F-E306-EB1B-7C5A-E4643FD019EF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50B37ED4-3EBD-6D6F-5BD3-9CFEA5297C7D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4A702764-0E35-AA17-2B8A-D5827503762E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927560AE-3DE8-28B2-06FC-0B39285561CE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4B324FE2-A164-723D-79EA-F6681DD54288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969D9451-6ECC-A9E1-1B12-2D99F9E50722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C27C5EBF-598E-6D96-E7A3-A6192C733082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A2FE972B-136E-6739-8FD4-CBDA166D1B36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B8FC73E3-1146-4DB5-16DB-0B3EAE53E6FF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BE6A5BA0-B9BB-3684-13E0-04AC5197D7FB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6C3ABC47-B898-9783-3254-DA77E0BDD127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8DA5B515-EA51-39D7-0DA1-33CBA9D68D44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DFDCEB12-024F-11E8-9E4C-93A9118862AD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E688A32E-28C0-B576-60C3-FAFD68CE14F1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0A613E4C-8BC1-41F4-DA99-AB4AA067F512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BD6239C-9A0C-50A2-B4BB-A8AB36A6EFD4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8D5FC899-1A78-C7CA-4E04-8DF301D96F51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AD9D67C3-091F-E1FC-B44F-7A8D50430179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46D73D3E-C62E-E62A-8152-74B658C94E78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CA954AA6-F82B-65F8-8BD8-517418B176BB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D7DB1201-70DD-AD4D-4203-EB723C3558D3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2B61E1BA-FF2F-8DDF-F185-ACEE83C8A827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9F0BC73F-4363-CB2D-6E0A-B4A95905693D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DE743587-7046-707D-470C-C5F2BBE2B8D7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2C204FA3-2361-4BC7-9ED7-92D01DD15857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C7AC8E6C-B4BE-3B8E-5589-516DBB603FF4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87898BEF-BF4F-6C76-EE8D-42C820958BEE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C611B758-BD98-D5FB-282E-8AD57E73B163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163F45C4-AA51-98AD-4ECD-8CC596CE3D2E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0060071D-E4A7-37A4-0C4E-A49734BDB1CF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C71BC10F-E2B5-45B6-0A30-8E4344ACBF73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19C72275-660C-599C-99BA-C7E867C56571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1A469BAE-C43C-A884-1ECA-E901D912319B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0518E0E8-89BD-FC14-0105-A54E1D5A37E1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56B6373E-A9C7-C8E8-4297-770821F62E9E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F376EC1F-BCAF-D082-F116-E3469C36F5D9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313F329-F44A-9F3C-AB9C-136CE04FF8E5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EA9B4D5A-6783-AD34-5F2A-704CB5F8B6AD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6E15D992-398C-9666-C7F4-A60E3D8F3466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930EC234-FC9C-296C-9D5D-C014A2914BB1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19A04D84-6785-59D6-BD51-4463F619E2B1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BCDCEAB1-5B49-6358-7B64-EA6FDFB7D03C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C7489B34-09C2-3E80-72B3-3634B06BDEF5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81F3D6F-0A45-4DF0-3A6F-F2A3228442AA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270BAF33-7F1B-3605-6020-D7B8355E724D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55308A-DD01-47CD-BD12-E99BE542F083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0CA53DCA-1949-19F7-4767-675D8A04E16F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5CD9E8F3-5978-5721-2E61-E0353486A09B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2BBF8705-77F0-A747-0E04-7ABC06CE7F04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660279EE-2812-9E67-0599-3CECC0895575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917A9C99-E60F-3A71-35F0-7242F3F080EA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31EAFE8A-B052-A2AF-20B6-2BFE42C0BF0D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22622429-DBEA-4257-8496-9A842DFC2AF2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F4FB42C2-DBEE-A691-8102-EFF936260746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AC016D5E-38B3-1052-B335-D2971ACD75D1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73F24A23-4074-4C74-B37B-7436B5875B11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0A0EFA9B-C897-E940-FEF5-5829C4FBD688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A968A965-0B0F-DA07-538F-FED7B0568701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331FE57-9853-5729-6C08-892FE644B614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D14C8B7F-6811-B845-4A24-80A1307A72EF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B9AEAFD3-8C49-42FE-BB11-022A0357CC76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9620A524-6E68-F05E-E20C-4BE2A86A38D9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5B7E6EFA-3D3F-604C-A1E9-BB518D20D69E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A23ABDAF-D63F-2090-59D1-B9B345F80396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BEA19B42-B0AC-6907-964C-DE82EB484FAE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385F9612-01C1-F6B4-32CC-B823CA6050D4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C7462F3A-A978-2FE2-F35C-E1906A68FC06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E5C20ADC-241C-CF59-7A9B-D0E129B138BD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8539031F-E485-3524-26E5-C1A0BF79E308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4944063E-2C6E-CC64-B3EC-5E95B9B094FB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9B18F9C1-1543-682D-8F52-7201481F04B6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E04D4D20-1626-A6A6-C021-A08920622CA7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38F0A6F-FABE-16BD-6467-6125540940BD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FA262E5-BC74-341C-32E3-D1CB93202487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E43527B1-7E58-31E7-670D-E1429472BC9B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F48983E6-ABA6-9CFF-F26F-F9DEB1049DC5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A04375B6-5C24-DBAB-F80C-130B281A6A40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2BAB6CDE-2226-B8ED-AC08-51544C14919D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30E37020-19B1-BC7B-5059-97E8EFCE2238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352520AD-4630-6940-5527-2C434318B96E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587D7246-14FD-6AB3-58A0-A0105B9D9EAF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07500EFB-69F9-E88C-3BF8-AA5719033DE3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FDBF96CD-F7B5-77A6-A3FE-9968217FB509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AC08A092-5CBC-F761-B244-F47A2AFAB554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68FF1208-3DDA-CE7C-C254-D7DFF7229CA4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263CFBAE-914F-738F-BD58-56A02F3F6E42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5FB2FF04-C1BD-80A8-78AF-EE15BF9D721B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4FB853E-318B-1892-8F4B-84A7E83F784F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BA57ADFB-218F-24F2-B69A-7FA796FA7B41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4579B336-4111-6E90-748B-53B0BDCA6CEA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54473350-9262-07E1-0B68-B59801FBDD79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122E6A8C-5EDF-9DDA-ACB1-3DC1ECC4D23D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8088B508-26FB-D6A5-2B94-3D5D051499C3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4D398F55-69BE-C533-1B7C-B00F2F5C56E4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7DEBB05F-8CBD-F0E6-93BC-06B8049AB4BE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5AC20A19-1C89-32EF-5E81-FD15CF2298A6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864C3F76-25C6-8A3D-20F0-99C47FD16586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82BA2CBF-C9FE-8F29-F61E-5D6CB311AA29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915D9626-A8E0-5187-4519-4814F3B17378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BC6B0166-AE03-7301-89AD-A94B4BC28263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9DEDCF09-926B-A7C4-77FC-7426BAAB0276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B4EDB38C-1C16-65A4-F348-5689D2A5191A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255C8AE9-8AEE-221F-9318-E6C9A6902E3D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2144C992-AB96-AAC2-0E12-A68C2188A79A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227F5A73-A03A-600B-B60D-1CA429A77DA1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9D83BC04-EA2B-9464-67BF-3ADA8252D659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910EBD58-5E0A-6EC1-CDF2-6A283288B28C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32B747E8-F217-D53B-601D-9F7C02E276BD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091FE3DF-B561-5934-FE17-6AA210EAC4CF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6FE5CC5-F462-F329-7F4E-E5365AAD6DE9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2C9D5786-E9DC-3DAB-D531-B1F0CFDAA177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169FAA98-ACDC-1357-43C9-171F98B23814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E1BC1794-ABB1-4987-7AFE-A9CBEA2FE49A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DCB31B5C-C976-518B-0C0C-439603561B3E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B1C3C8B9-9372-4E5D-03B1-BA72DA9102F8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FA4FF555-1210-443B-E5EB-254DD77BE0FD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81B029AB-4A81-488E-C64D-B034C2A3EB55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FBF31205-2C0F-B74A-C9DF-D62D20DA2325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2B4C6846-9C54-83D6-CD43-51F6D28FF0E4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0B19517-B53D-71F8-C100-31CCF89D5715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5B99E74D-9F25-20CF-EEE4-E933500C596D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D5717536-F96D-1FEA-2AAA-909C4D7F3CAA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71DE5991-E975-00D2-F210-3FBA451E175F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EE5849A-D0D5-ED23-8B9C-0223154CE88C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057D06D0-0740-5DF4-DEA2-72791FD4FEB6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E76A817F-B3D7-932B-20F6-FB64F8CF2770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9D715B90-C206-F2EE-3757-BB2451D3EA54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F31AEA1F-DCCD-25BD-B2F7-5608AABFD62D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51535AD8-48E0-86B3-5AC3-5093E9C535BF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2CACFE10-62F2-3F86-3D0B-6B734CA2ADC1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10DBF396-C698-A0FF-23CE-DF98304B71E2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0237639A-F9B7-5540-772A-C7D20AB5E5D3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A5B67B6C-4EB6-2BFC-76A5-61EC319DF63E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F02E372B-6544-9BA3-3D95-A16F305DBBFC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1216822C-D82D-EAA8-6ABD-45C712FAF7F9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2395AC28-6489-6E26-5A77-9AC5E0CC6569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CE3AD13A-607F-3E79-BA38-D6F6C2E435E4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8D67B415-6254-3AE1-59CD-67D8A6D09598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C80A2560-C51A-D2C6-4B04-DFA59BFC4AE3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AD5E2C0C-1F9D-E400-4613-F61625C93D34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5A6C4B63-03C0-A553-B2C0-024E0389BCB7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CF6271F-D2AC-C60D-B85A-1211FA362A3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7C9245B-58D9-75CF-6150-FABAFC269BC6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D1F7695-1783-AAD9-FE2F-6473669112C6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BD07DD18-1F33-6204-7C21-6A71BBC0AFFD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DA505869-44FB-8C31-C957-A5DEC8F6D4B2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ED7344BC-1390-F74D-991D-76FD34E0A90B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E08CCBE5-0DD1-6F7A-EAC4-77C1D0BC3DA8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ADEDD0-CB49-2016-18EF-F18C71D5333D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9825D6B5-AE2F-82AC-D4F5-0B6EFC0818F6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55B166F7-E6B3-FD5C-7C00-5EDA374B7C01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79353E8F-F506-CB90-FEF6-7BE1599EB032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B9D5D239-951D-8403-2861-731EF0ED0904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451AEAB0-5CA3-678C-0225-92900846F857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DE41F24-FC92-69DB-83EA-3E44ED8178B9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363C0244-EBF0-32D5-FC22-63294D48DD6E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CE88D56B-8E3E-116C-9673-77599D68654C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C1EE9B54-674A-CA1E-D547-5E5709A04409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E108DBC4-BE32-33F4-E552-E7A51B744838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FBD86A60-6125-2A6D-E85B-05BAEBE024CC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76F86136-8117-7A3B-EE3E-B3768D8CEB1A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9E8B63BC-0F2F-E3C1-5E88-48251B031506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86B608BD-5B41-EE01-21CC-83DF09D18F5E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AD15AC80-A244-E146-D80A-2C17A2561827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FF927109-1B92-8CE1-1F01-D1A792F0D0A5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6C9E58DD-3383-5D23-0B06-0FD0C9584A46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41285632-8B4F-9075-ACDB-56CE6D47CA75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4B241270-A6A0-F088-88C5-75CA5B92DADF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24D4B312-BC5A-93B0-2014-2BC5ADE5C170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DBF53B5C-330E-7295-7CF6-E635B1DE5007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44728224-45B1-5110-1944-C980EECE1B26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782271C5-DB31-D8F3-BED9-E46577BFFC9B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59D90A73-F834-15D5-9EF9-E019C75F3641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F96351D0-B552-6DD0-803B-254201246B9B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25FCB7C7-36A8-3797-75F0-0CF1E4DFCABC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7E8A4721-1FF7-C89C-B95E-0F86E004DF1A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D544D39B-F3DC-0091-DDD6-0C6894368AAD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13ECC263-BFE4-1403-F411-AC1873A30A03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BCBA24E7-C855-7637-F66C-7E623E7B1F49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CFAF2B41-0C79-E704-8DC9-6DDDA983C4DE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C36737B2-1537-43A6-4728-E27C82EFBCBB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4BC0A1B3-E1EB-8078-F29C-18888460A12D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837914F6-F359-709F-3460-5E32DDC84446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67CE742C-32C5-6AC0-D938-20BB0DCF1FC6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17EFEE67-6847-4C33-3480-7401DAAFAA44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6F36B246-57BC-C0FE-709F-4B6A47487D4D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5EBE54B0-85CB-6752-7361-C6D1B70D49E3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AC0E04E7-A780-7231-2B3C-EF8F4AFA383E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C1DA7D85-7C30-F7C0-71E4-28F7E49099D6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3D9D8E5B-0640-6419-F122-706098197A5A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BBE1EADE-28EB-5205-E934-FC974669C95D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CF0A46D2-EF7D-C8C6-BF0C-3C84BE0F0ED3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1C2D82EF-E5D0-BE9A-7B29-112B67766068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FB299BA0-CC6C-1F10-D0AD-88F86226DCF9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915906E7-653E-C6DE-0C7A-8F2086C30B88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12CB6E36-C160-8860-D5D9-53B7EE010105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AE75D8C3-ECB0-B408-09AD-69D860DE6B3E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DFCA8A59-6B06-538F-D64C-E2CAD32DBFC8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6C943B74-438D-089C-B0E2-AF69EC5C3AFB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9FA755A0-DE0E-73F7-BAEA-10AB2E26E060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FB7F780E-C28A-5B9D-14E7-C9D21786F39B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E4288C5C-8671-97F5-981C-E4339B79E3F5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E420B9EC-D365-B07B-642D-83243BAC733D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A970FD4E-52CD-534D-9A31-BFCE726F0A6D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4BA32040-5450-9FAB-0BD1-02F248DB49E7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A6825688-ABA5-A98B-0A0E-54683F954B56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DA6A5930-102F-FECA-AF93-92752662F45E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8A8AAC97-3613-B971-D909-554D148C0B59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43BC1521-5D58-EF0A-9489-8F01465EC193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AFBE5556-6E64-66FB-57BF-2A485406D120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2374F2B7-FE75-3F01-4D05-EDE4D6503153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268569AE-E7E3-8BB3-88A8-97CE1F6D0032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37DDD705-69D3-D863-B704-2884FE07827E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AD340E4C-F50D-844C-086A-6B94D1CDDBD4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650C778C-2090-BB6C-C48B-FDA15D743765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90358DB9-A4F1-0EA4-881D-211568B0BCE9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258A3709-4E5E-3A3C-9113-843EF61FB3FE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D4A3ACE0-8643-E8F3-0943-85743C3231FE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9E7A5F8B-A130-5C22-B25D-790CFFB7A0E3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D9371AFE-CB05-A40E-6C07-A4DEB12C6CE6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1E8D05A5-666D-B055-3277-3681DDD8FBD9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BDC3B96E-D542-E96B-B17D-48DB4CF66D1D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A3379B06-97E4-B238-DE29-CD86CAD1873E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6B4C5A74-9892-440C-D8F3-926A2BB39CEE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F6F3142C-DA11-40DD-FC3A-A50F100643ED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6B59D46C-3D66-1FCF-AC93-8798775D02CC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E9561882-E831-4B15-D4E2-AAC7CC17795F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CD0B3FED-4867-38F7-8321-45272D3DFE80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3FD8DD8A-E14B-E66E-175E-A20EA07C1EDE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D2CC216F-2A6D-F941-A460-3B3A3D0EC0A8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140AD0F3-1909-9020-33DA-456CBAEDEF0A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344475C4-F68D-2D77-7FE6-198FE9165010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B4C3196E-082D-098C-26D2-8DEC3649BC97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CD424672-705C-4022-0151-9A58F6529CF3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9D690801-B6A1-75B2-C12A-EB71E81D80DF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010C6A18-38CA-BDCE-4D95-736F4966622A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2582B1CE-9BB0-36F7-78BB-886622EF28E8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7F5081D8-2216-06D1-E63C-837B97BBEC42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63673589-A6F5-107D-3040-5DC426B87DF7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CCD4F625-3E45-A9BA-806F-435686126422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FDC5A693-E9EA-F2D7-2F69-0F9762968642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BC52F87E-93A0-E382-EAAA-A408897FD916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5A55F9F1-F389-68CA-066B-EF953ED734D2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43CF9FCF-3C49-4BF0-FA97-604FE41A76EE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FB886C3B-8571-0F36-3759-68D6B71AC5E3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222290EC-6E7F-239F-A040-5908E0A2ADD8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C0214F4B-895B-E795-4794-C41504B64DC1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1D4277EB-41F4-CE11-7859-9E4268BA3D3B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6FFF324C-CBB0-4ADB-E095-5ECF6B866EBF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E2FBB71C-6340-E248-AAF8-8A4611347C3A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544C4EB7-3571-1491-3FEB-84DB6CF41216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6CEA1EDA-05B4-CEF6-44D1-D68E3A1FFFF4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33A120E1-7363-FFE3-9C54-802B515CE4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4E9A717D-668B-65C6-5248-4911F7ABD85E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970BB0DD-2BFD-A9FF-D3E5-F0D3ECDF186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56726719-77D0-1464-1FB4-2AA75D668575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D2CE1655-1553-724E-C9CA-F5E8FCB01AC8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F98FCE2A-0FA4-9BD2-EE9A-0CD3EE2358B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31BC0B08-1AAD-9321-F605-00940953848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79BF9EC9-1AFC-5587-7D0E-81FA3C9CFC8E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79090021-A33A-6C2C-A329-E2225D5108F8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E07229E5-2DC5-6EF9-A8EC-A7047BF51855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C1616C58-7EE2-1771-9144-D050F25FB266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512ADC00-B2F6-EFF9-B42E-B03A412B703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CA5A4E91-8161-6997-5219-506D024E6E7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CD2C7B8C-969B-6D73-12DB-DBF71832183F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17EA7CE7-3270-07EA-5BA5-BABE89B6F50C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DFD46A0A-1D68-EA45-6C4A-96A6AA49D01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95A7B8D7-9666-F867-3791-E3CD638EC7BC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3DB0DC63-2F86-A712-7E0B-2A4EEBFA65A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AFAC17B1-BFE3-6B23-0EB8-3B953EB4AB5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7C6AFCF7-0E3D-A19D-996C-25780DA2F55A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B051296D-0502-AAB3-A553-29B25AA756F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3C750F18-FAFF-E002-4278-9A173479500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C1DBD378-8329-3906-212B-80AAE3D182C4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A0FC9189-3254-E69F-0663-A6D34FF0F6C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68A558B9-58B5-5242-FE99-97C2120CB9A0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07C24C0B-52FA-5866-4A9E-2D5A6425ED0E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1B843E28-E8B2-79DC-3F45-3B50C0CD6AC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7D236ABE-388F-187C-95F0-2AECDEEA6B3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381293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AC4C6-BA67-7892-00E7-203D054A58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7EFC569-33F9-87EC-B838-60E915738D26}"/>
              </a:ext>
            </a:extLst>
          </p:cNvPr>
          <p:cNvSpPr/>
          <p:nvPr/>
        </p:nvSpPr>
        <p:spPr>
          <a:xfrm>
            <a:off x="5902960" y="92456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D62326B2-4835-8DF6-F9BA-82631939A0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53FA943F-447A-A9CA-4774-A3DE4B3BB42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8529FB8-FBD9-44A3-5420-6FB87293DCD1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2493F928-028C-C7B1-7E6C-217FB355C303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7E5CB947-E387-2E22-30DC-EFED57E0DCBE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B7425430-D309-76E9-5669-353B5A1CBAA9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E54C0A1D-B84A-6E62-6AC9-53D104BD264E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ABAEEFA-C862-D374-8F35-DECDA1D78AE8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454B754F-018D-C15A-272B-87F57DADEB4D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23EDF33E-2D4B-6552-7B25-8846E8F7627A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9BD5ABC-158E-C1D5-5A33-052A84A7EFC6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73D50E86-D01F-F728-8905-C506AF6F20DB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34B7FA1-BCFA-4E0F-EA33-64A97C2BCA0D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DBC39559-1983-2F4C-F857-32DDB8A4928C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AECCB04-8FA8-CF6C-E6F1-8F9E6AA7D7A7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00094383-3D71-5F17-52C8-7BEB934A923F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8310B438-BC16-1A1F-5D60-D4C5D2830851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EB7F26FB-FF41-9309-CCA9-60119980C188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704F97D-CF18-1E15-76C3-9EE5ECD37429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6B12C93E-D210-859F-01D8-3A1E477B003C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0AE919D-FB9C-3432-0CED-57C51E68054E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FBA8381D-4CB0-2E0D-854E-525CA06CC864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E75CDB6-0C6E-249E-FC3C-E2E43F2D680F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1371C3E3-4F0D-1C76-7C54-78EBE83C337D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7C648BD-3CC6-B866-C93A-719BC402BFC5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D2859BD6-43DE-230A-A7A9-F19567A43243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999248B8-1248-2C81-4EEA-93CB9C048285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E31D941D-8C48-707F-3D3B-7155D3DF1B75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BFBAA792-F93C-741C-980E-ED3FABA8B04C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3FA38D7D-E17A-9FD3-E456-C2C8F5A74B2C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B99AD2A0-4A50-468D-DBC9-F65B04210BF5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C373DBCC-BD03-0937-C0C9-924DBE1ACC6D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DFB6F417-8DC7-B4AF-2D9D-79CB18944A7B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2CF541A-CDE4-89B6-6CDE-C8D6748D5A0E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EAA7973-EDE3-AACD-C372-4B6900865D74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ABAAC05-342B-3C4E-5CB8-769484D712C2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97A29B1C-EC90-839A-0975-59AE4EEC9ECC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E2CCEF14-B1DB-FAF0-4963-42C9ADCD3FF0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A769571-B1D7-C1B6-1873-E57AC608AFF2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5AB143C-1EA6-EE05-BD45-D69341D047FA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5998F86-FA36-E29F-A9D8-3CC3DF39D572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A81BC665-DD5B-D981-FF87-4C978CDBE6D7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0D59D22F-898E-5A9E-74F5-B3E017AEA8BD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CA6E420-818C-3927-99B6-F57509409D34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C0CF1EF0-4C63-94A8-2EB2-EDA676174891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EC2387C8-C756-E976-A94A-A5A9032109E8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B5A3ECD6-EE97-00D4-4D58-4BAB06E37D6F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6E987CC-AEE2-4208-44B7-08BF681F7E23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88DB1FA7-5523-97ED-90B6-BA4A2828D132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02662FDE-A18B-F61B-43CD-EA45A4794C5F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4CFA0817-710A-EBCE-A9BD-FDB6E9BA58F8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CF633762-35D2-1617-C7E2-86ACDE724813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5908EF1F-1990-1069-5014-EA57C38070B4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FA13BCC3-0E8E-984C-3F61-4F6535520085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60CC979-BFB5-1E85-17BA-119250505121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76E8581-7DDD-F7F8-DDA5-FF5C5CAB6BAD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28114EF-4A73-7491-4B42-B9EAC29A4C73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892A83C5-5704-17F1-CC86-4B76FE22DBA6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3DBC0F49-54F3-74E4-1C79-46A76EB3F684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4D8A088-CA8D-33E8-41E9-F4A6E8253F82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9A7B2AE5-7EA4-6494-C89F-D925ABCD7046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4075E850-6B14-F311-F66F-74413F54C99A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A4CB6B17-7CE0-CD98-156A-FC3584FAE93F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EE94B9E3-28A9-937D-B2BD-B51940DA28B0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E1F4EC07-E42B-DA2A-5A0E-9B516102516B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CB0F5F5-0F72-3F69-64D7-81FE66472F25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8A443B2F-8AAF-9321-5D67-CB43F551BA01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FCFA9145-30EB-9661-5BDF-E53B3A92CB0F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F57A7456-8F19-F5F8-46D4-C60F6C0B399B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29A7DB9E-7650-C808-5875-DC2AC9CD4935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49F764CB-DED4-CEA1-0089-2992B1E91933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4C663FE-28D1-1534-8E43-3ACF1A235A19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A36A4122-3770-201C-6742-FDBE12ACD6CB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B1148026-1112-3C87-FBB2-9357B3FC2A07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AE1FC28B-3E47-8FE2-A706-A10335F3394B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47528C6F-7614-6290-6BF1-4B4F58A51FA3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1718BC98-80F8-FC93-DD03-40A461C361BB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E4AEB31D-2971-CB21-5BDB-D0EAEB5E22F1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4E8B2F33-7792-B5E5-7657-ED633D4763C0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09CA2DDD-D116-4B2C-AAEE-EE70AE79E8D6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2F81932E-3A1D-3C4B-2250-38EF787EEB79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EEE92F27-F9A8-349F-3373-7A603B39406A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00F60D3D-116A-6532-F500-86D2D5294EE4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42E10C2-1BD1-0D24-9D48-09338EF88CF5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BBE92699-C6D5-8C33-1AB9-3D38EC4069CD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191CEEA8-215F-E00E-F3D1-66576CA2BA60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A8E02D9-C061-DF5C-31D5-218EECE78B58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0500862-D202-49E3-F011-3144D52D95D9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1098BAF-A234-95D5-7A0B-4F0A1B4B1313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D4DA3A86-B5BE-011A-9BB3-CEB3C0AEAF3D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079E55C9-D935-A703-17E2-06DB64DE9E73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8B9A0021-B684-8B84-D864-2DE13F091465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88F82BF4-57BD-0BF2-E92C-44BDD23CF019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431E110A-F1DA-284A-B385-3C3FAD852736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3513DBD-6798-83D8-48D2-5723231F7A61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95B783C-6F30-518C-EE05-CDB24BE546B2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90FEC7E6-1446-54D4-8C95-24D2C5580C76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D08CA980-5F6A-54A7-42FF-18309A5D402D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5A250422-49DB-A9CC-F298-BC70043C46DC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4F5C60E8-07D7-E70E-6D6C-7E82F0AD69B6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933F7D02-17A9-693E-C1E7-9DAEE7C3A79A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82CADD21-555D-D08B-189E-FD94E971F403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E15385B0-7665-0144-7033-14E55A7304FE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0CC72E48-2A9D-C49D-A048-F54B885E5F5F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BB607702-1312-D782-C363-9AF29709312B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2D4A1E7B-D47C-D8A1-BC84-755295B8A7E3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008BB2C9-E18D-1C59-51C2-F50225EAAFE6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F5C27471-2A12-6D31-FBC3-CCE7ECDA5DC6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C14000F8-EBA3-85D6-EA35-5279E17531A8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EFCD47D3-1947-D1EE-0795-6FB4A42DF7CA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365F57D-A591-2284-A7AF-B350337A5D8A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051F246-5595-821A-7909-31490D780B0A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3289204E-74BE-4364-6F4A-4E3A3ABDFCB8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511713F4-B2A9-DC9C-E551-451714A1F358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B4761E7E-28DA-5C54-2853-68ED83398DA1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323D0D14-3D3D-2F4F-651E-2F95B744752A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F328651B-5684-0C2A-805C-382B553A7B5D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D9687EEA-73A9-AE6D-2E20-7C4DBD484D45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3FF4D2D1-A8E3-AF55-4C34-8D2632A78154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A9FE81C8-7242-E3E4-744D-18387308B78C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53959FC-D3AF-EDB0-D46D-2B1E4A7D5593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8E358847-DA9D-1EB5-87D3-4769B811F071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6FF511E0-73A0-07A2-0F18-69DDDC5CCE7D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A0AF4540-29D7-C453-7A65-5E3F506F8DE2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9763265C-32D9-A165-0B60-C09E0B90ADDF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6C04898C-CA4E-BDAA-BAE5-A72B04D292A8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3559887-FA8A-96BE-F78E-E33521B2EE46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95B43ABC-AA36-B9F9-41CE-3403A953780F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27195D35-7BDB-F4FD-4C36-E4C0D1433D10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C48984E9-C0DE-4ABD-0224-CBE6186C6287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FBE259A9-CA72-DFD5-8C52-1ACCACF731B7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52D87A68-A74E-6163-CC23-A3FFBDBAB1D1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11FD8CE5-367E-F801-E5DA-0DD9767A43F9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2779DBA-8D99-C320-5FDB-A8DAA2E09962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C9F26134-063F-3466-19D4-889BB1B7263C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2B82C989-F91E-57EF-3124-019BA8BDFC56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5C308F24-8ADA-AB71-8A0B-A7EA8D8E7DD7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6BF97903-DAAD-A318-A14D-D06B6CB4EAD8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5985BD7-0964-C1DD-ABF1-C8C65E63019E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CCCD9AD7-0511-EC79-F46F-E97BB3AA3DDF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5631E670-0E41-E4A5-B04A-E5FB15F6CE62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DC90658E-C44F-ADD2-5775-DD5E6215A7FD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A284D24E-378F-9FE8-E137-6ED489BBD091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942B59D9-A2F0-1F96-F08B-79F34C189574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FDD5FC6A-FEAF-2C17-C9F1-E1FACFBA676D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52AD9F56-F098-7AD4-77C0-423D148C04BC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91B04EDC-98A5-D7D8-DBED-F9F56190E7E9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BE67AE8D-07A3-49C9-52A9-B13A3C7B1516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24D070-7B20-8592-30D4-E38FF6B91A1B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24F6B4FD-2C34-9C24-673A-15A044216EF6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FFEA99D3-CF2A-FE37-8FDF-D7B4FDE282BE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94F9A7BE-BF49-4450-3E92-1B9D6E8D8C1D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B7FD8884-497F-FFE0-6547-2A6A77EA3BB2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1091E8-53DE-0225-0ED6-B68146D56E42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A327FDB1-4FE8-107B-4B4D-10DDACC01EF9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1BDFCCDE-B03D-57CC-71A5-752704E2FFDC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C1FD8725-A80B-D4BF-7A58-484F5A597880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FB4BAD9F-D005-CB46-E3C0-CBFEDB91A702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6AFBBB49-4AE6-381D-34EB-27A40372C97C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A66FC2D-5C12-2CD2-B175-818CCAEF48E5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D6FDD22E-B339-3DB3-E95D-EDA54143002E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F45E1E64-6388-B5C8-221E-1EC105C5885C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E289A3B7-7ECC-24E7-DAD7-CE4AF5BC5BE0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74A92280-C9D3-0FBC-A684-AED8DF5061C9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AA33641B-B1E2-0DFB-7C05-CCE9C83EB7E3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26CCE927-7E43-858F-4671-4D928A7B65FE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E5AFFCBC-6A2D-6AD4-0074-2853F849C4BB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D33BB741-2D00-DAF2-C49C-D736EE4877CB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A3AE7454-8381-4750-6086-7B9E71F53F2E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6344A1-4F2E-2629-8EB4-F85B45DCB222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8BBD5EEF-5101-EC13-F819-A96D3B7C8736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0653DC1E-2F2C-929A-A9A5-7F6C8C0E7DE7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02AFF47D-72AC-31A4-F61E-D4D4DDDCE9B6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BF841B79-12C8-5503-E5C9-F54E829D2CA2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9CB1FA3F-2D18-67DB-ADF7-C06F30C5CEE7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87E67263-4E96-C5B3-41B7-D25A50D3B626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BC7B3E4A-B177-9213-EA75-EA4AC52BF5AD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A96DF108-CDCD-42FF-F3EF-945DD1C92E2B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711E3A5-0A3B-3389-0968-6EC1EC382B73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FB4AA24B-42E6-DB7E-8703-6025034F6B0A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1644D13E-BDA5-60AD-BC1F-45397F9B0D81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1ADC918C-2B03-B8B2-43E3-A1361B80DFDD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65CF6406-3D77-2C34-953C-E49E5FB920C3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E2E595AC-180C-FBE1-CDCB-1138D4DDA26B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0D156BEC-7F2B-B093-0A06-CE9FA8D3E096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FD424A82-104F-AC74-8168-E3BC7F9DA54F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8A61EADB-7DEE-DFCA-6E58-2716ED19C98A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F3BD3F68-AD3C-2265-F1D7-BA392E58BBF3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C381ED8-50B9-EB27-1FC5-57D1C17B861F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ED10E439-2456-335C-76C0-0CDA48E9EAB2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BA728B77-8E58-9D30-86AF-FA61DC70DA69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6B6FEC76-356F-F0F4-9686-8BC6FF21E3AA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9255B163-6E9C-4AFB-68C5-BD74E0E9C435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B8572B7-E0D7-5DD6-D565-F5F5FF70F043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2EC8939-C028-3820-6703-DF1CD3C7519A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9D6E6352-DC86-053D-0E1A-2D941F325130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E941B3FA-6245-1CA1-E808-21DAA7C8DC35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6660CD81-E9FB-AA76-E25C-4A1F9AF2D90E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10A59567-BEB7-6919-C7F9-EEA9D0DDC6E8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D0EA0F3-CB26-679F-E018-3A9758129697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E4947253-E71E-8338-A25B-E17DEBDFD522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DEF77731-8E65-6870-911B-9FC7D881F7F5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1E8F612C-DC0D-CC7D-BB93-FAD4471A6138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D3D4B3E7-1191-6BB2-8DE8-F6176F93FC64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2850D1D5-E60F-6227-FE95-996F55C58A3C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8FF78233-0E1A-1EDD-EC89-BCB067D0B82B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4135AD71-AA5E-CA7E-A11C-F85B18D5F94A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5620ECE7-2584-EAF4-845A-D6F1A39E2028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3913052A-F10B-782B-77F5-718EC9DBCEB2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7B944265-E914-0229-9DE5-ADFF5ABF0F1C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7E69375-BDAE-7C1D-5404-7A9D9E3EDC9E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81FE0D9C-522A-A02A-0339-BC0A6DC7AE34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BF3F5E65-DD95-4EFD-89CB-8C08D192BFEF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EBDA6CA1-4B69-9CAA-AA7C-DC7FCC8B31D7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A7283D5-8704-B604-56EE-9B9345AC0786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E4A9FD37-3CC1-3FB1-1F61-F163696EDD90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91745100-0667-E000-804C-289F0EB0770A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2EED54E-CD97-4BAB-4529-104B7F9942E6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0F420FA-5E07-BAF2-745A-5FBD71E5D5E5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03725D42-EF71-15E0-3D3E-202CD0D0047E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EB2A729-74E3-517C-929E-EBB650A4AAB5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1AE0F18-85CB-A3B0-8C98-AC03C783BB7E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4FA3F78-F9AD-8E4C-B857-3E21B68F4F3B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2E271C80-E661-83CD-C76B-808574AAF333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8B77402-A077-3260-2479-6EC0830887B1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9DD3BB7-B0AC-3938-9424-7C84C6F7B0C9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F38A2A0E-E8D5-A84F-4E85-4E0EDCF82F0A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EB8D4271-5310-B013-493E-87C487412AFF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3269F40-6A47-A451-507C-3C5F748597F0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2917874F-6957-39ED-8BF7-DBF740015044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9B4F14D5-DAD3-BF4D-F826-5807617F32C2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BEC4D48C-99E4-6D97-CDE3-673FE118C7AA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E1CCB4C-EA21-4C2E-D2B1-4258C7EDC070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AF276F7-74C1-E883-00CA-C58CBA778132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EAE2225E-13C7-9B75-ECA5-F098D240A255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5AEF64C2-A8EB-5C6E-5205-79314BA1D983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FEC1676-5874-54C1-CA99-DA40EEF2E84C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C94E8984-4F0C-ECAD-C374-08DFCAFB2343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92FBE58C-BBFF-CED2-6257-E9BD1331E717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554C59C1-158F-443D-8DA8-59F0B9AEB577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F0E0D9A7-6E72-8C2E-3900-4268A2752778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A34EAE8-F55B-9C44-6934-4DA516619C78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F8EDD122-F02C-FCA4-1F2F-53BF161D0E59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AA71322C-634F-7C7B-1C96-E1D3EB491A30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17A1497-F6AD-F9F0-65DB-60F93F2BEEFD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98AE4317-9E5B-EB9E-B0C0-AD2543B8B077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A8EB7CD6-6426-67FA-3A6B-ADC2787E4F0B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B7B681B7-4DD9-B5CC-0EFA-87146AD13580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33307A1C-3F40-D2CC-803E-7DB7B1336E3C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C2D426DC-524D-5D48-107D-1ABF524C9349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41ADFF07-1E7B-28F1-95E3-2D0373F9FAF0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7FB02BFF-DEF7-C56E-29AD-85FAECD82D7F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1719F084-F034-626D-4969-C53A73178713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B4D320FD-457D-4891-889E-955071D3E7D5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0B73C462-A5DF-C760-5E21-B7A17C04F819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94EEDA2C-9FD3-E03C-D989-6294B6AD2824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3F37F025-FF0B-2DEC-BFB4-5034B739AE11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269E7AA8-F43B-8C88-CC9E-30A7202D602D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0CF8C88-96AD-8F21-A282-5C09B9FF288D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48B010B3-76B7-9048-3C40-7126908805F0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AD3A8584-F73F-D0CC-0C45-20FDBB29F67F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9FB61F05-1A56-8EB9-69F0-140AD5C6C70C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6E68A9F5-05C3-8DE9-539E-A75A652B8F22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97EA28D3-9489-43AB-CF90-43116496156A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B5A7A137-AC2B-F364-9625-C7D518A7395C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8E8F3DE3-047F-FF08-A0B3-988F1AFBC8A3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03E857B-64FB-3B69-11A6-5A1882D5D869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D661DFB9-668D-7C44-3BC1-8D0EA1C19823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1E02DDA3-0F3A-C3D9-B549-E979AF3872D9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20341FB0-1E8D-8172-0DEC-30DAFEB72B7B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3C90022A-64E5-C83C-DBFA-F13E4BDB3500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CBAA3A26-FFC9-338D-725B-E0FA95F7821B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08FC9BE9-5B54-ED29-6C95-E95BDAF99F1C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59E4E475-2BB7-A5A9-B669-E233A840251D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53C36F0E-EB50-7BE1-D334-A38388E151E5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4F0FA779-0E5A-6C15-0E11-9B4A1EF958DE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462814A7-6C95-FB95-31E1-7CB0B93F226A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931D72E-4829-E86A-1FAE-1F1240F266FD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55986D01-EA52-1617-7544-53CA9ADA3505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3CB4DFE0-FCDB-7037-3D15-67BF99B2E94D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093A1371-DED2-0CC1-622B-830BE75F0B2D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2FAFB544-D2F5-F803-B405-57C281BCAC7E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3FCE69B7-83A6-3ADC-D56A-9D83AE37F285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A4DF3A47-9C61-F843-C570-9605F3C63A6D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467269FA-6CF0-817E-FA98-3A2AB490A951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092EF1C1-2EFA-55AE-909A-3201F48EE597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60CC6E38-96C1-3414-850A-03D00D3DC99C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0F45A85A-AB6C-DE56-91A7-475E36CAE505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216D06EC-8A10-2398-F0EE-5EDB5855E26B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E0A2F4B0-207D-0BDE-9E73-A0288DF98D55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CF96023C-8505-DB35-EB3E-855133158301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3EA6B1E-D7E4-B64C-03F8-3BAFE166D70A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EC9471A0-B308-221E-C53A-CE362A52A109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4695E3C8-9BA3-DBE4-4DD8-BBD02572A422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1E5A6554-142B-BF8C-04DC-955FAD324113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26A3F8-FCE1-7173-9E7C-E54A9CFD62CB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E822807B-C037-9217-0352-5E77811ED792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EAA6165-7867-07AE-8BD7-46EAC6AE2721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C897B236-4C90-F861-7D89-5774A187046A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A06386F4-A046-9726-2144-24AAF873945C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3CE99BDE-21C7-16F8-CFB0-4D275CD18C7C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28F54E0B-895C-87EC-DC21-64C8F2E2CB1B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37A0BE03-343F-5F57-4C81-DA33109EE853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FED00A24-9847-0518-A059-975555A7C511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32131C40-5FEC-3D45-A87C-79FB0759A79E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A77D0C46-DE7D-46A5-96DF-1FF5C6F47F1F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B49A43B0-914D-46C5-0F8F-5A1849564EFF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17BE7B61-19B0-0239-D1DE-E24535FA9FC8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134B897E-292D-DF61-23F0-C19ECB9F6F6D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7433A44-DF58-233B-4A6C-86DF13233D22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81ADBD7-519A-5965-4652-E98C904B6CBF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E6AC9E1B-9D43-4403-2B28-8B0D11CEEF1E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D6D04D31-05DE-493B-3CAB-89A0763EBE66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286A85D9-8FA8-29F2-A82D-149468940F56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E3E10F30-7204-90B5-0F12-51E25FA2BB76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9A57B8E2-4A75-285A-8359-7359EC5979C0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A8933F5-1441-44D3-0D4E-697E58DCC78A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AD4871A9-9133-1629-092E-448FF7D252D8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1E0D909E-3833-9407-7DB6-F2B7B9A08582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36421F3-A3B7-B040-0E37-C6BFFDB4B752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9635EB09-A644-A2B0-F866-BFD09E9DCDCB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4E6EC739-0E27-54D5-6B24-C2699A2FF8F6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A1334CF0-F200-E332-1010-7D0F32314F4C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742EB55C-BAE3-FA45-AF70-D5EA7AC84910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C0398204-120B-B7CC-498A-B90AE18CC3C7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488B2714-DBFD-7ED4-4358-0A5F754E9E8D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3FCF23CE-BAA5-7AFD-130E-253B534CBDA4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0B54B62-1A34-D224-22A4-7212BD816B68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3A1601CF-7DB4-DA74-B919-138B3F628640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A331307C-2CD7-722A-C159-A39959031269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46D6EDD6-293D-CF8C-878B-E7E8F793D6D1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48D69A44-9045-6ADA-9EF0-18450BA8AA23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012C562C-6AF8-2D3D-BB09-1F4B16BB9DCD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72A948E4-8D11-14DB-E892-ED8A1DD54743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DF9B4B8-852A-4E78-F74D-375C3D16848F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29287253-8706-AB01-E60B-CAC69E2BCB02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17CA891E-FB7D-95DD-B1F8-8960EE4091EF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3605871-4CD1-4E00-80DB-7AB4AAFE34D6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B4CF9362-E314-F4BC-C6D9-A63001EA419F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9B03C4BD-330A-AC06-2FED-E94BA64537FE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91742F74-3944-4094-661D-0BFCAC948BDA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252BB286-49CB-404E-0628-9635FF3818E8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923D7794-F46E-E337-AC7B-7797C37F6055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DA92B1EB-7AE8-791D-6183-46AFA1C6BBD4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716BC7EA-31CF-794D-3670-B05479165E36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8DE3A018-1B14-8F46-F1BF-DD634234AD9C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A8080E96-AD04-B51C-BF36-2074DEFDD26B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746D9888-855C-5E9E-8681-2359C81C419D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7A81D595-A609-81E1-889E-1A7CA1492E29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16FE258A-7A12-3EE6-49AD-6B396272BBE1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6E519B97-FAD3-7CEA-89AD-6457E137EA16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FEC02920-F80D-7763-437A-4B3CA3305518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B7C9AE4-409A-F30B-BF53-366A838ABE0A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4E0479A-F992-E9AC-381A-5AAEA8CFE9CC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C8C86642-D5A0-67A5-3520-084C2144AB78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22AC8AE-C487-D072-6AD9-5699168B8F17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FC51D248-535B-2AE3-DC45-F2570CFA51F2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3FD8EAE-14B6-71F1-CD20-AC461561EB6E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46D6DCEC-DC4C-0E43-CCBC-E6A41444F416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EAE8ADB-639D-AC8E-FBCC-50CDA0C3A04D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2AC180BD-30FF-5C96-2251-511064B3A787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E98DC3BE-56F5-A099-8E64-8E64EE272E28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7BEA45B7-5A7F-E9B9-3EF5-D16032E549FB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D4BC2522-BB54-BC98-18FB-C4B9C876D2A4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13F0F320-D916-13D2-CF20-41060EEA6F24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E3DAA93-0103-D6BD-B865-B43B8ED2ABB5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17746A7B-042B-179C-667D-95F5EC189216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904EA927-B05B-727A-DA4D-A22B2AF58CCF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9802AF-97AF-C10F-9CD1-43F202BFF555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7EE38E83-7E3D-DC93-FCF8-60CF262E979A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3135F652-9200-9370-1511-7E6A49B4D17C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1E2CDFA9-806C-88F7-4708-38A69FD30B9F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EE3AF5CB-E8CE-392D-7708-8A778D84114A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0317DCB7-ED9C-BA31-6661-A3CCABE8567B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C79F9D25-62BE-E153-CD96-8AC0470AA439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D2D3E86A-D9AD-A26E-206B-F0B45BB5250C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9E02A91A-935D-D1C1-53F1-2081E1F80343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6E7AC280-9346-082D-15D7-685716C6BD58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5AB85BA-0DE0-C193-AC54-B11F24893B5F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B61F058D-0379-D260-715C-E92EDEEF0D9D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546F866-1729-297F-A8A1-48E4AE5EC091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071EA64F-E346-C4A9-B932-9D6CC160AA94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5D9A249A-AE45-5640-A41B-B499780CC339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FBB6D826-0147-78BC-34C3-63CFD3594519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6CD39939-FA3D-DF3E-A9D7-4B95FD9C173C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88B4F650-62A5-4D47-697F-92BCF64C7FFD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ACAEA94D-6C41-4E45-7BED-D0BF420AD698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FABBBE7-1BB7-361D-389B-53804F786058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03B1A363-88C1-708A-398D-DEA50A3D1869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5D09C59C-1940-64EE-108B-A830AB68F3A7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D6CD8F76-B151-E6A7-CB3F-A6E6DEA530C8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B8653AE9-88AF-FED0-B3D7-3E6F891A256F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F2FB6E49-7242-2FFD-0BF2-2383CF6F97DA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3B151CDF-72EB-190F-08CA-A286169C2F80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A5AA2840-3F82-C074-1B6D-E77E7CB26961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B9174F84-0BFA-2068-3820-2BECFFDC9460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2F8BCDCE-4ACF-A976-C5BE-660A324D85CC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857F437D-D712-6631-A568-B9BF1B85BC37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E35EA33-565F-4D1B-2E07-379A0CF03C07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EA629E57-2849-A3B5-4367-0F5DA25C8280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EE3E961-6BCB-D8B9-E6F9-5AF4A19A71BF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F277787B-0C1E-5E90-B952-B1F6C4C2B8B8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36A8D54D-64E6-BC50-1280-FBFC82A170EB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44298332-4535-353F-2990-C82F05DB3483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3135A46-552C-7305-8A12-4A002E824B06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012FD315-A4C5-5DB1-7125-601C7C017BE1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84E8ED1C-4BD3-A998-E7C3-8812EE381CFF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6F94626F-58F0-50FF-F5D2-A2EBA99EA919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2DF543F0-B60A-1797-27D0-2963F287FD59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485CD510-9E8D-A2B9-36B6-385645BD58BF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EB7ED152-932F-808A-B740-B87DF685C92E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5B27668B-EC04-FA04-260D-439135510DB9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70E7DB2-096B-E10F-9183-7383E9A844CE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D6473E4E-721A-A8A1-2037-A48EB335C572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5705F4C1-EFD8-1BE7-3AB9-F80072EB5801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91B8120A-61C6-8052-2DA7-B590F2F9F32C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FC0C9D4F-8795-2514-0134-E85F93C7B59F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5AE3008B-EEDA-AC50-6961-6EEB60B188EF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6B6AD81F-47E6-2038-9C70-E0172607FC00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DCDF7BD-6F40-A8F3-AD97-CF9FA00554D9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38F6DFC6-A3C4-55A0-E10A-35B0B79A7698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4EB46573-9AFD-68AB-6632-FFA6C00E30E6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A80ADE92-79B5-20E7-DDB3-B44714C2ABE9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45DDA89-12BE-F40A-9B79-143D9CE998E0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8232A52E-AEE9-CCCE-5506-B1B38E36FB87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3A703043-4BCC-412F-A42C-CCF1137E5108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26E154A8-0237-9C36-96AD-EF8D69864C5C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08676B7-7F05-63CF-7B72-2CAB93C5A277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F7290F5A-F56D-122E-AAF7-6E27AAD2BE85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A04BF74A-5DBA-EF41-15BE-61464E4C5778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BD9DD697-4259-C05A-9F08-897145EF3F00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C14FF773-E0DD-7A95-2204-143FF83C0126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346101DA-AC03-8713-00E6-3C3D2F9B12CF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88A05E6D-6C1A-7F09-C2EB-28964E6D0D39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6DE4C0FA-D5CD-BCC4-DA2D-5D855764546C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E44E066A-3495-7981-4AB8-BDCFFC1E231E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3A7FF88C-DFD2-D319-D312-2CC7CDD8170A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F0E000FD-7A39-F1A0-A25D-EEE8894CCCF7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0CCDECC8-924E-3522-4257-FF68695B83DE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F21A46F-5F0A-E2EA-7325-2ECFE809F256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53B59199-9FAB-29B8-F4EF-D25B74CFC147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B297CDA1-AE15-9A76-9451-ECFE05843BE0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87ADE73-820D-16C3-3337-825FB53ABC43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0B6BE979-834E-113F-48B9-8A317BEF5DF7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2983E903-F575-9EE2-C80F-985071EA24F5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DDC4829-7839-89B2-7429-2975D5BE8265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52D1FBC4-9A77-A4C3-683B-A35014FD59E8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19B46F3F-AACC-90A4-0584-4D650F46D620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6B55B112-0878-2AB4-8996-5D0B3BF71A85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87227A47-45F5-307A-2F21-EBDECD8AE10E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675FA87-2376-C9B2-2BCC-A50C8C6FA558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AD6CD251-ACB8-345C-9728-95EB84574805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AD3193E4-71BA-141D-8A0D-350E644C813A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3548F252-1AF4-CBC7-4A14-2C07A187CC3D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A41FCC62-C036-8909-453F-289B388EC666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3B48AD2A-77B9-36D4-E1FC-EAFEC51C8D88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466B3CD7-8B48-A839-EECF-AD482EE9DB25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9BBFEC6-316C-2075-95C8-C2D5678C9789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626C526-EFE3-C115-F0AB-594F868FEEF2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66E9D5B7-E035-9BE8-A22E-CC3E10F5247F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4D2C8B8-8E8C-2742-622A-BF303185665F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92D54A6C-F224-4BDC-A813-83FB3D2E09CE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F86F3577-991A-C8EA-C8FD-B67DCA258314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381A850D-76E7-D20A-D0C8-BD21A290F4F7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9B30F427-B1BC-40D0-B3F6-675EA0A64471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C6CB530C-7507-0706-9AFA-4BA116A81432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1BE9FA21-BED3-5379-E35A-A02F19D7BD59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25814CB2-3EAB-35C2-EB24-6F2464F67388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1308DD8F-506E-8BE8-0A31-1CB8F9C15CF5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349245A3-3B68-3653-B3DE-BB6E78E95D99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6D10CD8-84D9-951F-8080-D4D4B118A49D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15C83CE4-810C-4D64-D7E4-DAE711DF613E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ED187055-C3AD-2EDE-22AC-8FFDADBBD4DC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A26ED902-B06C-2323-B7EB-78D58782785B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F4C2BF1A-BCF8-9177-CD37-9AD98809A7E5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71F11BC0-F0EB-B779-DC85-CCB5C178FC9D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9E85BAAB-9D54-2EB7-7014-D45EF49B057D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84B19213-0073-2BF1-30A2-FE01C8F1A9BC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3752891A-88EF-1113-8D90-ABE8E71D2CB8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9DC4704B-4922-DF27-5025-B446657EECBE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B42B3784-519A-7468-5675-94D1DDEBB736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F1C6F6F6-5E7E-B148-47FC-9E80783862EB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3E0950ED-EE46-C117-5E5A-358202F31EDD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02A51BAE-29B9-FDE1-3F8C-AD06967EC32C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D9634B2D-3AB7-8CED-AC0C-AFF1C7F1D79C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CD496291-A463-A26A-8FA8-576E9634C908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C2725975-78C7-3A1B-F1A4-A7D8793E5DE8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7A47F873-A3BE-2BBE-D6B3-E6005E193B58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98ABCE0-23F0-5A0D-A0A0-BBC1BED64C07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C1986272-0E4F-A648-47F4-45200D670051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5B546BE9-4BA7-4E9B-186F-3F7BBBA07004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5C72CB38-8FE6-EEBB-02B8-B22DA38BBAAE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6E1E8C76-A32A-8525-D994-EBF1DDFDAA8C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36A69377-F3FF-0C2A-FE4F-1759F55F6D2D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41DD7E1B-F6E6-B7F1-69CF-920F069AFCD8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0F4DFB95-20B6-E58E-E5DF-DDE4B128E3A1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DA96B7CC-DA52-919C-34E0-76755F81BF2E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83D9DFD7-DD7B-2342-D869-BA76612F15ED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044D6F9D-D44B-9922-5D66-C3C455C4814B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68D839F9-917A-13D3-2F05-20FF291904F3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8E805B67-CD1B-0E75-E12D-83F6C871A7BA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B4836607-6A4A-3FA7-DDDA-40B498048472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F543331-073D-3CC0-9209-614BA7BCC611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5F4F54E-E6D9-74D0-DCE8-5158C70CDC50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271046DA-5313-ADC1-2DA6-DA5620EE70C8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BD937F1A-9F9A-571A-BC01-07DE64EE2EE3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9F6BAD42-4C43-6897-B46F-0B061E333B43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59D46153-7C7B-207E-1A2B-62311CA9F748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F8387492-FC73-6052-5B8E-6AA6CAB0D0CF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C3B846A-EDC9-9D37-BDEA-5022907139D5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639F9282-46FF-77D2-D8D2-FB89B565C2CA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9CA246-9D2F-DCCD-B772-AA42596EE2D0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A2F57964-1354-30BE-CA81-EC0DCC68192C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2C7E50BD-7275-0EE7-D13B-07CEE8D8A143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9B31D078-619B-5103-D655-0C77297F516C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95C4E4DE-C611-5A8E-3787-A0D5E7043C70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7C974472-E78A-A7C5-6E55-81277CFAC5BD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2D4C41B2-ECEA-9328-FDC4-2AF55AA73EB1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005BF979-6B3F-4345-0678-0622540055EA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3C87C1CB-C48B-725B-B2D5-F31D1C9EC391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89A4B487-1A00-A8B0-7DA3-C83CF122E133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25C3D0F8-2607-6987-37B2-DB14FC0EC208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05719924-D949-37B6-4027-94E849D9F85F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44F72CDF-A38F-64F8-1536-1E605BC70794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5C180CC2-376A-5634-0DBB-652F90AA3E27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BC2BABD3-84BD-2D6C-D274-8013C1548FBE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51DDC37-89E6-BC52-E42D-91FCD19A26EB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66276F1A-69C9-04F6-2F14-9E0B826B7114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3A45E4BA-534F-D384-4D17-07CBBED7BA8A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C89EB498-BCCE-6C33-98D7-2D841E9D14D5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6CAA173-150E-5B51-86DB-46FBD2204226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3CFEDB41-8627-C8E1-2288-483F42F7C9E5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41723746-BD81-1583-B38A-1677BB2CCF28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548D13D6-7BDC-6A41-48B9-816706045157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8E868224-AFEA-C2EA-FA51-5A8956551E34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1B87DECC-C97B-F2F8-7A2E-664327B9DAFE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4DC6B6EE-2D0E-0983-5601-4300F23E3A29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520B40CC-FAAA-F039-1EB7-BE0CAE074DAE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FAD93745-AACD-5960-E83C-5495ECF9527B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1CA9C05D-E568-D914-CBBC-5491E22CAEBF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D66300C4-C100-518F-1EEE-2445A9735B24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26DC7E2E-2212-B85B-0056-E0EAC2809E85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FDC2E536-1A99-2C1B-A012-00EAF9D71F3E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0C0FE3AB-F62D-00BC-3DBB-1E2307D501F4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171737AD-DBBC-2AC2-3BB7-9B7EAE12786D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ACCF1720-DD93-1133-8867-10D718F2D75D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5A409D2A-BA07-F5FF-760B-CB861C47CF5F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E4498D4E-34C5-4353-99E7-825D80984A54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F2EDE2EE-D2CF-0314-CA91-1EE4F70A46EE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D34AD027-343E-2A5E-AA83-54EE8BD85348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76882342-89EA-5236-8BD6-1454DE70A951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2DA69EE9-0E2A-0226-32D9-2A02DE6A07FB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F3FA017F-6665-7604-9774-F222F2B694ED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3DF9A9BC-F3D2-BA88-888D-3E0A598367B2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DEBE8E31-E725-0A4B-910D-0AD5126BC29A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016AF310-17ED-FFE0-5E3E-ABD2BD76F741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7C3B54F2-F416-7260-F90D-A1D31FAB3DD6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78C6BDDE-22A4-0699-9445-91245F524C16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89590B1A-7747-673B-84A7-5937999414E7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DFBDF44A-AD5B-A373-B31B-70FE8282BF95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78722DBA-24A5-2A4D-2DB3-43EBFA811CDC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5D17C1D6-69F2-073F-4FB8-382F8E72B1CE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78FB3928-71E6-73C5-E575-9491507B35E1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742E5D39-5DC5-C729-6C1C-526096F67DC6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B43B1D22-6F5F-BC7E-87FF-ACDFC0BEBBDF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DD9086F2-E36F-6F0E-FF60-C59429610D96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922CF6DD-1D31-F20C-6923-4574082B7A45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5D29B4EB-661E-7030-2F21-4E45DB1513A1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C7BF6902-90BA-1B62-0C44-FA9FCD822633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A4EFAD2F-D1F4-B2DD-1C18-587756305499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325C0570-E035-88AD-81C4-9F2F654A50D7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A935DAC4-7470-07E5-2042-5137D85B37E0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0520980E-1E62-0F2A-DDA7-803A460B1618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BE8700B7-60E8-8423-91B8-1FE1FDF7F4D3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16BA4A53-0220-61CD-5511-03AB189223BB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EC8F4175-2B3C-99FF-8FC3-4833259E0B3F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72FAF3AE-4A26-58E2-6670-11D8DB59AF29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2F3D0A55-0578-5E0A-00CE-3E9BC71BD440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EED11DD5-3F43-74D5-B264-BAD3BF5E0E72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89D295B0-0657-E2CE-4727-1CAF3F7919D4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309E66F2-141F-443A-1CCE-E80629B06D90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3EE3B23A-4433-8250-F134-5F5E7EE547B3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EC1AE911-E395-6984-D8A1-941C32E9C5AC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1DCAE159-BCEA-124C-D2DF-F3900B794285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441DA4C9-4F60-D914-23AF-A0195D2A46A5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9A39EC35-A007-70BE-6B70-B2F590FB4E9D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A66E8512-ECA0-2C45-B64F-8576EAAC5C21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692262A0-376A-3CC3-146F-0F73FDB0473E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DED8871D-252F-3B7C-F1F8-1E4D83EB57A6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5DDD54B5-77F5-11D4-985B-346D73B5C3ED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183B2AC8-4639-56A3-A5BF-7249A0A1B5C3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B077A773-7878-8F89-B0EC-14EF9F5C9181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88FD7EE5-EA51-0018-CCBD-9EAA2C338E18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25492555-0F98-9CDE-57D6-7E2D69D08073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FABB1175-A0C1-197C-7406-55CD8E1679B1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FB1C4BC0-E349-E9F1-161F-E72D237AB3C1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BCAA1834-D3BB-0E1E-A6DC-A255B980BD92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80D564F1-F220-241C-B551-FCD58D33B4B4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BC4C5A0C-5E57-CCD1-847F-510BF32F752D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5DB42D2F-A6AD-7A73-7458-EDDE6006DF24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14F4F6DE-A121-6D0D-901C-4BD2167F6985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736EDF99-B7C8-BFAB-C716-4D1B7531D1D7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000CC4C4-968C-582C-47A7-077ED06BCA1E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66EBD8BD-3588-F7F4-855F-218318E08992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494CD9C9-2A61-8FE5-7517-5F0B9AA76180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09FB3310-E669-9132-0CED-F072B75B8CC0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D6F88C56-9482-24AF-4B24-D5088F5A661D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C2D84361-0D78-8F29-EEE8-454DF5CE5C7E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18C397E9-2401-221C-494D-3BF4B5526BD4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79F5B20A-AD8C-AD6B-904D-B0C2AF93A5A2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5893A9AF-A00B-6A6C-3AC1-72E0330593E6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F2799603-7943-998C-16ED-9E64DE51B7B6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896B28B8-05E0-DA4F-B9C0-98AAADF84300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3E867ABA-726D-B4E8-E3CA-0F052B1A2F93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06402CA2-3002-0937-E5DE-7DF44914528D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11926F52-60B2-F1A0-2E54-0B24E566256A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B8620492-8C33-0744-8BDD-C4D84243007F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48D86746-9A5B-0FA5-95C5-1E4D06EBE420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2BF23172-14DB-290C-419D-7CA5A8037610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A517E39F-083E-7225-4BC2-2AA7F62B2A40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0D1B0A4C-97E3-4DB3-889F-3D920621CB12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D65FDE52-A24B-D5D5-87B5-4E9644E6F60C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F4F196CF-1516-4E74-6E10-9E7BBFEA88F7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8B42F753-343C-CB2C-96FC-87D22995273C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DE691897-62B1-1170-9BD3-31F5034CD86B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30EC4A45-6D12-CC40-21EC-9B48AD3D1F7F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B4AA7C13-15F1-C4FD-EFD5-12F84EA145B4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32845550-8B8D-DF59-0CEE-01D1F1899DCF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D9C6E82F-08FF-D068-B1FB-538DF7477BB0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0C16DBC2-A93F-2F97-DEF2-3DDFB0F6608F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F2233D2F-C2E9-D533-3DF1-5644A7A4C0EA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5A15F0CD-8D21-85DB-E296-AE5D60C76953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9684FCC7-C257-2325-4EAA-74ACAAE8EBCE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B8D0FF0-85B5-45BC-7D16-694DAAFC071D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B5B5AE0C-F2AF-2036-A400-93E7F2A103E3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38678EBA-E02D-46D2-08B0-065AA3077F0B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DA2E7B6E-7B9F-EE34-5917-09DF9CC3A344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EF150290-DCE7-8076-6C6E-9FEEC8724BFA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C75F77F9-D43F-B62A-ABFE-7E6DA41615FC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132D1033-95CF-10E1-C63E-79D14EE982C4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1A93AA4E-0FC8-33DD-8440-AB8D5D137542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15B46CC1-69FF-C00C-5FAB-3094CC3828BE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C7F574BA-A374-508A-AA8B-FA23017357DA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F922CB89-AD88-986A-A3EA-0C39AAC679A3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A20C4464-4BF0-7B50-84FD-29E0ADBE6279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60315F0A-BA02-DCFD-75A5-59693EE42598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FD28484C-4E35-DDA0-E3DC-36DB191592A7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AE3D1B08-3339-10E3-40EF-67610BE4B8BF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1341BCC6-CEDE-1324-4820-ECE4020597B5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1DA8021A-3FBA-85F9-E3B5-874A2BEC82C8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AEAB0FB5-F5E0-AA65-8DEC-883C157C6582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FEE83DDF-48C0-B6CF-666E-540C21225191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D44050FD-2C02-3D2F-6C60-69FB8A49F5CC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A9E69167-5CE1-3A35-FF4A-A3AD630B6A81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BE5B1273-734D-F8A2-9C3C-63C34045795C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9668C546-9C27-8C7C-BE4E-3B47FF978BEF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177CC2B1-77AB-B424-AB6D-BC888B246B98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15BFDC8B-3623-6539-048D-1BD841D107E5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8672ADCA-E5C3-167B-857C-223E27D2E630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EAD7BAD0-89B5-DD98-F561-07B0043980C7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FD0FC85A-8A08-AA09-96BF-3CB64AB4497F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F85AFF76-3D91-9C33-255C-E55F84D661D7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DA6FD57E-007F-5CBF-B4CB-B2E36CB41A59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7CFC48DE-E283-38B1-05F9-5A23353CD60C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F2683ABE-6141-751C-4A8F-8A2787445DD6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56687C6-49CD-4BC9-1895-25109B25D149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718FBCC6-E1D9-2AC2-3C99-B7F30B244D3B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34140304-7F42-1720-D5C8-36DDE9D21002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F1007DFD-EBCF-695E-63FE-02AEC5E2B528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B3E88114-5693-BA4B-33D3-45445098E66A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3D42F198-A49C-8C46-F07C-EF840A539777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16ECCAF7-1288-86D7-8A86-228CDDFBE6B6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7432AC99-3478-7F01-7558-9A00BC7E7DE8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B13F9ED9-04F8-80F9-6195-69077B90A43D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A386D80E-CC0E-8623-3956-7BF92BBC7110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54B3488E-D925-D433-BA0D-8078EC283407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859572B2-2085-C997-CFF3-DECD597B7967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1412AB5D-13E8-629E-D671-856A07D903A6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08C967E3-CFD6-C745-F5DB-4F3EBF704EA2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8705976E-224D-3715-DBE7-5CAAFB6842FD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D72CFF87-E907-6A8B-C730-56945AF76111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D503FC66-30F8-A7ED-6125-826A4E38769C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992B4CF6-9121-02CD-06D0-6DD92E57BF4C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14C591A7-A72B-F478-4638-E35FFE986AD6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741A0272-E727-58D6-5071-F020259E2C07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65589979-9827-7E02-5BBB-1865F70F0BE2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F028F0B1-63EF-1E59-CA5C-2E647DFA67C5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2B349C7D-F155-7EB9-CA1A-7495B6B382DB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D28BCA7B-9063-1D89-59C9-64336099C33A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CE557792-B63A-DCC2-D604-AE50CDC46CDE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77DF84DE-5F94-59C9-92AA-2C0A3D7350B3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ABDECD3-BA19-DCBB-A264-D38ABB3A0ED9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F051384A-5B86-D6E8-D4EB-491FCCD99B28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CDE64514-5089-7CC3-D8A8-9D75F4BD3FDE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47E226E3-8CB7-9D8E-697B-CE501DAA8A19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37392575-523A-05F4-D349-67A3D2C51E8D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EB307D8D-4A4E-0EE9-62DE-9DB29AC5A47C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262D2FFD-F839-ED10-6E58-108C24F49494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DD45A93A-BBB6-727B-2D83-E2B898FBF9A1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D7FDFCDB-C1ED-5F7F-54CB-1E9A79B679A6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F09BFAB4-21B7-46FC-94E2-9A315D816FD0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B5100BBF-D060-48B5-E98D-052A16D1CA65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429835C4-2E16-7252-623B-41AB4FD8158B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0B62DF9E-67EE-538C-8C37-1006E200D554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829B4D56-8C79-1542-C84E-11D7064C85A7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7CB3C33A-11E2-230C-CFC1-1F8B6FE67417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074AFBDF-7A41-F1C7-9443-B67077D5494B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16A138C-6948-334E-7ABC-DCB0D4C85C89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288C05AC-EC78-4E8B-ADD2-78457D7E89F7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0068967-4840-47AE-88CB-70CE71E52753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01F34595-F986-8C9A-0091-D00E59FEA0ED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DC58D835-7485-7E1D-F938-4FAB22B53CA6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1DAE87E1-7209-E2F3-A25C-35CE212CE548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DE352442-9CD2-9761-9954-1BE34B1C062E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D917F0D1-F39E-E5B5-AD1F-7EA7EA08EB1B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D2C0289B-6EB1-D784-2C15-3060E9FD6D57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8A213193-A7F3-F30A-290F-FDFA534887C1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2AADF24B-9357-02E2-4F3A-5B2D83BB6F8B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6825479B-7D58-BE6A-C129-DB3D30B5A597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0E12034A-1CEB-D266-38B0-0BFF7E70E351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84BD9A2-24B7-C81D-7E9F-A55108EC1F46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EBEAC37F-2A3B-DECE-D719-5C2695EC6606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7122E025-CD7A-F16C-2F05-23B7C4B3D861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5ED44BD1-CA9F-CDA5-67CB-B889681FACAD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1B643281-C3C3-39D6-01C0-E9393B6C797F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B6AEF1AC-65FA-81F4-1482-067913014F05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08A07731-837F-F8CD-A69A-71257394473C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5F68BB93-F397-B2B9-2F2D-42FF5ADC9286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901FEBA2-865A-2971-CDB4-CDF208490329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342FF06D-B0DF-F7E1-9E1E-EBD684A8FEFA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FBF07061-234F-C6BD-5206-0BFDF87E1923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651BB1A3-5D2C-E833-6E3C-EF489E9CB051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FE3D0DAE-0B69-D14D-D32A-7AA8C68BDD66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C91D7167-3B61-ABD1-B081-7D7B3C1F630C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59F73B2B-2300-AD46-9A39-3CDCF8FC8765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27380E0F-A1AB-0190-675C-401BD870B1F3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2ACC2D2D-A9F5-6514-DA91-FED52E306993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8ABC5EA8-02A6-FA7F-B590-EE9B960FF5D3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34B5C460-84A5-2B34-3CEC-66D06E86FC73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0A9254DD-F8B7-9214-85DB-5CAB074AC567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EDC7ACC9-C545-8C7B-AA85-CE5E99CFEEA9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1B5CB48B-364E-B5AF-B410-E5539AE1C71E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294E0EC8-A1D2-7E06-2CE4-205C37650789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481A1BC2-0E70-6A52-EE10-EDA66931ECB6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A775809-BA4F-AEB5-FF71-FCC6BD5E59E6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63E7DBD6-B8AB-8329-01E6-0C47CC44E9D4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1492CB48-9DB9-B836-F2DA-EBF3F36C1B3A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5D62D065-7E18-B103-56C3-770DAA4D0C7D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965F5B3C-9765-D949-F1DF-F6889CCACAF1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DFD1BA3B-9FD3-238C-F92D-0317CF17B9AB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ED2EA90-3827-036B-925F-B6C272126CB9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81D93AD7-1E9A-59BA-36B7-186B548C5DCC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0A89DFEB-A0B0-7BAB-AFFE-543A3DF37F3D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58D5507F-9A70-0CC5-A093-81F1B60DAAA2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76EE7CA4-70E8-4CC9-3ABE-59A15A3F3651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8E46EE75-8762-EEBF-41C5-C92CB81974CD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2D34D9A8-BB74-06D1-5F1C-ADDE3E5C18E5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326D8A2B-DF92-BF80-E8C4-9CE6852DCABF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16748B6E-5880-4658-3BC2-50C0DD9B621C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0EC42CBE-80AA-9001-2988-4227E5FFF8A5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F78846D2-9065-6D91-FFE9-7AB268C1F26F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B5EB73BF-EF8A-38C6-67AB-F4620767A2EE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7992896B-061B-53AB-1AFF-08FB47C55FCF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7E282593-7E53-AA86-44A1-3836F117827B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03F36E14-C4A5-DE46-DFA0-2148851CE7C0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C37BD97F-9E57-D8E0-A115-01683F2A23D7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655E3DBC-7A9C-E031-9836-DE72F91A58F7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09AE0F2C-AC51-3372-3CFF-3EA774CE6B13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959EBB1A-CF3D-20B5-BABC-E22BB29D2204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7D6BCBF1-5FE1-D60D-8ADF-E29F10EB287A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F665080D-EA3C-DBFB-AFB0-5EBB375FC5F2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32424D80-EF78-DB36-5151-9ABAD9FD5F5F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CF8923B5-4E4B-8A1E-F706-89856F3A9064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2E6A4EB8-E927-9D83-1895-88D86A9160C4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5E0E7C40-F7A2-AD41-DCFE-F2550BD01EA0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E1180EB6-6DC3-6000-5BAA-BF736F1F2D23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3D7A34B1-18A5-D05F-909A-CB81FA158601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F1A2DE29-3DC2-3AAF-DA70-EF1A055190F4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20CC2ACF-ADF2-08D7-44D3-ADB6B975E84C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E13870EC-FBD6-3293-112F-C2A37DDACEAB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1317CBE6-8271-458E-02B0-A589E48F0351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CEFAF23A-4CB2-6908-4428-B6AE8DE95240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54B23553-5A10-786F-FE22-40A06AD1A47E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3F651026-42C6-A791-EFF3-94154DF45AAC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46BE5A4B-7CE1-85A6-83AB-3BFE455C4A2E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C03BE45F-1A8D-C326-E119-81B492BB2C9C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F102679D-8A95-29A1-2559-A033017EEE90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0AB680D8-D7F3-4AFC-9B83-A0D7C145B824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EDCBE39B-D182-139E-CCC3-B2DDE411A857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4863BDA5-4D26-049C-EE9F-38550EADE4A8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4ABCA106-D1F5-FB43-9861-B2A27A5F8525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1825CAA0-7A41-9935-0C7B-6D57AC1ED95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A123C4B4-0F37-3630-D73D-857920CF3B99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3D790A9E-188F-A0CD-5E86-85F609AA9050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9B7E2D3B-1D17-B7FE-A578-96FAD9CC2A74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C10A8D4E-AC27-AB4F-FCF2-B2A5DEEB3B40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1E56494F-AC58-DFEA-F09B-C041F3509FB4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3C570589-77F5-B667-A623-7E2A728AC7F6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F695D0FD-0907-332F-C4B9-70EA06476AF4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9A2A3319-9138-BFA2-2B3A-5E60B2D5EB32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8045E14B-107A-6348-49DD-24879583BF04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CDC2DA64-05BD-F86A-CFCA-3DD522459E1A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F703C800-0FC3-BEFE-4D9C-383D0E2DAB18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89164671-D54A-F24A-F9E6-574F7EA539A1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49514FC8-B5B9-5AD7-61F8-284AAEA735DB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8E87DDA3-7293-C111-7A72-0557F5F2F431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F571E5AD-1DCD-9616-B6AA-A1DED92D0961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0C90C5F0-B8DE-4AE0-BDAF-BCDD130AA620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76E0F9AB-0C39-56A6-A37F-4FE191D54DE4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0001CF7B-4F26-8B58-FB5A-D04D761862D9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0B59B5EA-CF61-C99C-6C30-80023C84CF8E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6EDE6698-EBD5-4F60-B208-C873F32D41C0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11288149-100E-FF9A-44D4-BC6FE6790E74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B8A534F0-9062-C9B2-65CE-1C257479617D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53C577BC-6B8F-B4B4-CBE1-5E7AAD342D52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FBD6213A-630A-F789-2B68-9F2178A770B5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D87F897D-C9AC-AA29-075C-D7ED004672FF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92EC6369-1574-E991-DFA3-5BAB16175BF9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239CA6C0-C58D-4D3A-BC7F-168C156D383E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688FA11C-6D47-E42B-2927-0CBE44445AC7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8EEAC236-0156-0931-191F-041E70011D57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55502B1B-C13E-F2E7-2F7F-EBD610C9FA52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F9E024AC-A612-B3B8-9298-6EA154D5FA93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E8D7E48B-9FDB-1C23-F5A5-145697CC4801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53E7DFFA-8E4C-C2E3-4A01-5A3EEF023944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0D835C61-B552-CAA8-E380-47575302444A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400EF339-0CFD-3804-6787-8AED841484D5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4AB451FD-8CDB-FF4F-62B3-A052879DAD16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9CBC1BCA-AF39-2CDA-E646-D8F48DF08DE5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8F0F1D9C-3A90-2F82-4BC3-EE12D3A14739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8D88567D-AC93-D10C-F38D-827F21C73FA4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393917E1-933F-61D7-6615-98A0CA25EA18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07C1502C-3AB8-3DF5-CBFE-B76BCA019438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C30DAE0A-F803-6E74-7A79-BED7F884D5C4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6930FD6D-4686-1974-90F4-6BA46DD44E9D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922EC2EE-8D0D-AAEE-5974-2F1D256B198B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858D800C-7A29-7844-0655-EA68CCC1D840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5171C1E9-555A-3D8F-1A6A-0B571FE48D31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A82AEB33-48F4-0B2E-09C1-29F4CB3802DD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2CA42F7B-570D-243B-C2E8-01DFEC13EF18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E3D5523E-09BD-0384-E84E-369EC2193CA7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C8147CAB-E29D-8D33-DE60-9E99DAE72212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3BA52566-44AF-7229-E829-0213E132652F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0C4F42C5-4233-3E5E-FB51-A8470FF03012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32FBF58B-5F09-5215-B082-90FE49111F5B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1311A7DB-10DF-4D0F-D40A-DDF514691460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6D56C677-068C-3BFE-0B90-B4FDCBBD8663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96D3A628-3398-87A7-FE18-0864C528336C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7DA12678-B082-01C1-3267-F42152EC0889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DB0B137C-4AE5-2DF0-84EC-AAA0AB122822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596C3FBE-8CD5-D99C-441A-C295DCA0E2E1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44E1B478-B35C-0DDE-5025-2572E4525ABF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C6B13425-7296-9B31-E34A-E2F8A0BD276D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86229188-17EF-348E-BCAE-AA0AD6788976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BFF6550B-EF1A-5BF8-D048-3A8B193BB217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8B0C484A-1703-6ECD-0A0B-556B12729807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5FC0B929-A6CE-7106-9319-909B4A03698D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03B5EFD3-B6BC-207A-32CD-64D182454FF9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1607B4F5-144F-2685-A5BB-FC83BAE1C41E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FA8691CF-B14A-B3D9-FD90-C9F78C1281D6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17B4D004-9525-1F6C-2630-4096A6447F2A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A705DF66-BE21-708F-6FE6-97087D0B9597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E7DCC1A2-2D01-C837-AEB5-E64FD309DFCE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A8A95F9D-B58D-DFD2-18AB-5FE2045E364A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9F6239B4-4064-B93A-1576-7F209626D8A3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F6E3C8BF-3057-96B2-61F5-0A690F59E7E7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86DBE2DF-7018-2216-8DB0-3FF8A8D5F412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8897B451-8A7A-AE0A-42D2-FF7C444FF969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7CE6F936-8654-AF17-1D8F-6C8447FE8DDD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6A1BC07B-AE81-B237-F66D-D87F4A25EAE8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143DA23A-9618-21E2-0FE4-146348AE6F83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9E6B690F-3059-F8FC-EF6A-E1FF1ACC21F3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D53341E2-F0B6-5F79-6D5D-BA519A9D0D5D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82A32769-09DC-EA0D-3B24-2F47331E1D12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8EA1CA00-9780-CD9A-B47A-41E0E95E23D4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2B048D64-7559-7AD5-3DE7-C0CEEF5AC5EE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0A6A2A72-BE65-B907-0232-7A47138742BF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A9DD11F1-2B3D-DBB4-6E1F-CA6153BE2D7D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6154488B-9D19-7532-BCE2-E5E8F97C8AFC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01482C30-B2C2-ACFD-62DC-A5CB18F4A598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48647EF5-1701-2D48-6850-303CC5D9BE84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6E73250E-E8F0-AA4B-CFBB-44C8AAE3A3F7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93381373-902F-F8C4-453E-57A16FFF168B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5DE85754-F811-C5D7-8ECC-0FBEA7731124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B5846FC2-6750-0732-3C6A-F979A6A27358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1A63027F-473D-3B5D-2EC2-7093E18FDDEF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D210A7B7-CAA1-8D59-C31A-F725507531EC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013A1CD9-338F-7352-527F-4528A2CBD1F8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48754C9D-2621-1301-54FA-F1163BD6D433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ECC28D41-E2D2-6B20-AAD3-999C6ECFF692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672AC30D-DF90-A92B-3370-A997EA7BF0A5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FE95A670-B4CE-A283-048A-BC107BD75090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2F8F77EF-AD9D-7E9A-3979-8C52FC1E322D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0904DF76-F0B4-2FB0-62F3-F99F3CE50959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8DA767E9-101F-9B65-FC9C-A8238D104A19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403D366F-665E-F6F2-EE99-5A07B66AE84C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EEDCBCCE-716B-6C26-D9D1-E1A326576F76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24052322-6075-55AB-497B-8FEE839A3230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35CB821A-FF57-E6BE-128D-995374A3FC56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44C2E6BD-1B2C-3B31-70EE-0CBB6DB81F0E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B2C4CA53-717C-6239-3684-E5298417697E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01AAE7D2-3734-81F1-9D3A-6EB6C0682BF0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62D8396F-7068-044A-5CE7-540B4C6D106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E9BD8857-1C13-68F0-F8BD-F1AB5E8A1DE8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46B2F2A0-6CF3-83E0-F02A-8B48D3EBECA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961796D0-778A-053D-DDD6-B9435540A25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C90AB27D-94DC-BC95-26FD-DEFE7FF08F4A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7A91F3E5-1681-22F5-C4AE-1DE2337157C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6445321B-3B1A-FC26-03DD-0F37C9E97093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201C5A13-3433-0FD0-80CD-C4192E7C9438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D960AFAC-92FA-82A0-F307-76B4369AE52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C29FFCEA-7DBF-F673-577F-E0E835C86396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4D122558-724E-880B-7E83-4EFAA5E6F2D2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361C46BF-3F13-7126-02CE-161591D7229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1D6E7ACA-5C7B-A941-8B2C-FE9FEFEF08D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9CDBE75B-69C3-6F08-019E-354EA62D24B2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3A709BB2-A2B6-80E8-31E5-E3EEF6D237AC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811F313D-AEF3-3314-D142-B5B0464A53F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CD63D143-C2D7-4622-1167-9429D1F7F6B6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C733F7F7-5F74-6BBA-F274-14F4F83751DC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263E7042-5BAD-BCFE-3806-9562FA3A18E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4653CBF7-9A7E-613C-B450-BE388731C240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5E7B3317-865B-B3E4-7E29-F3B822438146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4C43DECF-BF66-322A-8982-324DD604FC5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BC1D61B9-F91F-0631-4570-BFF23F1F2265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6FA9CB07-72EB-95A3-3A94-F0C32F35D6C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9F116AAF-C83F-36D2-D43C-9146673C84C1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8DCEACFF-A1B3-9B30-547D-D195FCFE7B6F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FFE272D9-CCB0-9C50-1AB2-01D57C883E5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022D5885-6186-2960-56A2-6F6934BA86B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091509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8E841-1D9D-6AB8-0226-CDFF02D55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9B01B9E5-B0A5-9AED-A319-F855F64E74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Préambule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476A0802-4BBF-2D15-42DC-3BCF063B88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22B48ED-A1D5-5CDA-4308-C57DA0D0D2D8}"/>
              </a:ext>
            </a:extLst>
          </p:cNvPr>
          <p:cNvSpPr txBox="1"/>
          <p:nvPr/>
        </p:nvSpPr>
        <p:spPr>
          <a:xfrm>
            <a:off x="507245" y="1512969"/>
            <a:ext cx="11177364" cy="8689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800"/>
              </a:spcAft>
              <a:buNone/>
            </a:pPr>
            <a:r>
              <a:rPr lang="fr-FR" sz="1200" b="1" cap="all">
                <a:solidFill>
                  <a:schemeClr val="accent1"/>
                </a:solidFill>
                <a:ea typeface="+mj-ea"/>
                <a:cs typeface="+mj-cs"/>
              </a:rPr>
              <a:t>Dans ce document comme dans les autres documents de la consultation :</a:t>
            </a:r>
          </a:p>
          <a:p>
            <a:pPr marL="285750" indent="-285750" fontAlgn="base">
              <a:buFont typeface="Arial" panose="020B0604020202020204" pitchFamily="34" charset="0"/>
              <a:buChar char="•"/>
            </a:pPr>
            <a:r>
              <a:rPr lang="fr-FR" sz="1000" b="1"/>
              <a:t>« Groupe Beaumanoir » </a:t>
            </a:r>
            <a:r>
              <a:rPr lang="fr-FR" sz="1000"/>
              <a:t>renvoie au périmètre complet, c’est-à-dire l’ensemble des entités. </a:t>
            </a:r>
          </a:p>
          <a:p>
            <a:pPr marL="285750" indent="-285750" fontAlgn="base">
              <a:buFont typeface="Arial" panose="020B0604020202020204" pitchFamily="34" charset="0"/>
              <a:buChar char="•"/>
            </a:pPr>
            <a:r>
              <a:rPr lang="fr-FR" sz="1000" b="1"/>
              <a:t>« Beaumanoir »</a:t>
            </a:r>
            <a:r>
              <a:rPr lang="fr-FR" sz="1000"/>
              <a:t> renvoie aux marques historiques (hors </a:t>
            </a:r>
            <a:r>
              <a:rPr lang="fr-FR" sz="1000" err="1"/>
              <a:t>Boardriders</a:t>
            </a:r>
            <a:r>
              <a:rPr lang="fr-FR" sz="1000"/>
              <a:t>). </a:t>
            </a:r>
          </a:p>
          <a:p>
            <a:pPr marL="285750" indent="-285750" fontAlgn="base">
              <a:buFont typeface="Arial" panose="020B0604020202020204" pitchFamily="34" charset="0"/>
              <a:buChar char="•"/>
            </a:pPr>
            <a:r>
              <a:rPr lang="fr-FR" sz="1000" b="1"/>
              <a:t>« </a:t>
            </a:r>
            <a:r>
              <a:rPr lang="fr-FR" sz="1000" b="1" err="1"/>
              <a:t>Boardriders</a:t>
            </a:r>
            <a:r>
              <a:rPr lang="fr-FR" sz="1000" b="1"/>
              <a:t> »</a:t>
            </a:r>
            <a:r>
              <a:rPr lang="fr-FR" sz="1000"/>
              <a:t> renvoie au périmètre </a:t>
            </a:r>
            <a:r>
              <a:rPr lang="fr-FR" sz="1000" err="1"/>
              <a:t>Boardriders</a:t>
            </a:r>
            <a:r>
              <a:rPr lang="fr-FR" sz="1000"/>
              <a:t>. </a:t>
            </a:r>
          </a:p>
        </p:txBody>
      </p:sp>
    </p:spTree>
    <p:extLst>
      <p:ext uri="{BB962C8B-B14F-4D97-AF65-F5344CB8AC3E}">
        <p14:creationId xmlns:p14="http://schemas.microsoft.com/office/powerpoint/2010/main" val="348406078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CE5ED-C1F8-3838-5C71-58F58EDA04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6E59458-CF5C-95A7-48A6-8581DF1D5F98}"/>
              </a:ext>
            </a:extLst>
          </p:cNvPr>
          <p:cNvSpPr/>
          <p:nvPr/>
        </p:nvSpPr>
        <p:spPr>
          <a:xfrm>
            <a:off x="5902960" y="148844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DCF9FF77-8254-E71A-0A50-41C1056C7C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D37E7B1E-2E8C-8F65-BE63-B71154431EBD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4E204E02-A061-09D5-9F76-46423B08372A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88DD5D8-873B-6C50-E691-7FBC827599B9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0630B428-7F41-8323-B62E-DD4B13FF18C2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43A1E54-623D-2D52-98E9-CB7B0CE05F18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DF3E32B5-4DA7-ECBB-9FAA-45161847BACE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5036E17-2DB9-3B8B-57FD-2A1DB1C6E9BB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E881340-FC17-2E46-CAE5-3CC5E52F6806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FA3943F-EB67-220D-3B5D-993420DED535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2073FB04-C191-CAFA-B4B1-3875EEC6F262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DB665C2A-1F37-D07C-25CF-905955BCB395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52B7F539-CC0D-797C-B13C-2CF6E00D30AC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630BD98A-4DD5-7C14-8FA9-04E13C4526CF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01FF3498-601C-E0AC-38A3-E9B498FB85B1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91F183BB-FBC0-9D35-69DC-6217311BAD08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46B13848-0ACD-954C-B68C-005E411867C6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0F2412E7-2721-2AC5-07A5-030AFB9548C0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D7933625-DEFB-C4F0-CBCD-F2A54C6B0279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A9B958C9-2C96-1905-A0A0-815FF197D889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770AC886-3A65-5592-7D12-D3C8F10AE616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A0862FC-1DA3-A734-EDE4-D6D1AEFFD58A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31A7BEDA-20DF-E0E6-B17A-2EC60CD02EBE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93BF7966-8E4C-FA45-FA67-8A36EDB093BB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F3516AE2-A930-A0F2-3783-03C5A9758FE1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50BC8F9-440A-316C-44E9-E0549B3A6FB9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8548BCE8-FB74-D806-CD5F-F6CE372ADFF6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931497B7-6131-5A73-1768-B56B4CF0A39C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ADB5634-E358-0915-BD67-E465927B5AD0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A098D89E-B72A-9CD9-08B0-2B7FF6B7D0B9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4D6C35D8-6CC0-EF03-16A4-A1F800AFBC87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3CBCD088-D184-030E-62C3-F664D56F7E39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F5F7E3-5C2B-624F-C759-0793FF8D9F6E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5FE909BA-B4FE-A184-BF49-88EE9FB2BDF2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C7D64A2-ABC5-E7B1-CB7F-E44B4D86C389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1161DC7F-1DEE-2D1C-0D0D-2DDCE1D82D1F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45EB5808-0868-1672-7EF8-40A37BE8085A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7BD0B9B-9A12-E47F-4340-3BBB6CC9F266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2B9B5F7-D4AF-D8DB-BE1C-97258EF3F9E4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E2B2F235-9C5A-D527-AF29-68A29D40D15E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28DA1693-FEDA-81F1-6154-778D41234ED8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806C456-3934-4544-D9A8-E5CCEE84D420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54888A6E-2EF0-9E8C-F9D2-0BD30AF24798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EEBB1892-2039-B11A-04F7-98CA0C1BA82A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83FC11E-C1C2-CF71-3636-4BC5E393A7A5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657D03E-F9C2-18F9-9933-B8DE92951D30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5F7FB9C-8D9A-A43B-649D-A9FEB2CFAA06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5D52BFA-04FB-C76C-A89B-7AF4CF806EEE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A7098369-B642-4AC4-8093-C2B9AD1EF1E3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A9C44687-5872-A757-53FF-4F0A49681BA5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A4A67DFF-544D-F662-282E-8AD6FB9FBFFF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795E97DD-463F-D476-75E5-C1567CDE8758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A4D446CD-0350-28BB-D1CB-38DBF6AE4AA1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65CE761A-5A02-EEBF-0239-CF44B8C8643D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27CBA249-1B6F-C4A2-F459-1999EE90188A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371F092-343B-13D1-F249-24B65452D667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B2D2052-D1C8-E190-3BDE-FECF90CF7DC5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AADD9C0-0396-4472-C656-CFA9C5B1023E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E6A0D763-4A90-7EEC-F020-734B11B95E99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F53984B7-2E1D-2530-DF73-BBE01EDE137E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3EA55779-24C9-258B-3EFB-2260A1CEB107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AFF36F9E-F0FC-278D-EC8B-AACE75E99255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9750D8D-153F-6EF1-8949-437519EF1865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D3EBE0-0A10-290F-55E9-401BC532FA7D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89502D92-1BC4-6237-F23D-0D654D6C6465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5FAE360C-2D93-05DD-CAFE-EC34EB6BF2FA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5460958D-E8EF-DD74-C090-1268866C73C7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0ACE624-B198-3176-4F0D-866BC7BB44CD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ADBEC14E-2B00-0D8A-5D1C-74DD6A0B22A2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DB318BF-CDC4-8000-32CF-18D49B2C0BC3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9B594F69-0438-B8FD-7CCC-C6378E594AAF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1780B201-8712-7C9F-A41F-6D51A6DFFC8E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79370EF4-D5C6-F5D7-E992-82991087C8FC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2D2A047E-352C-A005-15F9-B9E47DA3DD4A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AE2F7B12-E555-9BAD-BF30-5BCFA8DB77A6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6C89F08D-1B58-0923-F8C9-BEFCE1A038B6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254FAAD9-2F25-33EB-EA30-3A514FDA2B4F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333C195-74BA-5AA6-7501-C15FD67EB338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ADDC7D2-8F7C-EDA0-B15A-F9E9115D65F9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AC8C8F13-099C-E14D-2652-A9EB1C897867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3D8E12E9-648B-DC09-84EC-48A404D1E0D6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409FD842-5077-CAF8-E78C-6F209EFAD899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5F3DBE0-43D1-A899-1B54-8A6445A272E1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CDD4147-043D-DBD6-03B9-38B7CA9BBE49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24A13763-D3E3-197F-E405-F848A3ED50BB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BDE2399-A9BA-4F43-29BE-5F20F3840919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864F69BC-B62D-88D6-F5F8-139CBBBA91B1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19D2B555-1C4A-4547-2FD1-413B634FD38F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C1BCCDB-5656-4B21-8A05-43E43CB7E132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D0129BF8-C4C0-AB54-716A-1EC9D54B2725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37E62CB2-0D4C-3903-6A53-3230365F5C03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09B55B0-70BD-FACF-E11C-F93FBF232DA6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C1089B57-CB54-703F-BEB6-A4261A18C37C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76F78949-C16F-30AA-C701-0ACBC81AEC01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674758C2-194F-15E9-8986-2CE09B661474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9A9E028F-E872-1DE0-8243-65A8CFCB8672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C165EC03-45B6-7DDF-2EE3-3973C8930802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04FA025B-461D-1DE3-70D6-F05181BD8A0E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5FA57D99-2EA0-A9CC-E3F4-AFD2192BB1AA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616A65B3-041D-307F-C79B-91C7040D4133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9926E936-8F85-6F53-CC02-D67A6E551589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8048EF2B-8CBB-1E7E-4E90-49C5923A1E51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5033E0D8-9E30-728D-0709-B1388B0E3D4D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7BFCBA1A-10CF-D766-2254-2AAE6CEEFEB4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A7761C94-E546-7E69-622B-EB167A320492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5F71FC07-84A0-5D4E-D41F-78E9EA39F3EE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2D38AAB-D39C-E918-153F-7BCBED4D4ECC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679B702B-3D55-C3B7-DE05-7D01E5986988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B4A80AB-F769-E7AB-4920-F10971B39C92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5C1AC70-44C8-AC2B-4C00-1C5EB2FBE80D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C0D01CDF-735F-A46A-C633-4173C3C10809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309FDC6C-3A1C-74C9-2C10-AF4C274358F1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39DB7304-D46E-00DA-E4B4-3FBAFF781FAA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294DEC30-CF5B-60C5-7B4D-00FB99AA3B04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1712F8E5-7D43-1394-761F-82E01BF5393B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B719668D-5E75-1061-FD0B-BD53939FD8DE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C7B4C716-CBDC-B306-1130-FCD064875D38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67C3CAF3-655B-58BF-6A79-3C172034E0B6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81D00A6B-EBBF-6765-9309-7E6FE173432A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88DCC5C0-1E45-C540-7C1B-5A19044DAE97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922C1A6-843C-074B-BD73-9CD0514921D4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15971227-FE7E-930F-6215-A8807A6A370C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7B3478D9-2F4A-D72A-892C-4B178DF3A0D1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F250FC97-7F36-9E1D-FC14-EA9A3302A43B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905BAA0-BAD6-874E-FF08-4B53645D26B9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0D6FACC0-3723-36DE-74E8-A1E49D0F7B29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8FB9A210-FF23-32E1-2491-80DC14D2B6E8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8C98566F-9FB4-27E6-6741-58E7DA7CC4E4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7683EBA3-D9B6-F2E8-0971-D4DBE9DFCBFD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D8E4C8B6-AD70-5EBD-2CC4-57868F53349E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32BEA443-1605-5668-2418-BE5BCB7E55EB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E488138-63EB-ACEF-B4D3-206F75B3F40D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CB3471BD-BDBC-2B7A-8185-A0E62A3DD1E0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94240F01-E2B6-4036-A4A5-F2D4A7C16E7D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7790243-029D-62D6-3CAD-A0D73CD0BEBB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75F7908F-D0CB-63E4-11F4-1C0B54BC05A0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2382F16D-9C7F-31BC-F9A2-5B0D40FD125B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4B11A9C2-16C6-D08C-1FA3-A8BC1923DFFE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0B6AA011-24B9-C017-68A5-A4F8428BE6F9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F570B03B-73A7-7125-4890-622ABEB07D28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0ACDA3DF-1185-0863-3AA2-DF51FD1F23EE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0B4FD7D-F0AA-F441-69B8-D208AD777B34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A20F401F-1DAE-CBB4-A3CC-E78EF359A124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6AC7781-1214-10D4-B939-3E30F19FFBBB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F4086BC6-3E20-C441-507F-C381A7E9B14E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AC82B7E2-EDDA-F921-E987-BE4DC18630CC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8F51B202-39E6-6812-3A36-C1DB157BABBC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4F0AB6E-49DA-FD3F-5F35-CF1DC72EA35D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1C20AEC6-A39E-55B3-5F55-ED8C7F2C64D1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E6C6DBDF-6893-7A3C-DB88-144E4F4F0ED3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F5309A9C-21EA-EF77-A523-17D190D51BF9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3265D6A1-1E51-8097-C821-1A1EFD9C7916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D391A711-E198-895A-E12A-FAD65F9DA20F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C9D69A42-F15B-5B92-F5A0-87E673B6F694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C36CBA8-E2F6-8DF3-A304-601C7F9A4C1A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539C6DB4-C7DA-E0C4-E1C8-166C35478D45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CD9D864E-8ADD-365F-C058-B3AAE7C187D9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064CB009-DFCF-CA4F-0C51-A871E4C3555E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8E1113FA-AF2B-8A1B-FA3B-152AC78CECDE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A90B5BA1-788C-8EF7-21EA-49447779B6CC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6B57A911-9294-38E9-80E5-312ED4644A47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75D9B71A-B181-C35B-390F-ECDE43188A48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1694E0DE-F9A1-BA90-7364-15C325DD2017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DC7D1C7D-C061-1F69-E05D-0A5E654E0874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5258824-0177-BD1E-DD12-FF50DF2D144F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EEE69EDC-6D60-80B7-4432-3C355A8C317C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AC605E7D-B7C1-BDF0-6015-0CFD29A798A8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D4955F00-F53E-6D34-FDCA-0B8E4FFCCF5B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F82A8A82-D51C-6719-8221-9FCAE993D39E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1C782FEA-9084-2BF1-F746-37AC8504EBA1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F8736333-ABB3-90F3-5C2D-ABA3090AC4A8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525FAD6B-EC97-B61D-104D-F8BF3B563F8F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1E71830C-1AB0-224C-1432-F556A9BE2C0C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BBCDC4FA-813F-27B8-AAE9-2CA7A8E1CB96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9062B5B2-7F08-1F4D-8788-A823016BC53C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A1900AC0-9425-1056-219B-F4CE80F2D976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ED2B24AF-A7B4-9037-74A3-1F1C45952D42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7A0FFF39-D3C9-B05E-60B1-D53BB5BA17DD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6C14AD63-06F7-2203-090E-26FD17EFEA96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79A01CA-649B-743E-BCA8-99A8F59047AE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AC769B58-217F-4B42-C6D0-B41E485306AE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7571ABAB-16D5-A554-AA56-3E6F2EEAC312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F8EE8990-B295-9346-0910-5C56A3E9ED26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99551F05-C94A-13A4-0563-ECF31CBBC0B4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E7A6F75C-FB7C-0339-AE68-09012E880D0D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EAF8078-79F4-6C89-529E-36571ED5C701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A2362338-EAA3-E5E3-CE2E-2E4751488A96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2DDD9DAC-5EF4-862B-50D4-58DA4044445A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A06DCE94-2DE5-A1A3-46B9-87F2F349A7DB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474D785A-6328-6111-7672-0F86333AC9C0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D23C123D-7BBA-27A5-69F2-4E5C9293A581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D9945DC0-4EB0-A69D-70BD-086FAAD69D69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FD64212A-A969-1D05-FD00-5599BF81CBE1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15E3C248-F6FC-219C-AD91-C70D054A8E60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568C2761-38A8-184A-22A9-2BCF5D8557DC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F52E2310-EBA1-46B2-9907-50B5C3798D3F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827C64F-3A40-40D4-6A0A-644657EDBD64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F495C879-DBC7-0FD9-378E-7972A6077730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8F0AEFB-E755-C4AA-1F77-0759B9BF0B1C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E845E15-3DA7-6350-0B0F-537C7053BA26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4DBE5407-2AE7-611B-F3A5-FDEB2891EF43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E33377BE-B49A-F92A-9F4B-832A383B2EC6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A3A2572-CD84-0D1B-6807-2FC95E1D44F8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1F0BC34-5402-9951-39E1-4B4C792819E7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5EB15639-9808-26E8-0AFF-9F62854DA697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935CE53F-5B5C-E97D-EA84-6C40F47D2911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941BF79A-91FA-F01F-A1B6-5839EAAAE13E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BFEF2B89-6781-F69D-F823-932A5C92E20B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89A8FCE3-99B4-94B4-1D92-81238933EF07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BFC6E76B-894F-1F00-E68E-55A7ECFF8588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CBFBAC27-6F5E-BF1C-6339-F37673461264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2AEC095D-4BBB-7EB7-8BDB-F782F3CCD7B4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C31DF8F-EB24-E566-8636-487039BF2DC4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79BB424E-AA69-E412-62E7-99DD76CD3B00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A50A04-96C1-86B0-FD42-C112415F36F9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20ABDD74-733C-58DE-694F-7B44EDACC5FF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AB1F04BE-45B2-DAA9-C5B3-0B7C1E5994E8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2794B3C7-757F-895A-EF16-1E76FF3EC9BB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FD6D54C0-F854-DD94-F7D6-B65F0F8D90D8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2447232-AC36-B75A-3EE6-0B77F14E79E9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B562FFF4-0306-1384-8E4E-B0A15B4426B4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CE0DEFE1-2F08-E0D5-987A-C83AC2B02518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A9F786C7-8F83-C476-C258-333754B618E7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76B3BDC-A56D-637E-7A12-00F03202CBDF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F2CB14FE-E6D2-46AF-E897-F7F78610112D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3997962E-C037-C900-F6FC-07C72F24FAB5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1DF050C5-4DBF-7DB2-AB7A-5EEF5244C2B1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D9648770-FAF8-DBA0-CC99-A62BD258F47E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4354EB22-37F8-0254-1FCE-803CE05BE39A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268FFB7D-10BD-2A0C-60BF-116F09DD9AD7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0DA3B763-4501-6CEB-683A-3DDC86B78B56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76856D5B-798A-AD90-52ED-2BF5B9FABE13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C147CFB4-7E0B-5D71-8724-51C2CC9179E5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288A773F-9DD1-A521-DFA8-147884365430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E776F2A-7F02-B431-CA6D-C0E9FAA407EE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0C030429-1FA5-F855-54FF-FD81CDC32390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CC9BCBEA-230B-D8F9-ABCB-A5D0BF903680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7A8881A3-9BFC-46EC-4239-4D5D9DB5182D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C3F8D19F-C4EF-E7E5-99C8-9345409FF290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D2E77A2F-E0CD-C399-04FC-8FB5F3AB28C4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9D248BEB-1C16-CD19-48C2-17DC3E3257EB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0FC6EA47-5E26-B07F-B385-FF3F42D230B0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8725731-72B9-B393-678D-F245B7E9EDA7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91927642-11E9-D904-B251-DEDA74B5FD9D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F7DA7A2C-424A-24F3-D42D-DC4A9AAA9C43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49671E07-3738-50D0-8652-E0DC56F807CE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C4D5B8A2-80D5-18AF-73DD-D7D8AF425C10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A7DC8F11-6A48-D532-435B-93E932205FE8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C873FDDD-001D-27AD-EE4B-71D0F3AF5E50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671D163D-0F1D-5A38-AF23-0A56847462A5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ADE8804-E566-56A6-E012-2F9F2BE8AC8C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715107C5-9218-9D07-0AED-E00A136463E7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616393CD-23CA-4B32-FE05-AB7E39546272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E1BC3926-5FCF-7DED-448D-5744DC54F568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A40CC5E3-B479-6A15-371D-25AADA170F81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B5A28146-282C-6A6F-B2D0-871755E2857C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698F8AC-2FE4-630C-D158-723F1CAE5468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48E69859-6A89-6326-2A60-5B5116F2A8C2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9CA67F3D-FF61-8A7C-E6A1-891B33E0778E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96433A26-BD9A-F607-3607-3535E678141F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80D09669-187A-A9A7-E6E7-58D5288D5B92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BBE8AF0B-7712-DC7F-24F5-EE1765FE3980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E82237A0-AE1C-0A22-5CA7-B6CD0A8ECDD7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79673EEB-B74F-13A7-0001-489A0FF41FED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CA93AB29-100A-89CC-1592-4A0E9A7C6C28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EEBDF62B-F7BD-5A61-BC41-FA9CB83CD41D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4A41C3DB-BF34-385E-8846-D49295CE7644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2790C09D-A8A5-7E9D-29B3-3BED73F38590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D2E36A43-80FE-E553-06D9-3853ADBE1732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C70061C-D055-937C-A019-80D9430B1B1A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151288EF-6EFD-76BC-BA68-953DFE360ED6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BA71639D-B10D-9BED-056B-4F6DF7CF4AB1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3DDA03CF-8AC6-87AD-E5BC-69FFE2654EEF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F47C545B-BE71-BEF9-964D-4A3419224847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076F8AFF-216A-B950-222A-4A13F2418E73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68840EA-AE41-CD95-FF0E-998D3B9FF662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FD0AB5BB-EF8B-87BF-98FF-0508EC09CEAE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6DB5609D-814A-C3E7-E256-5F5E97A3F2B0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CBD0D4FE-1286-327C-1774-C4637A2E0D8E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5C85E0C2-74DE-0BFB-4345-395BE95CD397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3216D8A3-724D-D81A-B965-4C156568B6C6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D6824C46-6013-828A-907D-CEC3A9242888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2F6523C6-5488-20E8-1CCD-38E800CE11FD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42A60BCC-DECC-F7AF-B759-27DF3BFB8974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7BE1D7B7-5518-144F-1179-C9FD1BA43075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C3AA55B3-6BD1-8F44-1542-627D118DAD47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65C5D729-E7B6-AA34-39CC-945C7123F614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6A244545-1299-9233-D5B6-5CE5AA29C557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5DD36FBF-8F58-A6FF-5FB7-03D120885815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4F03635B-1824-1ADE-95AE-0AE76BE5FAF2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A1086540-CEF6-9A94-1B0E-84E739FB24AC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D0AB80E6-B2EE-FEFC-BEF1-BFAAF9B6B1B0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E36B5D8B-80E0-6B97-561A-4B755B72B5C3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74417A25-6EC1-2BA2-78D4-59F37670675E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7F57D194-4BD1-1089-980B-B66D210C2133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8CDCB021-11BF-9A86-D892-E5ED41E58FB2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15CEC57-196E-7971-D816-4A8DE5B2E83B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48F2B251-15A6-22D6-B3E4-750BCEE992A7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212171B1-54B5-6D2D-BCFE-B15D289E2A6C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06256036-1253-3B07-167E-3086E22B9BAF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1C2AF64E-DE82-FED2-74E1-3EF541513957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9AACA295-A756-C79C-F97E-691680AE0C78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0FAFF70A-9C65-7537-3A26-DDE80283C5F4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7F8EA564-52A6-553D-51F0-E82ABAADC9D3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2980F5C1-C54F-563D-E6D8-437EA9BF0B09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1A8DD986-B9B5-0C39-B4BE-45DA6F4C8E73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856E246D-6B21-C558-23CA-C2398BDEF8C5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37575B20-2A77-E552-62E7-D2411535B409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F63EDE82-86CB-ED6B-63EE-82056AD04F81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92DC723A-F366-A2E9-811F-77E46393C66B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1CCD2EF3-4775-AD9A-EDFF-F0708D19A63C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8D7295CE-D406-6142-80EE-32C89DFD06CC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A1A1714-56AB-8A1E-AFDE-1C7E6BB47161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7489DD33-7416-E3BD-1CAD-8774485C712C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5CB60326-6E51-BD04-E794-CE0F623CA5C8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E8CF3E54-8706-0F26-A3F6-A336A8EC9438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DBC4EF68-33DF-2EF8-953F-7EF4B6BAF1F6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521C2F74-63E5-614C-E8A2-C0EBADAAC91B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86B7F209-1C72-ECED-DCB6-6E94D58AC28D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98517AF1-D1EC-9D0B-0F3B-451B0D18FDF7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4517A18E-FB73-9F42-2091-E723907E5284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3DFED5F-8D9B-12E8-3D02-8FA6E392FEB0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0D51CE13-C72C-B1C4-346A-3B19BCDB5133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7AA1EEF0-3E5B-4435-11A1-52C85742DB02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859145A8-54D1-0B38-D797-CB5A9FD7DACA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F1765340-DAB5-CC26-51D9-9883381B84BF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3F6D8674-07B3-8BC8-63ED-021E15463FA4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D14AF2D-D5D9-214E-B474-CF3288CB59E0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A6683E46-9121-83B6-AB3A-51AC4D6DA63B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68D7FFF5-4725-A801-5371-655E8167F621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E04BA4FC-3D82-347A-FE62-1459E543DC48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9C8B29B9-2380-6430-4BB4-2DD230B11069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174F0605-86CD-3EB0-6745-5F699D5A0E2C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F618101-6323-3A99-6E8B-AECA6986D253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FEA26C4A-1F3E-C17F-E657-623F5116C758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BD1EA9C-7446-9DDE-D620-6903A360B59C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48E21335-0D66-58EE-05CE-E0F1BA1E03A7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488BFAB4-53B6-9A7F-E620-C048642C8CDE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DBBC7035-478D-5A2D-9C1B-5D7F21667024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C82717E1-0887-EF34-E2A3-828E84EC43EC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83591CF8-C974-751D-D23B-95AEF82CB9C6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83E2B9F-BCBA-0148-2C45-EDEF8CF5C076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3A99BD07-A9C6-E298-D614-0C6B5D676BE5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9AC23CC7-0753-2B38-FAC3-3170264FD5E5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552F795-40F2-5214-1955-16649CC2B75A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6EBBBC96-1E37-42E3-72AA-5F9CF8464B3E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616BC095-18F3-4C91-9692-3A9216D80435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F1AEC7-BEC7-9624-E64C-BBFA20AB9527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E31CBED6-DCAA-5A17-CB7D-99401B43FC61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BC187E64-5289-DE3A-F928-7782061A53C0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092575B4-C520-80E0-819E-8A35497E9438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9B6FF3D2-0E70-C547-F6FC-4D3B8A0007AF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9661BB01-8A0B-3193-D094-EA7EE7C7CCE3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7B858BF6-97A9-9443-21F9-79EA68F84464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5A5D815B-594C-7DD4-DCB0-4EB80085347D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0181D488-A31C-FE4C-B1BC-A71372B768FC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2143C0DD-83EA-895E-1DF7-45D465DCDB50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5FF73F19-B401-F724-7101-4CBC455D33F0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D0708919-881F-94C6-C46A-1C9703E129C4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8877F23-7D03-F118-AEB8-5C9031113935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F75177BC-A002-E9E3-76BA-D60E4F297341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FC04D418-9E1C-F849-1DC5-F218ABFD3CF8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78F00412-B4D1-0BB4-7DF8-41201B9DD7E2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40F0F646-C3FE-266A-F2E3-F6E84304C23C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5FF32034-240C-2013-F9A0-E43690549164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B9650744-41D4-A901-A2A0-751EC54D3FA6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D0C4D336-0935-8BFB-AD2A-8DA546336D54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B28811B2-3046-F85E-80F1-2EAA4D432D11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B57F8609-6756-1911-EF8F-C01C6B4906A2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5B294C00-0C6B-3F69-19CC-74A0CA6B1362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E2DA62A-E2FF-BBDE-5301-10B81F828519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8D02E64F-514B-C12F-3A6D-06EAAD7BC5FB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8E794F74-BFD8-A8CF-77F0-F1528687BC90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C083E2C1-31FA-36F9-6B99-E40F5994E53D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10F36D5F-3CFE-93D2-54F7-FC5DC5189116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69D19587-9D7C-6880-EAD4-AF7127640E57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00901C0-6026-9ADF-4EC5-81FFF97345C3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8D3A68A-5F53-22E5-9BAA-E7E277601240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A3870CD-8310-49DE-DBA6-D604683B5871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E07E4DAD-34CA-AB9E-DBD0-358565E83130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940BE7AA-3AB1-53D8-A992-A338896B7631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66B20177-47E1-1108-23B5-0679CC3BE65C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C1B2401E-ED37-7ACC-342D-B9EF149CB361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8BAD319E-A6C0-4DEB-34A4-05DA42592FF8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D7BBE023-9B8E-6552-70B1-A320C744305C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29C7E530-FFC6-7A2F-AFB3-F487CE021CA8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837AED85-6592-F51F-28E6-30DE0FA47FB3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547E9B8E-2F84-BB88-822B-B87BEFA63D1B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3A41191A-0ED7-1A2A-3571-49C0D53AB495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0ECD182-0FF9-EA8E-AA4F-636541F28877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BB88E954-632F-6D99-FFF9-C397172D6091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C6052ADC-61D0-885F-CF76-DDB721177C1B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802FFF50-8527-E2E4-952D-7AA0E48D3CED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750CFBFD-89D9-8499-F688-4F066B0F1F72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7E0DF713-A834-6DCB-0763-30F66921AD86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E42D4007-75DD-7A8A-CB5B-88A05FD8973F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9D215CBA-8A80-EEC2-268B-21F25F38D688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2269517E-0ADB-1C9D-2DC9-783B3D0D3E75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64FBC864-1F25-D9BC-F58C-A64389E8C6B6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45FC7DAB-9FA5-EF03-2676-E3A5F52C5A76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4F39A0C0-7CE2-09A7-F05D-3D66634D0A18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DA2585B1-1399-4812-B54B-8B9143FC95C6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0AE54A17-683D-C7CC-5376-CEB6089F29E3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D44B6BF5-12B6-3897-E95B-1CD5D2E1EC4C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8B1B51F4-CF80-E59B-B222-C20AA4F805CB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EA13474-2826-C54B-D049-A2B1E9CA5A1B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7665A3E3-82CB-06A0-9A43-5BADB18C2B25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673A722E-EC3C-2A7E-C4FA-640D241FDBB1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3F5D697A-D480-C323-16B0-04DC964C02A5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46A558BB-0593-07F5-75DB-CC1F6FA11365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AB8B2A7F-C496-A78E-94D5-E05762E11C14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BA7C627A-B2FA-175B-6BBA-37EC554D9F73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9EFCB8D4-2250-987F-E7AF-C96D395A974E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304CD8AD-2042-B757-D2E6-B22A620FABD6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5D486ED-FC2B-696B-9B3F-1E2DF7DD9F65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54746F27-A048-DA2F-33CF-2252802507EA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2867C1F8-F653-FC45-2010-8275F0123B96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DCE896E9-64DF-B734-57B3-199C017B8785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6ED37FEC-FD52-221B-A1F0-BE8D73268B83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8B528B4F-3734-F7C8-ECA9-C291C05744F3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D3282E51-ECF1-9388-C471-B407E22DF191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2CC9210D-8127-6E16-33DA-EBC46957103F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6EE640FF-1262-B0A8-04DD-9A405B4E08F8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C5E9CBE-594E-A113-1327-9CEF602AF632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0A222D6E-3A99-8FB8-65A0-55BAC94E1AB3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16DA34F7-9F7F-3FF8-146B-1D7D3C638241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D9D947A1-A1C4-54A0-DFC4-9AE82C6FBB20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EB4CE82D-6C34-1D25-FAB6-26C74DEBF1E2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3006E845-2C02-1663-5F0D-6725828AE22D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71860EA5-1492-82E9-2BAA-5F8F09E5D626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51A829F6-3157-9B04-5CBE-D567B40AF40F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E010A4F5-F6A8-8122-459C-261F7A19BAE0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6F71C467-CF0A-5E43-1E84-627DC875F462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E684E13C-4D93-25D1-536D-431313CF69BD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81FECE51-D662-71E8-6455-209B8BF0331B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A73918C-571B-8C10-492C-AE8EADB7A653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7FAA9E84-A746-A7C4-C163-77AFCAA2F5A9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34424C81-19AE-3D78-291D-AD9E78731005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E6FB0DE0-E12F-A819-F57C-864457BEEE75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E1A5A3FC-FA67-7739-F3DF-3B1930E582E7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FFE39DD6-69BF-95B3-1F58-F2CECBD9693F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B99320C0-34B6-1577-A407-6D753E84F579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989177F5-AC1A-0EEA-1751-08B2226C5434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6DB6CA68-B590-CA30-2BEA-546DF626A6AC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5BCC62ED-94C4-15D3-69F9-CA182F891F86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CBD60849-4EDE-2A0E-A9D9-E361AB9D2208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EE33B8F-E227-D126-9680-75CEA5324349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16551F21-4D37-9C2F-86C6-0DA011EED862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1AD94F43-4711-F47E-DAA1-56ECE80D453C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CF77905E-1035-2F7B-5E1A-E686F31F8580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FDFFD234-4E89-25C3-6472-8890A91EF1F5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1F12993C-21D7-F637-511A-9CD353087B26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6F6487B4-25FC-9D75-35E9-8C6764F29F40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02BACC75-235E-CE10-597C-8D9A8221544A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DB8E0D89-8C68-80AE-16E0-32C68987275B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27F718C2-D112-62D3-D9B6-0B8E1A614DAC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45B6D12B-A17E-3288-D230-D3386C953346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E9DD8A8A-B089-FA50-DEC2-A9FF15DF42D1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35E8C991-7AA6-FA29-51EF-8C0AF672BE9A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45248BD7-B30C-371E-5771-462E87D8F2A1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60EAF5A-EBB4-ECF7-15A0-1C8E2BF05134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33034CB8-94BD-4BE6-F626-935090DA20E9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1CD9E0-1B47-26C8-8F3A-CF2929E4639B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49297D75-0127-2C7D-17F2-29CDC13D8D1B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83DF10D2-26BF-ABC2-04B9-9AB0C49F2E91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1DF34048-A9B2-2A42-DF19-1FA5071A2AEB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6773DC46-19F0-04CF-57EF-FC831E767D28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31AFCF72-219B-333B-36EB-778163503D4B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B8C1AD0-3306-F0B1-1C64-A8205CD262E7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3782708C-4BF1-2F69-3AA8-04512628D434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69EA2B04-F3E3-C5A0-2BF4-A939D28E4544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1D0FB75-F2E5-25E1-050C-A3E5D8315B85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56D171A-1577-B1A4-BA11-ABAE2D821387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D1FF98D5-3961-9536-C37B-572FFCEEB6DF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F353721-FD10-2910-A99E-B4072C97B88B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9043E43-CED4-0BE0-27C6-DAA710AD116B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5D258F30-9811-574A-305E-90DCBC5B6C2A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C602C94D-EDDB-E8D7-0F0A-705C231FCFDE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1969996A-A616-6728-9816-CC54FF553800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8900CBD-7F19-DCF1-49F5-135CEA9EA9C2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620839B4-8436-3F6E-EAA3-8CA507EA952E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DD4599F6-FC94-B19A-2716-BE9727FF8898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D48240E5-25E6-5777-AAC1-1897BF43B3BC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B4A8CEDC-0E0C-4291-43FF-E2DCABC93D28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44E0B323-FD21-7C4F-7437-E82A286E70CB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56ED90B8-E10F-DB2D-D357-B5E3B01F696E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8E5D45B6-CB17-2A0A-54B8-B8FA7392FA18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87328432-3966-3221-548F-881C872CD8CA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170933D9-1679-03C6-A520-C1A112489C38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5C29322E-E394-7CF6-8C0C-20683D1B6FE2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5189E2FA-96BF-02AE-4FB3-95A655397BE3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904CD367-3862-07D9-AE0F-1EFA3E37346D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096A39B5-7CA4-9849-5CD9-63814FD62BA2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A2386046-4363-1B4F-A05F-6F7964BC95E2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1E214E2A-4640-0415-6E33-6F5CA2F89404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C9F9FC08-01F4-A498-3843-9CF8126038C9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C0FF53D9-C92D-E550-FF3F-D79D853A29B2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5F7347B-8119-6F79-B3B0-2EEF7A22A919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AC43E5F7-5A77-97DC-0962-B8CDDEB06C5D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C83171-1108-5325-DB8A-7A86D41D7A88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12A1BC93-947C-CF67-EFBD-530B2B34EE50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EFBE38EF-1370-480D-E866-D3135E2CAAD2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798AF802-331D-AA3A-D9E8-1F8383A5425F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64F2EBB-6117-111C-7B03-3AFDB7983EC6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E9317F6B-E7CE-5B4D-C77D-D638BB4D6755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368ACD31-21E0-4995-E282-3CC071551573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BA3442D4-5AC8-786F-43FA-B994F4152B42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D1AA5E8F-FECE-E216-B612-6D5C0FC53029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5F885DF1-775A-FD6E-8ACA-6BB803FD07BE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5021DB45-494D-E5D5-AB61-D13B433FF8DD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CD9C3068-846F-EB06-C388-38C1AAA5C3E0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1CBAF03E-CB9D-5B10-69D4-A64830644E75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7E0B92AD-D354-855A-D191-36895822A1A2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4961B6BF-ECB3-E4EE-BACB-B9F7264BEC34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351498C3-FCAF-CD2E-F8C1-1B195D4C454D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6EBCAF4A-6785-5BDC-C0DD-68D2A0F0F1A9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8957B15B-3855-540C-29F8-68FF7875F62B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8439C3D7-9773-ECA8-D0A0-E6A542BB811D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57C49388-7837-31A9-98CB-2DABD26AC85C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AC242FB-0D6A-D6A5-EC46-CC6D1710710E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B5540342-62D5-86A9-E75E-466CFA597ACB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1C706406-829A-E346-47CF-384FEAD04A41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26B53295-05FC-B723-A3B6-7ED6B44E6AF8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FF8D9B77-FC36-B8AC-57D1-DADEEFF0CF1F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5F50D883-8A3A-D22E-AD9C-8F674457CDDD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F4A330AE-8EAA-2FDE-BECD-9553BD7EAEE0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815C24DF-FFE0-3DCE-3FA5-AD97A4593073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FB3B11E9-B19C-D71F-2B60-20CC9657078A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2779EED6-03F7-26EB-D005-AA4FBFEDC9B1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5524FC1F-C206-8CD4-703A-3A9A3C12D280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5056E768-9D9F-3888-3E58-2230BDB1A5AF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D823AF88-6BD3-587C-2099-15EBB3CA8871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A2624398-BC45-AAE4-BC20-B02464AE68F3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B0F9E765-5F44-97EB-DA7A-37470B9E1C88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E6D060B9-6DE0-3CDA-77CA-36F03AD9F21C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AEDF3A5A-9E77-F736-E9F1-37DF018816F4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F1CE860E-7D67-1650-0160-06E93AF46ADF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87DDC586-3219-4614-8000-6EA1BECFB0D1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09B32CD4-DEB3-5CB1-56FD-E044EAE46D90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589A4ED6-8C87-686A-2470-2D9EAF736EA3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9755C046-C3CC-2A4C-CC8B-DB767337FE08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B778F2E5-6369-41FA-1CD0-350FE0E64188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164EF160-6709-2986-D1DB-924539841D5D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036485DC-8AD1-98D8-448B-C2AA4E7C4BE9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5DC4CE31-4020-20F1-27D6-2DEBFFA5FA3A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9DCA712C-CB63-55DC-F642-19B14121D659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B1145C2D-6339-B8D0-6D82-6A2634D93C22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E0AA344D-A301-F531-54F6-2EBC703FC682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47F3C684-9ADF-2158-6802-52228E3F2E2F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B0FFB425-F4B5-A67D-1342-B1B868E9386F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97520DE6-E76A-B9D1-4658-9E53A487D68D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17149DDA-D287-7388-FB5E-D4B598A2F9D1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21188A5A-3E57-3DB9-38AB-CA310026C369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1224D06F-D20B-EBE3-864E-67319D70CE01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C843145B-AFFF-2023-EDBD-17EAD9237F03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B29AB4E2-3960-E105-0E6F-158EDDB834A6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A452C555-D37A-4BC6-82D7-7E31977B3067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68A29486-E81D-17DD-30B9-D5996E80DA78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2B688830-AA60-78B9-E012-F2F0870E0F86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D10A47FE-44BB-FD4E-94AD-B54D66DF3268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AA7624FE-4E92-C1B0-80EF-01C736E84849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7DEA123-F912-B8E7-11ED-7BABFF1EA991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9BDF039-64E5-A4E7-FF42-D6200FC53B6D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C7499944-503A-A1C1-3319-656B3E2576BE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3170F945-E9AE-81A0-ACDC-E40E618D462E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0477F5B1-15CC-C507-EBE1-7214932025F5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39D06DCD-F3CC-B161-21E3-A04CF809C8A4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EA9AAB5E-5FE6-E40C-D7E9-65FE6B6522D6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92452A67-E643-6045-8E13-B4AAA3B681A5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CD15F257-B695-C9DD-5349-F6DA02F81C0D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E148CF37-98DE-4AE2-1411-6807E094F6B5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22A4C2AE-08D0-2A16-5D13-721008E676BD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9E48B155-1C1A-E07A-2F4B-8AA4B38ED40E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4BBE9F1F-EF96-2693-FC25-2CFE4687778F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9F08BE0D-29DE-BF7A-BD57-DF991490C266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2DDD98DF-3D23-2576-F844-C50B7ADFA8F5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8E307F54-0B6F-2B82-9F9E-41F588D957D1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06C2EBE1-1E09-75D7-B167-B06DA82CFA5D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FCA19EB-1463-97D9-3734-AFC71D80213E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660BE949-87FF-5F77-E3F1-DF01D08FF017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823CB1C-796E-9FE2-374B-C2D6EB2F8655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9580F97B-19F4-67C8-647B-79365DB116E3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7943B878-5F04-6DDC-FDB6-B7B8813BEA23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7598DC8-2630-C608-909D-4E9CF19C24F0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3A862A31-A59B-BE46-B322-8FCEA7D4357F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9052A8F6-7C85-9782-41AB-E3EA9ED98620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017BEA38-44F8-10D9-639A-5575F9FB2CE2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4470C019-0E50-2513-878A-09C6DE8B19E1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65004F7C-CD7A-EDCF-2236-1FA1A014F9CD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88B19A-C154-1ADB-757A-E6AB0DD244D3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BF25FBB2-3703-32F2-F083-A641F9E43C26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10A05DAF-191D-7F8F-C771-E13F4119DE87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84B4FE-F84A-8C6F-3EAD-E7B5B4371E42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F68BECB3-9A2F-5566-EFAE-34C477E21339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2A1D876C-BD57-8D27-11CA-075033AD6E1A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849EBEF5-15AE-9C0A-A8C3-EA65A1D45E79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65E92739-0B45-78A1-613F-04A1606007F6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E230AD0F-4101-E292-3DD7-E180CA394083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CED0F898-C144-F60E-0348-29F461676AB5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BA275D8B-FF36-3DC9-0FF9-225F9C41F60A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41DF401C-4688-13A8-EC58-C50388AF4A57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87CBB8E2-C8A5-5921-FEFB-BDAD8B9B5CDD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4A6252FF-AC78-76EC-2BD7-70F00EE44C84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F937D55B-7F26-6DD2-54FD-DA0C52AFF6ED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26FB4785-F4D4-D372-4EF3-3DA2852BB720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E0811990-FBB8-B6FA-1BE1-84861D607FB5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45B955C1-5733-63BE-3BC2-8FD03C028748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7B674287-FC66-88F3-B953-811D45E22A6A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C5E370B8-F7D0-FFA8-DA23-E3F8E6500937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8165018-4EDE-7358-7C7A-C880D80791D8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C37408CA-4A75-3C0D-C068-E6F980F4A7FE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31BFF73F-86AB-D3CB-B19B-8E2AC04590B9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DA456200-FA7B-B939-BE46-647653233785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DAD6B8EB-1D7E-E015-57D9-0EC0D0287984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9D9D1E6F-4CA6-7167-F336-3C2ECDF01A15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D4587818-AE34-63C6-6528-097EE09FDC4B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DE73FC9D-3DF3-9886-1AD1-FBE624869364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C0AD0A37-9B2B-CD83-6E9B-CB30D54E79E8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44EBD1D2-270E-4965-3415-CDFCB4166333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8770BE1B-21FF-1E46-1AEE-FB6C2ED5BA75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5D3B8175-0402-722E-90CF-F96450B420BB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F89F6066-7F72-0300-4400-89B05C76EFD0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1107E2E3-B877-FBAE-F838-D8DC0060683F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B833AD64-AA3A-89F6-BA54-D8C2586B421C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499F1E8D-FF7E-7E5F-AF70-B09BFB7F1DA1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DEB3ECEA-6E86-503D-B15B-CA6B9406BB8A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AF050923-97AB-ADC8-8781-241BF6FE887B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DA0F2F67-B11E-F3D1-777C-6F639694E983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653C44CD-12B4-F826-51DE-51E02A93D9EA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CDEA19BB-AE48-724B-CD64-90A168DD4269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42A2B2FB-0009-719D-DCB3-EB135E1A8898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EBA6E331-0582-CE4A-F02F-0A2B07AF2C3F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E6FEB4CA-0370-49F9-D910-5125D3360072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12D14263-A5CD-D54B-60AB-F43662E4CA52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BFF9A668-0EE9-8E0C-2C9C-2D29F6A248DA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0F365CB7-3EC6-883A-ED85-B49BC0B17254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522012A3-296F-8DFE-5855-8CB7BE056FF4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594FC2EB-2137-4125-49E5-5E37D68E2659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F8882292-1560-8E06-67CA-551F58879F61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64481D05-7AAA-0227-6129-2F5D8CE572E5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AC0AE0E1-6A80-5EE9-D16A-1802B907C59E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59AA0432-00FB-6A09-829E-54DA376177DC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1DEE148F-3BE9-55BF-0EA4-D5F62A4E2EA0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19C850ED-633A-1A13-6A12-ECB2809C214F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7B21BA70-7889-BA8C-ADF8-FB07D7A5F554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F4E52A3-CD11-92E2-5327-A4485FC45B02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DB1CC05-343A-3857-821F-DCA8743B5F84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48A554AC-EEB7-F676-111B-0D76620EF799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BDED363A-5340-E18D-E797-DF61EB8389CD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34DAD925-9471-15F5-9BEC-DE237F3D7D65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826A5BE9-5312-3837-207C-A0563375D7EF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D28EBF8B-D3C2-AC88-6F4A-0550202AACF8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C69B15C3-2D10-02D9-DBEC-513E3A42EEB0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8BE08817-578E-42FE-47E5-3E7EDBF8A584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28861904-CF14-D1C8-5A40-6E7B954FD21B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08F334-4C43-84D4-1B68-0FD7389D13CB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615EA86D-AA8D-AE99-C99E-D336A8764B51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4188DE89-193B-9942-2316-F91677A2AAAF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12469853-57E1-07F9-AFF5-EE47CD6DA70B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06512407-0037-CDF1-8C83-AF9CF08AF5AC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DF1E2318-82EC-241E-2BEE-A5D41C359F33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BD67EBF4-DE5F-218C-2EDD-5241381F21D3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CD3785A2-A533-808F-5E60-87210960F282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B0653815-4AD4-B9C0-48F7-98F9A088BA61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CC38FAC9-A68A-ADEE-7CD2-B70BFB02ACEF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BBE0BC1D-9107-5C5E-FEA7-7374E185BA5A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47B12B7A-0B2B-E1AA-33AA-49205153A43B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CA9BAB40-B396-8088-085E-9CC414556796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69639F91-B692-863B-52BB-7B05025E4809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041DD83A-2372-0168-BB8E-1ADF8C66700B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7EF47447-A740-6E4C-AF07-6EDEFDB3A77E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ED87937D-06D8-13B4-A40C-446A90D73EEC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6DB96CE4-16F3-A2CA-720D-33F7F66555B3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0AEB2060-5C13-69FB-AF36-BF73D641B6DE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CDF92467-218C-7889-7DFD-20955E63674D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E7C3C6B0-31BE-0F98-C680-2D09FBF1E87C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E2928BC5-91FA-A3FB-B9EE-AF5F7D6C694C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3C0C5232-D8F2-F474-B21A-A572D6DA801A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6DC17528-5AB6-44F2-531A-F33D9BEED45A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A33F8795-B9BC-3B4A-9CC8-609DC3E4436E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B88C9BD6-4294-C851-D7A0-371487FC1885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4A870974-D8A7-EA77-D0E7-66DCC2B634EB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D299927-0ECB-ADEE-519A-30727E56DC7C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EA379812-018A-4813-6720-F3552F674B05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F083398F-F862-2155-04B0-FCBF0CF1CB7E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1EADC524-64C7-E5EA-BFF9-D7720E63E0BF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1339ACA-C7F0-5A1D-2096-9843021BE330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EE74E561-E056-5033-B142-12B148B33B48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A99D4E8C-BB5D-2FBF-F04C-50D8F608566C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3C139C68-61B0-76BC-9465-7029FA4EA918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D837DC53-F0C4-7924-98DA-89A8CDA2B442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01E566AC-E2F8-8493-99DF-0463AF4F9996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ECC43DB9-D545-30D6-2EDD-9896803B7575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402C6B6C-8D8E-CCB7-69B4-DE3BCAD41853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65C1FC22-4643-F724-E080-FC86B9DA6F36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76E870E8-D1F5-D214-278A-B86FB56A1762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264B1024-3CF6-91B5-92B7-B4ADCC6ADDBF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11DCF329-647C-221E-51B2-23BE1BDBAACF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5CE14A08-5311-B624-5E81-C650F9441432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C9D6762-1FAB-5D6C-8982-7AF988607C40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35812062-BC52-DA88-2D95-F1A1D8B18747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367AC639-F287-4E7B-8E3D-142A973229DB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34C30AF5-BEB4-52DF-111D-67E861AB49F9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5E8F8817-F5B3-F6BD-68D6-D735CABBFFD3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0D38A2BB-8A2B-43A3-B32B-25492CCBF77B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0021BF7-28FF-6C3A-DD85-850760D90F17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3ACF68A8-2EDE-397E-1D4C-18B6679E5434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53F8A0D5-E092-C069-469C-53244CB5F043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8D357C5C-6D48-3C79-A916-DEA93AF9F814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AC1BFCC9-5BC6-1B64-C976-639D96BACE4F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CD34ABF4-2D39-B159-B7BB-61755904BDEA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C160E10-83C5-1AA4-FD70-DE429DAD5AE8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ED166529-20EB-5CC3-696D-09A245F50BC5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154632D2-E7EE-7332-4DC2-6DEC6B8FE92C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6C5EFF7A-B1D6-B679-7ED6-511D8C4566B9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4EED15B3-AF7E-9456-E1C0-B35D262E9541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BCBC466D-217E-5E42-9186-D14A2B23B982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E5F2D1BF-72A8-2211-CCBD-832149210E6B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0F5870BD-01FE-4255-A78E-5283A5102102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AE3479E7-369C-6B2F-B6BA-E33AB2B4F775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BC6A68F9-A0C5-2E2A-1D84-EFF474975F8A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228D810A-9A50-8C93-9131-937B7A9FD5BA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D9E6B585-B3BD-EE12-01F2-B3B825C05770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4E06C13A-5688-E145-97F4-52D155D43AAE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DEAAD7B3-7B44-7AFA-3F59-1808029247D7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EA937AAA-E41B-DE66-27A4-903E5FDC732E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F0CE8343-D0F9-64E6-3CB3-D9B3C262A880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78E19CC5-9B94-69DA-A7D6-B280FC63E721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8060DC00-BDEF-A3B2-1790-0DB20A243B06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F0D0C63C-B63B-9F4C-18E9-FFC190D5521B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CD2ABEBC-6C3B-1ACB-3386-EC25E9D26D05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B18D031F-E8E1-7170-1164-B2B69F2FAD74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2B3A7144-8C54-0D5C-5D98-96AF71874D3B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4989603B-A850-A45B-0CF2-C247FCF0984D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F75375BD-AE9A-368B-78D3-E75BDA49F046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3C7DAFD7-67BE-B09E-DF2D-4B108FD43DB9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D0F527BC-E88A-12F0-8943-21087212F1D3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921985E8-80A6-89BE-66D5-2314B985E6CF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6A16B442-6968-22C6-8C25-AF0451ED47A6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1059E5DE-A140-4FC0-77F6-60117691B917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98C83066-5E06-3F55-4F65-799B659C0561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110FFAA3-ACA8-72D5-28A8-EA86EFD4CF86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5CD5391D-3ED8-9CA7-AED6-913CC1D934C5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E61A2062-93E2-01F1-01E0-B468DCAB090C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A349EAD5-EDBA-B456-269B-1D1A863D15B3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670825DC-DDC0-8C60-9973-908FEA395964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7EE401B4-A030-D668-8AF6-52FD4DF9425C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3C0C447F-0BDA-519A-088E-DFAC27B2C282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94043C60-EA14-B435-87DD-CF5D1AEA9C0F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1FF37B9-38B6-937C-A46C-72C8CC2EDC74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05207412-F040-58B1-6C1A-F220952C3766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E095CE56-8D5C-5F83-75B9-083B5C82B598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59E1D670-1C12-4A08-DBF8-903327378ECD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5C1AE969-4DFE-ACF6-FD83-B93B636B487A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27BD84F6-FFE9-E5F8-6B41-4459AE8F0297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FCD285E-8F97-0508-7C5D-F50BF35C4CF0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8DCC20F6-E9B4-E981-F857-5EA3CFB2D74C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B11F7287-AE51-548B-9110-C3EBD507CD52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EA98CCF4-37CA-5D8F-F1B3-2A21D6866D79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6F501CF5-E739-9053-0D33-F87B54550631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19174603-2BF2-3CE0-3226-CA20217FEED1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1103FCA9-B673-C637-03C2-E9E7F8E4B378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5DD8D2C6-F129-D2B9-982B-8CE6AA24023F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E87BEE9F-AC3E-B871-98BF-D76D719A2F79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FC447739-EC52-220B-DD5D-A41B14EFE029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C1845C01-6AC5-A8B0-F505-DBE72EF8F3AD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997B3EC7-D04B-8380-B5EE-F08A5C20DE36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A9C4611C-8E70-E3D3-6A91-935C0699CA24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8AFB6DA4-300E-D920-E370-C961F5267920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843D5026-FDB9-D772-C805-BD1FFBF7BEC7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308DB9E8-876F-08D4-93D9-D98423555001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A8B9448C-0DC4-78DA-4B2F-2C3478A289BB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CBD8C277-919D-26E2-74A3-A00C9491344A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F0C1AA4C-DA0A-7449-2C54-BF71065C492C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3F2C06E6-DB94-7A68-8FEA-ADAB3CB1061F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F06899F6-BA06-08D1-9BAA-828DCA0FA7DB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89E8C8F-A089-B803-7065-2E0BB83AF15E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FC6711B6-73B8-07D5-0B53-2343DC7D39D2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0BA3C4AF-174A-8143-67F0-D949A23F8C09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C9793CB-D991-BD91-3DAE-5BA68E0E1068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94BD3C48-ED33-7EEC-E938-41C8B4806F41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8698E0B1-CFDC-F389-3A38-CCF77178ACB1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DDFC680A-D0CA-718F-6182-9392B2A9A5B4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5339AC5F-7E7B-ACA7-6B1A-2E0712CD58BA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88D3285E-94BC-43DD-800E-434FB3DBF63E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59EF21F0-E458-1994-1082-22F749A4EDB0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30E2AB85-C499-1122-BAB0-4AFBCE231A26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5FC2E8C4-DAB1-90DE-CB9F-1B9D4AE85004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D178E805-E775-459E-9A04-A560ABD735C4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BFEE3ECC-089E-7F8D-D973-EB50B3FBACE4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C808809D-BCE8-A219-77C8-0697A305AA25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08A1B6D8-B16E-9CC2-3B57-AC8518DDFEB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CFB827B5-6B99-089D-5E4C-70A44100C52C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5A1820DF-9C1C-E2B6-51C5-71B3C0E7675A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AFF7B7B9-82AE-721A-98FE-7BF261A9C0F6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E60F2290-8A31-4E87-08CA-F8238804C9A2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D80660BA-A34A-4B3D-2028-30D5017424AB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1738877B-B1CC-0D4E-2365-D5470D41C012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E800FCC2-004E-66BF-16F0-BFE37CC767D3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3BFAD93A-DA3A-CBF9-EF3B-B6926CEE88FB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38380A0F-E23D-F86B-CAB4-7A66B2BEB389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EF7B6040-24A6-DE67-2F74-7C1FE8796A11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D62B8038-29CD-245C-5B23-1E1C72353973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06F35F4F-CA0B-9D38-231A-E49B7E8C22C2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6010D34B-0C30-BB39-BD2B-2F7315B65417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232686F5-CD56-B361-B2DB-F4F4A94925AF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B8F5258C-B563-F607-86EF-5DEF1C59F00C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05D44E72-33B1-3C5E-77C4-A90633D97908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AA286117-571F-8F6F-B981-E4627DBD72D1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2380AA17-277C-2A49-3E5C-ABA696804E71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37196264-6A0C-D5C6-4238-3A7D9DA195F7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9FDA34FE-2116-45A0-3546-F90BEC69C355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18A7C42C-361C-48B8-66F1-AF324A1C85A1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C72457BD-70E0-3262-C3EF-FC71F9EB5EAB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6A395174-0625-7E88-E5FE-F96A86C36761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7DA20404-FBEF-29B3-6A54-5D5279A01043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12FBB664-3F3C-1095-6E48-8987396C28B5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83CDEA7E-3D8B-B680-4256-CAC57D45CE9D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064DD5A1-6D36-54EB-B429-57C5D48ED7E0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6DA9B31B-E24A-758A-BE7E-D31429E92FE0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9696DB74-0BDB-5AC0-A48A-B759751E7892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EDD008DD-FD48-92C3-7970-AECD43234080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30466314-6E67-2500-934B-D76FCF9CCA26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92C1A6BF-108A-8E29-8F93-D3D35954FAAD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C6C44589-DEF4-85AA-8C47-C7F3F47313C6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865EEC35-84EA-222A-2016-62B74A93F2CC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492F90E2-CFE0-C478-56B2-201985604C1F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1B80F820-9F71-A07B-7315-A4EC4AB642BE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52DBA048-557F-6222-442C-578C353F9AE0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774EF27A-C670-8EC5-4126-F313D37CD74C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290CA332-9BF2-D199-87AA-D804F4B92238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CAED4CB9-D4DD-C1B0-3542-FB91E876625F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A30A70DB-910B-1E3C-9325-BE379FE25387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C3789A92-1F4B-2309-7B6E-C82D925F36F0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92FF1573-AE8F-342F-C9C7-C32FE6F52EA9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13927068-80FE-82F9-EEA6-2DB261A4E773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72A57F3C-F247-E9E9-64FD-5E1AA589479A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9F27DD30-6FEB-A02E-FFD0-2166209A3BF1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161407F4-4675-8701-7F9C-EE05222A6BA2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738B8C98-741A-C30D-F335-EC923D3A8634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7320FEA8-F3DA-3D16-77BE-144B7EDF7355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FE0E791D-1AA4-63E5-0DCB-1761098BE959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42463856-BB35-B514-A0C6-1B2F71AA51B1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FAD4C902-8DB5-2436-9291-0796EA5DCC45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A72D299C-4E34-7FC4-ECEC-A802F5793618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5600367E-66B8-5638-65ED-3CAD25BE2B2F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2F6C58ED-9C1E-89FF-CFB8-FF99B42D93BE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2749FBE5-A7AF-D97B-87F3-8F3B86EFA49E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165A991D-678E-D163-22CF-CB3B46012A24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632C53E2-ECD8-7AF9-0C2A-BA64DDAACDEA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23B89313-0851-C29D-728E-884015D26F52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EF596859-57DA-529D-CF25-5CA0252A4FE6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11963ADD-7B4F-647A-5FE2-65B08E9B7C9F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6C75C249-8253-0E12-1031-45A598CE0E82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C0D87D29-96B9-14EA-E84D-388145D3103A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30613517-C2BF-86B0-256D-2745FF1A806B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3E3D7550-EB31-B426-D780-9BF4BC8A0350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E1A38F61-7552-73FA-B177-41480FC07861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99A3F5BC-5FC8-8F92-B55E-AF7D40CDF4CD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1E14CF88-0978-7BC6-CB03-6C60F9C88C76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8A07A99F-344B-C766-D9DB-C01CC59326E1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0BE4F91A-1329-6614-1020-45B2FD26CA21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86FB7DC5-36FE-3739-8C01-49DA1AA8FD7C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7A7AFFB5-8A45-5CC3-6034-570075A0FFC9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DB52B1F0-6F0F-260B-97B9-515AACE39D6F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D8702CBE-85AB-65CD-7CD0-89C70AF90B6B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9139A82C-3CF6-80D6-DD77-B0E9098DE0AA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A594171D-E1DE-84FC-CEAE-9877A4C88B6E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F8C0CEA0-8E0F-813B-325F-918090202BBC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5AC90FFF-6216-AB9A-D9AF-03399C1ED41F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BCD512D6-F8EC-8E83-449F-AD77E8E7068F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69C0994E-A994-6059-A5C5-AE78EDDB6BA6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4D6F929F-550E-AD1D-A035-5CFE7EB7BD9C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A5D0C784-5315-2D63-7AF2-F322D00A8243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B2D6A015-A9F5-EBC6-1D73-CCECDB8189C1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E7CA74D1-6898-8D35-558E-61AEE7FABE80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0BA77856-412E-B29C-E22E-0A7806B3AAA7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C9081478-BE3B-4FA4-B726-A9E4CE4028E5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768645DA-5AC5-C62A-2688-6ED3A6C196F6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4AC735A2-B598-97C0-BED6-ABE1FE938FF7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A2CB09A5-316F-3DF8-1BB4-9A066483D099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236E4585-115B-B5DB-BB4C-B5A73BF33B56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08691477-ED11-3946-BC47-F684CF388F80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A9C27920-9707-AA4A-8035-0ECE9ADBFF5E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764B168D-F1AF-629C-0117-B802BD70A7F7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CE761925-C39B-ECF9-2FAA-4313E9374A0B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DA2AF104-3479-1EA1-2200-F56EEB9A79CA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34E17A56-09CA-0FA1-6729-043D446C9AFA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1A1394C3-A80F-94DB-16BC-77A0BBD47FAA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14F4723B-A0AD-8FB4-0C34-8C624B66CD85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47A47C29-8F7D-F97E-C425-39479271EE90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D177E8FE-9E80-54E2-5159-E519C37944CD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122A135D-1DC3-3A8F-523D-6FE1BCCDCA7E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718814E3-E7EE-F2D0-14F1-9EC05F891896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B61B17F6-9B88-11AE-88AB-60EF824E295B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999AEA72-48ED-20AD-4B94-F1ABDF70990E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926EEB16-0DEC-D73E-7C57-716A810ADD35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31512799-BCCD-0007-4D11-F27ABC2BEF97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961DB577-BDFA-5D9B-276E-A16CB97DDF4A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BE6644A7-D80D-F758-FB0E-FAFE5947A4B0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B5326F01-278C-3D09-634A-0FC116090486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5E0EC101-05D5-3BDF-3E6A-C25381A800FB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1B83EBC8-7237-1AE0-0238-A49C62A5097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E9F3132D-09A3-70E0-8A84-768B0E1E9CFD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36817950-E745-C91B-7627-A3500525D06E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4B4B96B1-67B5-94D2-9475-420ABD9F8340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8E9675FA-4284-6A7C-2907-E870B1061499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A93E52F9-304B-925C-FF25-A3A9BEAAA37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2DC194F3-33D5-0176-2F9A-7BCA32D9CE65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46A3844F-22FE-5A76-D5B4-1CECAF8D9CC8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FCE4191F-987C-6B7A-797F-DC31C91EE33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F196B57B-6E99-65E0-2E9B-3CCCD0AA16C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CA29A381-7437-36A3-9057-9F00BAAFC6C0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55002F02-3DC6-012E-C951-23AC06BE4E0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F7B17EE6-552E-E36B-0947-DED76EE543B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F2CFE1DE-45F4-E3EA-5412-2218F99F44D5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F0A6F60E-8576-C2F3-A4AA-BD82B59E3FC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8C584074-41FD-0523-6A30-F2BD0F9D3BD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56E5AE31-3C1C-D2EB-5B6F-0B776DFC97C8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41C72010-B076-CF1E-2073-292292F5172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8548C5EB-9B3E-1BB9-5D66-53ACAEEF5AF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8B2CBA71-92D7-7FAD-6C80-4D32E431D0DD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F725BF66-87DF-CD63-B8CE-1AEF4A18AE13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B2C3ADA6-24D5-3853-CC75-C5A1C300D3D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EB0BEE48-392C-63E6-C47B-991EFF0AA529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BF7EC77E-6FB5-2230-4BE2-F33D445F387C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B20C4860-98A0-40D5-8C10-80E79C632CC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94D98870-3244-BDB7-6574-4D1AB1791106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C8AE958B-A53B-BE37-9D52-7B51621B8AF6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B7C06491-5B72-B370-E4AE-987E2A16417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186569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8750F-B180-6BEF-1B98-FF32B49709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0F335991-7075-8856-E067-08EF67743A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Calendrier et modalités de mise en œuvre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13EF2807-0558-8163-08CB-D2952181576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2DCEEEE-38A7-4066-BF7E-DA23E7385DAB}"/>
              </a:ext>
            </a:extLst>
          </p:cNvPr>
          <p:cNvSpPr txBox="1"/>
          <p:nvPr/>
        </p:nvSpPr>
        <p:spPr>
          <a:xfrm>
            <a:off x="507245" y="1184097"/>
            <a:ext cx="11177364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SUITE DE LA CONSULTATION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Les prochaines étapes de la consultation seront définies à l’issue du RFI et en fonction de ses conclusions.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Le Groupe Beaumanoir souhaite toutefois maintenir la dynamique engagée avec cette consultation, et poursuivre ces travaux sur la seconde partie de l’année.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MODALITÉS ET PROJET DE MISE EN OEUVRE </a:t>
            </a:r>
            <a:endParaRPr lang="fr-FR" sz="1200" kern="100">
              <a:solidFill>
                <a:srgbClr val="6E8DFF"/>
              </a:solidFill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2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Aucun élément n’a été arbitré ou communiqué sur la suite du projet et les modalités de mise en œuvre : calendrier, organisation, lotissement, etc.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Ces éléments seront à discuter avec les candidats retenus, dans la suite de la consultation.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Toute bonne pratique ou proposition méthodologique est cependant bienvenue. 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062998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50094D-90FD-DF8E-473C-F297B40B4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2AA3CA3-0CF6-3069-53D0-5A352F2B8392}"/>
              </a:ext>
            </a:extLst>
          </p:cNvPr>
          <p:cNvSpPr/>
          <p:nvPr/>
        </p:nvSpPr>
        <p:spPr>
          <a:xfrm>
            <a:off x="5902960" y="203708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070E0997-4824-C90A-277A-8F1C9AD763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BB840884-14D9-2E73-78D2-847C2FCD863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C9234D56-12B8-57BC-0D88-ED1D2A7CE8DB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5AF6EE3E-F9AE-2E5D-FE5F-19300B785C68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205D7654-8AD1-33B5-9D52-6A38946689A5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6A5657B-0692-C959-C205-534DCE07D272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6A208036-E1BA-17A2-588D-022D5E669B1B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3DFABA5E-A5BA-5262-EF0D-8483F22E346D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2E387AF-E621-F102-EE7A-B34757D2E520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E92BB353-09D3-6FD4-5F7F-3A17627313CD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67203B6A-3E76-3F3B-596C-880C805AA10D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D7C6B443-828A-21E5-9042-D8FD143D7116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C1566C71-31E9-1C7D-8DF1-B2846E953B40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4C233CA-23D7-5566-7023-01C3C50FD3F0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23D53E8F-8720-5620-600F-2D7FACA2AD18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CCA123CB-EBEF-0C4C-1013-89696EAF9081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FF1E18D5-1BE3-5900-F86F-275CFACE758F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B44396A3-ADB1-8E65-D1C9-7CF44AAF113A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FDBE884B-2914-BC66-C4B0-AA9C0CDB79A0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9FCF97F-C5BB-8F4B-6503-30E3E22E60F1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A7D6C600-85E3-1C67-C91F-E11800ACD3D2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E4D576D6-C6C0-0835-5205-F09BAA947085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958D66F1-C769-BEFD-50A6-61B225E3B2A0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1F72CA6E-D4F5-025E-9F3F-0E9EFBC6BC8F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57091AFA-65FE-656E-718A-F9BAE318C4D1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BA571258-89BD-31B9-0AC9-2446375F0A8C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EE3356D3-8647-7543-CA40-531206B08A61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8FE5D317-66F0-9A3D-C11A-1C3E5DD855CC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6A7BB765-2698-41D8-B2D8-CBEBC4A9AB76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2AE8402F-2B06-C4E4-D4D6-75AB82246D1B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BCDC5C2E-7117-CBD1-83BC-E8D70E2251C6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2D49F7C9-3D2E-2C60-832E-B52E368ECD41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AFE41132-1224-B3F7-979A-D58953C2CF4C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E4A90909-65E9-C950-464E-24AA1F07C043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590371E8-A98E-8477-B500-D27B7FF35A4D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C9F912FA-860D-1C15-E6EF-00C7CB675605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320C27BD-5BB3-4C0F-794C-1BC0D4873256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E74C7688-348B-DCC4-2301-4BF8299F2098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B9F1E99-3110-4554-14FD-C0BA742F6E5D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E7C95F5E-81A6-04D7-1B2D-F716967D4A36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F459843C-90C9-72E4-C7A7-C09C92CC5FFA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72909EE-B12A-7C4A-6813-73C60339C65B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9C82E698-2E58-B768-163A-B0A6AE50CC93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0F13A8A8-F8D3-C680-7B1D-2D1E3FD36FC7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DB623438-E722-776F-ECC6-C388048559D4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9C5702B-E33C-84B3-1341-A34F3E753BB1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BC9A33A1-C1C7-0163-65C6-461000C0D726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480FC403-85D7-1D7A-B7A8-FCC3CEA08833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6174675-07E0-D480-5ACA-DC2EFCF4AA7A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AC855A83-1FCC-904F-A54B-9B999B90CD57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40C0104-7EB7-3804-D564-21F186719AAA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9763BC1D-3DCA-A843-2B0E-35E4CAC4758B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15F5DEA-B67A-2D8D-14E6-C75FC42D2E43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74B579B3-CA8F-F077-0AF2-B76C17EE171B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F4AB0A4E-88D1-5A60-1B5D-14237B21A2E0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976DE22F-088F-CDA4-9D12-FCBD23A38544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5A35774F-7DD2-B391-E055-B122F22F2C84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1CBDECA7-EC68-A2AF-8A96-E1719628F59D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A28A85A-88FF-B9CA-1AF8-0897FAB91D28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0639F48A-0231-CC02-2EF9-F78B7ACA8D14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C4BD465-4CE4-740F-61E9-5FA93E3838D0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431A82AB-ED6D-9EB5-FC19-FE17E8D5E770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11B8E85B-9F12-FD45-53ED-99A3CA6A62E9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1BF7BDFD-D04A-791E-BD44-6B9991264CFB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076EDF6-1865-61B3-746C-E5EB3B35A87A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B66A21BC-2164-7456-40F6-173ADE79E51D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3BFAFB6-8C24-5870-2F24-01D28C03B4DE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1D9F80A1-D30E-6960-DDBA-BD7443226845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103CE245-2FA4-7A5F-2DE9-B61C076ADAA6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6C5F6288-23D5-2FF6-1F73-C8A7ADC8EE8B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B3718815-D33E-5D08-83CA-771459CD2E16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88AF41C-BF2C-09B5-73A0-3CD49C4C9226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EB7C3F8A-BF0A-9B44-22C8-DDAAA06359DD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EF3E22F-FE69-A2B2-3B1E-C9BAE930E85C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8EDE5166-51D6-53A0-0BEF-9130EC805D2E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69B6D573-38EB-051C-220E-F1B14EE471C5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A6EE68C-0EFA-EEE3-9754-B72D18C5FA73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8E64F19A-9EFF-30EB-C081-3E7E407219F1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20FA166-5289-9C22-4802-2815A39389BC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2A9FA5D4-69BB-03BE-F92A-649BDF788DB8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814C7509-ED22-A912-793E-17A63CD87EB3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6157687-36D9-E072-10AE-AC084C2D69B8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EEB56EC-818A-127C-61B5-BEDA67FD61CF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9AEBED88-2CA9-2B39-9E53-8AF2F3C2BEC5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2842FAC7-CBC7-511A-5D6A-BB68FFDE6F75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92B2AA4D-E4B2-2F0D-686B-1D682D52D46E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BF3EA7C-BC8B-385F-469D-516E82F62AC9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9F8422A1-F751-9C4E-58C9-581CC6979793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E87C4B59-F637-4AD8-7F66-06702A8F52DD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3B76EF67-9A5A-32D9-C1A8-E3F31623F08F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EACFDB56-B7BC-24BB-DDF6-6D5F21703397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F92D9D1C-8A39-995D-4E2D-D4596990C541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5AFC4695-859E-2FD5-8079-CAB6CA68622C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82378D5-0E00-E67A-EBEB-F0639A9FA001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C5C655E8-215C-FE22-3A36-C187A4A8EE4B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450F2F27-B1F3-9B7C-51C2-A3B9A17A33E4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72A00AB-54A2-636B-BFA9-D310C9E6CECF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098589F6-89F9-28B2-6FDA-B3867760724B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2C9BEF5C-B7E5-BB52-C563-11E0578E2AEC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399B1120-C4B9-1FAC-34EB-443A669A84C2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8DFA080A-6A26-6CC3-C615-6D3073B04D60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CE9074D-3E2B-864F-7162-B57BEE0E0098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94D4D9C6-FCE8-18AC-2D66-DEC0C9BE1E58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143B7CE2-B79E-B0CB-7EC0-6970FC26AB5A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FA63AD9-4FE8-0A38-C40A-F7993864621A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DBAEF99-E503-95A0-35CB-40CDC303C4C1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54DCC2E4-CB86-5C7B-F5E2-79FB202A546E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D7621F0D-D6B2-F9D6-103F-E028AE08A46D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F88A02CD-10B7-E910-4D47-4390A96B2124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202923A8-E1DB-3346-70C5-6E4C5B0A7DFA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A8891323-B40E-00DC-6263-845560E967FD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A8D3F9BA-0B27-DCB8-BEAD-AADA77A47DF1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27F6E0D5-4098-3812-0515-125113501DAF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BC0E338-F776-003B-1EC8-A6AF438FDCCD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859C5C8-BCBA-D6AD-5A85-B6D0C5796596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DFB4CC1-5A37-8DFF-62B7-E4FE4B6A8325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319EC35B-224C-CCD5-FDDE-012DDC22A32A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83E19B56-6CC9-FE87-46BE-FF5CC9FF838B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970CD493-19F2-7D7C-157C-15D1095C2B51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374BE998-7C8B-E741-58DF-7638C52BAA8C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8D293034-B1C2-6F92-B40B-FC229A893DC1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67FF6EFF-61D8-A281-242E-9FE3465E14D0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45268637-6CA3-5112-BD79-2ECF64B4902A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B9CBC18-A790-4D38-E1BD-0A00F55EC932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3F969E42-031A-73E5-437E-4FC0361E3D70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94B9BA3-C992-8CC0-C23C-954205BA8191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F5E8B0CE-723A-2468-84FD-0706667477A0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A2626BB7-779E-D484-E4D3-CA358979C73A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88C45063-496D-66E0-8F2C-0C19341E5446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92A179D1-46FC-1C28-5839-753E4A921762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1AEB6052-B25F-6FDE-B085-09E7842C7EC0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3F9634EF-DAB3-1B72-A0CD-02F631B52037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5BA6378A-4EA5-450A-DD1B-24E4D226DD32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DF2FCCE-7931-CB38-8641-DD383AF4B46E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6699E102-8BB0-BE1E-FF26-3EFFA9FB641C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3D1ECA72-151B-1224-6B7C-CC9F406B7B76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8531C9B-976D-C6A6-4400-A5CA0263B560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BFF037C3-0CB6-FC5C-67ED-B693BF4527EA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7371AD0C-EA1C-7744-27E3-A4DA0888440E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504E6E04-E6F5-12D2-2300-4F98B355885B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3C4C2ED9-E818-159B-15A1-650ED630C642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67E101-7B65-28C7-7884-A1F770BFEB3B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EC9A07CE-4145-E22E-60E4-8596F23D3D44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676826F-E8DA-446D-1C3C-FE9EC5A59B32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048B54F0-C382-F2A1-AA1A-C672910F3395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AD58689A-CF25-9DA3-A13F-29D67C2A5EC3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795B2F83-AFD5-1EBB-65A1-898119EB9D03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1722B3C2-AE31-9F46-76DF-A095437BA958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CCBB3954-E83C-0B2B-DCFE-9438E614095E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840FE674-EADE-EA53-6E4D-0F22ACF71C96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45F74C5A-1C95-D8CD-CA90-72635D1A5422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D98E04F3-61A3-7E15-B77A-3D2A129AA8B4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EC6FB023-70D2-2C3C-8532-909A8C74A619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5E7DAFA-19C9-B5A9-186F-30E7FE23920A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077E221B-574A-7C8C-AB9A-A383DCD7B3EF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B65F50F-5D87-EE37-0490-1BD20AF5D43D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8859EB33-7C52-70FE-3833-42263B7605C2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941D0DE0-7AE0-5C3F-DEC9-6CF1287AEEDE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38423B34-3B04-DF1D-09CE-D3929932BB70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470D6491-6D51-7529-4B8A-A21C421C464A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2E39A25-620E-2F94-6B05-C4850717EF5C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7B3E2608-BEE7-4D8F-591A-3F904B39BAF4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BF6B84EB-3957-9319-6A70-26F42442FFF9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17188AA3-D02F-AAD9-8D58-8E139682FD3D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7A6F56EA-EA9F-7DDE-37DD-C1863DD19A58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763D1CAB-10D7-A9C2-C58D-A9752BDA120D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BC6028FB-FC60-7B35-CAFC-264843C0A1EA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65DB12E7-6FEB-E747-A15D-0F635A56A5E0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9F042606-417A-8612-CC9B-C148398044A5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27A4435D-0349-6883-6795-5737712CF42D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468AD42A-F7E5-45F8-9C80-88DB5ABE78CC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9AE602A5-5091-540F-27B6-2675A1C3FC4D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52FFCF10-0BDE-3299-1A68-5464914AA684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FD6816BB-A15E-91B3-5BB4-E5D162884B78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31FB45D6-B4F2-EC24-A989-29D7209AFC8E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169F908E-090B-3AD2-EB2D-47935A9D88F9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5F1670BC-D409-61DE-06AD-014BF09FFA88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5147DAD-1B1C-EF55-358B-1F53BD1FB0C9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45CA3EF-E585-BBFF-A35B-FB1708501EE1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363CABC5-B259-A96B-3E47-AC0F15E0BFEE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4161D63B-B663-36A5-5FDC-A6CF42C53A6D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6F930B4-ED71-899A-C973-6357AD9B0546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4059B7E3-CAAA-FF92-9B3E-D4C67D8EDF48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DECECFC0-5ABD-6A2E-D440-290C91A5D0F8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B922C8AA-A07D-DE6C-FD35-95767E51FF5F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66698ECA-3D58-C2B8-C951-79E48F78CB3C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2EFDFC61-96AB-31D2-22B2-D978F4AC5B10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AE70813B-45A1-2746-A3B0-4D33CE7DB404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ABE24BE3-8F81-2D09-9348-7D4AFEB0AB37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075B6F15-B305-C483-0366-37BC06CE6C0A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89B125D0-D35B-2A77-3815-AA8B3B6B2CAF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4419B13C-0F59-E744-B7CB-D8227B64B259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889B9DE-DB04-EB03-1C27-74A3D2FAEF0A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0A1CA2D8-DB1C-A72C-5410-88C47B7AFF4D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55A60A24-D460-4705-79CA-DB22826A9330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CFE97DE1-CA5F-32B8-6906-306639136C97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EA5D4182-D62F-BB6B-4109-293B565993BF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624A248D-9BEE-4F71-AF09-F035EB27B681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476F6C54-F511-EC37-AB30-7059E39000F0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3C86B6F6-7C9A-6F8E-E2F8-7A0A68AE96E2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09E2C1A-738A-4AFF-155D-D85C8CFE2C2F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E3B4A3D1-CC13-CAFB-6692-D2D9AC17C69B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D4BA59AF-CF9C-DC46-E96F-347FFEC949FD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DFFFF091-ED7F-52A3-AFD0-48303B35BC57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C178A31D-7C87-3529-FDEC-7FE23364683E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9B8C6B2A-42A9-F996-6CA1-024BE3FD7973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BA7E0B14-A8DA-2021-871B-917F058A0ED2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F74582A4-2029-C1BB-D782-3731A1E7D571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A9D37007-CFE7-F4CC-A2D3-2D4D1ABC36EF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0C6147A6-35AA-AF5D-E971-7A9567C28655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66B1ABD-D22D-DCA9-49DA-EAAB4CD7E490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EFAC7B45-FD55-8461-E657-75F1412B574A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3BA9161-43F0-4DFB-F920-3C5C92B0A76C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A3C429C-85F6-C7DA-8912-783ACBA78586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82A7AF08-7433-8490-C19C-D3F3FB3501C1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10665590-6E2B-E117-9458-C2977E043A76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B2816944-3E06-EC4F-9B75-B903DDC784F4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C93C0AC7-B9B0-0B3C-417A-A86262FBF999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697801B-D840-AC82-DACF-E549B029F74C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EB55470F-3893-79E7-3B9B-15CA80A00A62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4B3BD114-2C8A-689B-0447-645EEF304D48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A1BE84D7-DADA-3773-81F8-A8294DB83275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F523372-FC32-8F36-3503-0D1212DF4766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A92F2566-C0E9-965F-B162-3AFFAF6558B2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04FD9B36-2C52-F278-F526-05282FBE14C3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0C096355-8A80-01D5-2E36-9348DD9AFABB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50188421-39A6-20E6-DEF7-B9D742AFE094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555CCF6-B136-58C1-761F-14FAED33B0F1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3167F14D-8DB9-B568-FEEF-15E47FAA902B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05199122-DD67-7A6F-ABD1-F51C4BDA43DF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B773183-4583-55B2-B185-EA5970EB8386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9823F5D5-91BC-15F3-DD83-DEE525EF8C12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6B98BFF-4371-EE6C-BFDF-0A05B4412188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F62801FC-4228-0F1C-4A60-A944E9F1715D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6EC4C642-5DD5-78F3-588A-D5AAA269D3FB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F7FACA46-56EA-E4BC-7E3C-8A0714146FCC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FF56ECE0-EAA3-BCC8-0657-3729E61D1920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9FFB6D37-3318-7DC6-8488-168DB828BB02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2BBE796D-F7B3-7FDC-F1E3-EC34853739D0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A277C9E-EF76-540D-4DC8-4A89373B1153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3AB43EE-6D6D-4790-E01D-D00BF0D05E48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49A6A705-CD6F-3C28-9C39-6CA43A51A471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4BB3675A-7449-108C-A8AF-B89E35F9175D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9DA0282-07F8-647E-DF29-7EFA142173E1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63BFB357-7A21-86D8-3906-88512E40B253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CACB5A7-5947-7EA9-AAAC-C86F67441CC4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9858F31-96D5-6DF6-50E0-C22696AB860D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7D1603C-EE43-05EB-EB5F-A224ADC3FA13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93A18698-AD13-ABA3-6FEA-19BAB466D9D4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E9A6BB05-7CEE-D7A9-E37D-BA81F112A0F6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2618464C-9D3B-F449-8AD6-7BE886FABDE5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EC151F-3AE3-4582-FCA2-433F501C90E9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51FB57DA-31FC-8D28-95D2-67CA2E82C6C5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A6AC3907-723F-5AFD-EC0D-DE5B92D074E7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DB14B6A5-1493-3732-60FB-232AAB287E02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07314DE9-DCC5-213A-F05D-C55BF7BC5EBC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6CBE87CE-95AB-E655-F03A-E3BD646C5628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26789DE8-C120-9A07-8F64-B3414E084A05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EB1C5FB4-BF99-9CC7-7AAB-D974FFD93846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DE1EA701-FB22-C7E5-A797-A8D43F410C7C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A0E2907-BC22-47AD-37A6-6CFEC1C0AC45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7CAC752B-3560-68BC-C538-A2ED18B56FD6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EAB33718-ADD8-ACC6-8042-42C339D7DB05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55ADED02-16D6-F7BB-6A67-B2132A8587E6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B6C34EE-3FAC-EC88-37B7-DDA3268AFA4A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502612F9-2900-593A-825F-43C5A87D69D3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23D9AB2D-B5E7-15B5-393B-1C28D741C001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4924EB1C-8C8C-CB8E-1777-83D3C24B1C74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E06730CC-6186-708D-4236-0E256E5F70EA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9DCB3B9E-8775-F128-18C8-B9953A7C5811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0E57B473-CFE9-0C7B-D26C-3D1A14B36F14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EE6E1C09-F9EC-CF68-7D6F-A12CC74D194C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2153B4D-C8F7-FDCD-108B-2BB40F46AAC2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A9BCF800-71DB-0962-EC72-03A82C24EC6B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92BE99A2-BE49-3DA2-9676-E5524FBC27DF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C7B0A6AE-4BBD-6382-3471-F303FB8985DD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DBAA0F0-4391-502F-39F3-6B72346C2760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63B54F8B-FCF2-FF58-8E83-F08434B2584A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0DA8C8D-B137-6E57-7615-1D9288767BBB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7800C310-3E75-B298-6C60-6B735C5A8D25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5BE5BB3-7884-FD1B-BD8D-F33FEC493D67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891C3D-5F89-C7E7-ACD8-D93AD461CD6C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C63B7454-C74A-CEC7-FB79-2CC6F959D8A4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047EDE84-D5CA-42C2-BEBE-752DBA9C71B0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E806BF1-166E-6B56-6315-7F66672F85A3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E697CA1F-FEE9-767C-D346-704296FA63CE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40B39D8A-5B30-6090-AE1A-6D8F012E5353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52341F72-F466-AC64-AD34-F12F11C35DD2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AF9F75B-756C-7897-BDE7-9B3763247BC9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720124D8-77EA-46ED-B1BB-03404A7DF42E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7B6FD97B-23C5-17E9-C503-0E4355ED097C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57C1E768-AB6C-87C0-495F-B39F6CA7698F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A8F02E-E3B4-8047-8938-DE17923DAEBE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51E2E97-C419-2773-D031-0BFCD3841CB5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870988AA-7A5E-1C33-661D-1500D3B5B6A2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ADEAE59E-6C25-2CC4-5218-B64A9FFA8E31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5957D96B-DCFA-4FF5-57B8-8596749E4C12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FC0A0C36-CB05-34F3-826E-6D20EA619C21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6B802265-4703-2309-7EB6-5C9B17A5A82F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3DF2116F-62A3-4CB7-7A19-5D6303FA284E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3E815EE3-E879-5E3F-5435-64E2BEE5821E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68C93123-A70F-DE42-7434-4AE0908E7985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C76AA44F-D160-A8CA-2630-BE526626061D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8F63E927-5625-38D6-4223-88E812459041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70A4B7D8-7DB2-57B0-B86C-CADAC611DD90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28949F54-7A54-3BD5-0479-C2031B7C6D8E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EE7EBE31-4462-2C3D-31B3-B00DF22757D2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C718DBA1-E974-0B37-0220-50FBB1C6B0A8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E78A1F4E-3269-7C63-E3FC-2288754B91E7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8242B77D-0F97-705B-D857-32ECB630652C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C0740014-D18F-90E1-CFA9-E63856232843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5AE3F8-2838-CDDF-8D0D-C47741A82C93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C293BC3C-4338-A886-E7C2-12E881B9CE5F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585F8169-DCDD-B050-A2F4-8B04938275BB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49B6C3F-AFCB-AFBB-D8AD-F4E5F8504EB3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C5B32DDC-4BC7-8AE5-33CB-11D9BDF0EF8C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E8A19858-7401-2D20-2442-C220D75E93CD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B32B2FA0-B76E-119F-4DEB-A1E7B2AA747D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6FABAABA-12FB-11E6-E4D9-7FC1CC71F5EF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49BCBE99-7C76-F7E6-9072-255397134A7F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422CABCF-A445-1A8F-DA00-D427367264FA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AC8C1D6E-B101-1C48-DB24-2496ECFA52D0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25AD05E0-8E0E-932D-5ED8-70CB048F6D71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EF78C56A-8236-AC98-4862-FC5BE5B13838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EC51626A-FB20-0AE7-0BDA-B304B578AD04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D6D935AF-5FC1-AA23-5390-3BAED8CB8B03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996F208C-B625-1F08-53AC-9A3632397666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D0C8C071-D39D-6EDE-DABF-D49DE03843F7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8F8E43B-C8D1-7BE3-1B06-802C075E9506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8730F012-006D-69F6-14A5-F18E16F7431F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32D10DBC-3C6B-EFDD-0968-0351D6BBE105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851AEB28-7C40-2584-0145-3ADCB57A5B34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1E29617F-C3DC-AB42-CE7F-F9DE79B95C64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8DB887C-52F5-2D26-471F-6A886142F3D2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1217A794-771C-7A87-82CF-AEEB1AD46373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257536D-CC08-5BA7-20F2-8AD13623062C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43327750-67A2-0513-F5BB-FCB3C655F1EE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8460F673-334B-857C-72F1-B472E19D7820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885D9C61-721D-4AA2-C876-EF364E366BFC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FE3247BD-6F53-99A0-736F-2A690A45371D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A0F17E64-C374-50F1-4284-461C6CCD744F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225C194-C987-F28E-5867-C836D43D045C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541078A-9C28-2606-3956-E837E564790F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F98D6DC2-27F5-327E-B932-425BF24D25B3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B8217BAE-B99B-866A-A363-FC48955C9374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52BA4DAA-4216-0AF2-1551-BFF3FDC6B31B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F765C34C-6B90-98CE-E912-85A630EFF952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6E427E62-BCB8-768E-0D79-A3BB3979C7CB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521FDA73-285D-40CD-2FBC-3E9DF25DC66C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5E09E683-A724-D936-9A40-23D83F1D159A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E4D99C94-7BC8-D4EE-ED02-45306A3F599D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97307964-5840-91FC-A80A-453A3BA23A78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3A79F13-FA35-FF66-9054-7073ABB810CC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D75645BA-9FF4-B41F-8120-1BF376182026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D9BA87AD-911D-E142-58B3-9E65D1DC3CAF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13CACAFA-667A-C4A0-F44E-C33E04D6F84D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81A59B30-1A55-BB34-19D5-BD9AAEA31B78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5BF13B7-73E5-9311-3240-978A32D05840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433FEED3-8180-4993-0E27-721FC91C2BA1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35F76638-B1C4-8015-7C57-72A55C0AB5CC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896F4F94-5504-713E-0A00-1EF797616EDE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60B85D3-9F61-70AF-A0E9-D35EBD49D398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E34F7A01-65B9-EC77-365C-2E85AC3E23CD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F502FD4C-FA07-2389-5F9A-9B03F088049D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9E534A32-8D33-5E2B-CF89-6BE022BC8CDC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1AAD64E5-AC18-94BF-6AAA-85BCF9D82966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37CA4E1F-B37E-9006-F797-0D4D42FA42DD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F699722A-AA77-FC79-845B-3CAF30613232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89E15B23-08D7-B669-C9FF-3BCF23A73E30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1BC70CAA-7F26-306A-1037-5232CDC6CF9C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F22B3950-4BA7-7F9F-A6C0-B60A4A40D670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F6DB80B-022D-5DE5-BBE3-07D1CD0B53FA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78E6BD6F-EA41-F3CF-3E7E-F53EA43E5B04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ACD72BCD-761A-DD5F-4C05-A2932111E959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2DA9DD6E-328A-2FAC-E380-27A261D51BF8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6E8CEA86-17CC-2AB2-6C31-ACC1EC7D58FF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2098BF9D-153F-79DF-415A-78DBF18A666A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37F5D290-6CB9-1749-0062-711E4A3A46DF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3C892C0A-FC4A-AEEB-655B-B2B13FECA1BA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045E8388-DF2D-EDC5-6A17-62481F923D9E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9771A6D7-646B-6DB9-E7E9-ADBA221BC3F5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AB4F4AB-0400-5C3D-521C-E1B832C3C665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FCDBD7E2-5D53-3849-7158-C533742213B3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287A3920-35FC-532D-FAEC-A608D57FB47E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BB3B3159-C2A4-F1E8-91AF-15CC6F673895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AA63C872-3222-D83D-276E-BF11B0C5CD99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323CA7C5-B77D-1DA2-46DB-06FF800DB3D7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E663A4AD-D0E3-74CC-AF5C-C968078AC304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6C5BCAA9-D12C-BBC5-2F2C-7BAA1C8F37C0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108AEED8-CD01-62B4-EED0-5407510894E8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5639E97E-EBE4-4F0F-7C23-CF3876D92AE0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B1F5C4F8-E5C6-810A-226A-5BCCDFA97E89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DD177634-988C-86C7-766A-83E88DE9F08D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D2051978-A1A1-0485-9DE2-19863F0C9C67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DB2DDA4-3407-190A-99EB-052FA8DCCDB2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B569DE9-B87B-9C9F-E4C9-570F517BEA5E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B9C3FF0C-B390-D550-11F8-E68367785B98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177BCA21-75EC-75BC-7C31-A7D87457FE0F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852D552A-ABDA-C389-8023-A3D22D992D6E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8AAFB4C-C0E6-E4EE-571D-EA059C09E240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08D92775-B4C9-2C60-7975-482849BBB22C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1AADBCBA-4832-E392-A78B-32C18610B4C1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7F654EEA-3A6B-ACAA-9B76-5C69DF50256A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2787C26E-F466-82DA-12A2-9E77417E7527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94C8B1A0-A0C5-F25D-2E93-228F0F9A7D32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7582B09A-6FA8-7CE3-AD6C-B282A44B20EC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B4D513B4-7D85-7CA3-9162-ADB371914C34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D17502ED-7DB4-F5B7-67A6-946CCCEA69B8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C1E598D6-83F0-CA59-C8E6-725A3CE82347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4D2818E5-C1D8-B07D-B30E-18988CD143C9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239320D8-2676-7978-5E21-B19AAE2187E9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240E484-7C1E-DECF-3919-0C4400E58CF8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D9832025-538D-6715-C4FE-7AE0054A17E9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B82B6892-F72E-DE7E-6D9E-2529B2FC5DDB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8AB4D18F-F629-239E-4C1D-E64165A32C95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D9DBBA10-A8E9-F73D-5B59-EEBA8933D098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805655A-A51A-7D4B-0113-0FA17B407945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2A0F326F-5431-4C47-6BA9-5A62E5BEDE98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C40387F1-9E1B-9248-736A-C38BE5EC1E58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390140F7-C867-D10D-2877-483AD3091D82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CB33CBCC-8707-6611-85D5-E899934C381E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CF960C3E-9EF9-8986-7583-B1413FC12918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25465A24-77EE-D7D2-90CE-58FB86D3AFE8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7DC945E7-7425-6449-0555-0EE7119761F3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C9F8B49D-85D5-D2D9-4EB1-5D52ACE380F3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A5D4C249-F1D9-A1E7-8A67-E403F5DB59F3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BB01FD2F-50F9-70F7-19E3-01CFEBC22066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89B894EA-44CA-C928-291B-F623DD3D46EA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659A54BC-22F9-6F0A-B408-282AE5FFC4ED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27262D7F-6E96-CEB9-5243-7E7D96A8CF5A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D46D7203-3BE0-8DA8-5DA2-832C1EFF7280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65B44CC2-BA17-57A3-B0DF-43357BF8B570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9FEC9E8C-96AF-445D-9FE3-AC2002FFA994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EB0EAC8-D28B-BA30-440E-E2966E5D1D40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4CBD0896-1BDE-7E46-71D0-B20017CD7C01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5B834323-697D-6026-88C3-89499E59BCE8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DDEAFEC1-F80E-2D50-99AD-B07461C23EBC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66F3223C-F8B4-7A74-063B-F65B5DCD67B4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EAD46861-5182-E566-0874-F6BB312B4914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23646334-4E91-861B-1EC4-139C6D878A68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D4E084CE-2A9A-3376-D6C3-426693E4B644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068CC1AC-39A6-9B9D-7CF8-2CF607C4E743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6FB74D9C-5F69-7E33-98A8-0A7DF3A4C3B2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F0DF0EB4-C206-37EC-3C10-57CC65420C4E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9DB6BE41-2BF4-5960-D342-0265606E097A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F98D93A7-F0FA-F8DA-7681-B53D44FAFFE0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E5ABEA2A-662C-6F9B-6070-D9B00F83E609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9488980F-E5A5-A5E8-A1AA-ED904F5E4357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9DBB2BEC-2689-4613-A5C7-45797E112A7D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FD1AEBB1-39FF-699D-E67F-2EFCA914359E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88B10844-47F8-BE97-F1AD-8EF7D0CDE335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4E6B0A24-3C0F-738B-D60B-75A6C093AF1C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10B3F78B-97F2-4E94-01C4-EDADC76F32CB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BFCF0B8E-E208-18E2-9CCA-B2037C8491DC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37EACFCB-1CFD-E7F2-2191-02DAA404692E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EAC1FF3-5EE5-7A1E-A67E-D536EF0EBC76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35784E0-2FE9-DE3C-D3C9-4F0FB6ACA3FC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7F4DFC1F-7920-F323-99B6-F7AEB166F439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644DC9CB-AD63-7B15-3943-D30BCE039D76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1FFC1421-25BA-3303-9C27-5584200D9D44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D71624F3-8754-608D-0F13-E9A9AD5C0BB8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E4C3AEF7-7397-2CCA-BA25-2E6D4DC5F340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1A79E64B-5FA0-02A7-0A4F-5791650ACE64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8009B981-7F9C-F22C-206A-D7C7A0A19D2F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9CE9C322-F55F-89D0-D862-4F331A4D71F2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60DA6C35-B5DF-0871-9EAE-8E58C11112B0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8AF4A70D-2A19-5681-7C63-3AED9EBE4007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3EB1B6CC-3655-09B5-A3C4-0127C31635F9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0F706064-41F4-BDF0-4CFA-822F21F1132D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509D63C7-6AE4-5820-0840-40249BA97A06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8BB97C2F-F9E8-3DED-5E6A-2FAE47C347E6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37A02095-8767-5E33-5AFB-2D2AA62CE0FB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256786A-8CB9-5D42-2134-F956E091D962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285A6973-B073-0066-96C4-58C01271D89B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91901519-8362-5C12-A239-F69DDE00A64D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CDC3C16A-7E9A-AC94-2E18-02FA94D00F03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7199C99E-C404-638C-A754-ED60C143562D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24304C56-558D-22AA-6C7F-2B062BD3432D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312F3B3F-0940-DB68-0F69-0D4489A2EE80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BD675BA3-3AAD-270C-3E31-D3A196C10C93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84F07530-AE57-D1A5-AE88-2BC7AB832640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9C720E62-A9D7-0096-4578-052F4E732AF9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FA14267-C367-FAD2-CDE4-76A5E73FE1FC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0F4C7948-D198-E9D3-C222-417C2E5D7F90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C801AF27-F9E6-FAC6-4D4E-93E9A59BC0E0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45DAD639-48F9-449D-F97E-3DF5D09920E0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90C06B7E-DF7C-1C47-F686-50A4438C0EA2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C16D0CB4-66C1-199D-F5CD-9BC9EA7A4AC9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D9C8CB7A-AF08-1B79-6FF0-6D30BA0B5621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96B6901E-97D2-C729-746F-130BB341D547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96FC6120-FCF5-FDE4-4AD7-EFFAB3190E0E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5291AFDC-7A14-6E13-4DCF-4DC18B2D2BA1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7C287181-2176-225D-8CBE-FA32D2606510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E9FCBEAD-5380-F932-D3A0-75EB5D91ED49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6D46BD74-91A4-0A4B-ADEB-BF4C90D1049F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23EE5715-DE72-1A67-D399-EE0E2CA4BB30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8A8D3F47-D14A-D041-7733-66ACA0E76B2E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64CF485E-359E-420A-6957-968048FE7651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77049C12-7B89-F0D4-A6D8-5102214D266F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DC8C3239-9BEB-8623-6A10-F35159E8A2F7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DD25470B-75EA-CBAB-350A-2E740FF3564B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59E2CE8-5B94-34A0-A64E-8C0DE15993AA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264D0D21-82DE-72F8-047D-F582BEA2961C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D9E11B0-849B-588F-2360-D7110C22D8FA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50D9BD3B-1483-37B2-9AE0-60B1268BFEFB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AF5138A1-B966-552B-CABB-FCEE05C95D0A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6F844C84-ED2C-9A76-47DC-BB8E145CEFD9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4F10529A-7301-E1D7-5CB6-A47438B2E97E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E358E53-72BE-73EC-1E0B-8EB954672AA4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9E159857-2ABE-C5C2-471C-D86E6E1826E4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4178C99B-2933-9073-DDD6-B28218939EB3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F0297EB1-8C19-7E11-C255-2C8FC3C8ED53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D8FA1018-7379-979A-3216-D596729FD326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9FC36711-2769-6BCF-CA74-90ACFA1CF63A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6E2349A3-9B2C-BEB2-478E-D8CFDFAFD9E4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C1566977-0A9B-ACE5-9867-BC286F00177B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DB32FFDA-4BE8-6F0D-B653-9A4C8D669772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3D11958-EEB0-F527-363B-0B930F8A1AD3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F0EB8B90-94F2-B853-6F70-AF625CC4C740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3A4DDB61-B17D-8667-05E8-2A9AF19688AB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23F9CA4F-241B-3B19-ACA4-08500C8A18ED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C891CA8E-12C6-3D89-CFA8-3CABBB62BBEB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D0C5EE50-4816-7EAF-58E5-770D3F8BD0EF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63AD6D78-E14E-6C31-4BA6-3709877CFF22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1D6D3F6E-F2BE-2FCC-7E12-47D46A09E4A4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0E96D3AF-E19A-2B06-4D79-5093A2ACDBC2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30A86983-1870-6F16-C7AC-3DB94232EF94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786DB25A-DD3C-2CFF-E1C3-17B20E66A492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47690FDF-75F3-6830-2EEE-A1F8D73DD5C3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8E2E2BD4-AF4D-F3BB-DC32-6D9BA878C4AA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C4BA09FB-A55B-BD7A-52F9-A48EABBB6EBE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02DD9DB9-6AB6-8B90-978C-1907D3F95170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6582CFA7-0569-2AFE-53F7-1598C7DE5F34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D686D34F-88EF-7249-15C4-1A7A3C1CC8F5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CB27809D-D88A-F369-082C-70FEBF71E8A3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47C1705A-C53A-0834-8C80-3D86DDEE103F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D218E3FF-34C7-1035-4D3F-7709A0359A85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F8D1C5AD-03C3-60C5-907C-39AA13F667A8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47955E8C-DA27-7C47-4F79-5A9BB4FECAB6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A8C15EDF-90EE-46F1-66E5-655DACD9D7BD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49A29A14-BB9A-7387-EE2C-B8A3DDF3FB70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540299EC-9934-6567-16CB-599F3D33F3B5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C4A8BAB0-FA25-723F-EE9E-DD64831EF0A6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03D49E75-7717-95EB-D572-6578F7715DD4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CC16EF43-0956-8602-E066-B27BA7136FD3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D595DF5-0471-5ECF-94B2-C53B37889E25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A8F9E9E2-44CB-0EA9-B799-2D41F05504E0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528FE8A6-17B5-19D0-54A8-C2894852F388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F4DBC853-6159-AFC5-ED05-AEC591144C00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99C076ED-B9C1-C9C0-AD05-B8DE1513F68D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646D2388-968B-427A-E9E7-5E0DCCB8597C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CAC3A0B9-6AB0-E8F9-A43C-2975C6DBAA80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4289BB9F-AAA8-FDE8-C378-090CE0A6DF4E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9157F5BC-4BB7-7FC5-A00F-0BC60CC2D34F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8B496E5E-7F7D-E433-49E2-EAC4374FAEF8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2DEFE487-6FE0-9274-990A-B3B2E657D3CB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CAB8BFF4-6D68-565F-BCE6-886D0E18DD71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505683A6-B5AA-9EC5-42BF-7B32B979A1E0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FDC3A2EF-61AF-3B63-0197-0E044C301ACA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16098FDB-876E-20AD-20BD-FCF0F33B1E63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AF86C2FD-2BA4-AAAF-24E4-E8EC41B6E6A4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45270803-812F-F663-B148-D902A59DE819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8E757F8F-C076-0ED5-38F4-1B57C20456DB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5CDA4E26-DB0A-3C0B-0C4D-4493A679ABD1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8ADDF6B8-CF1C-14A6-C936-7CF59433FB6A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999D89B0-A8EB-9780-EA12-C60E7C33E5B1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9836618B-B5BC-EA15-FA36-9A0685AEB33C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8D5EDECF-6F07-92B8-6A73-783A5E4C65A6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ECDCC74-42E9-C88C-E691-711B6E635A9E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DB5EA9D5-271B-D766-2025-C8E6DE18984D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F9CC9F15-DA3D-36A5-51A9-E1B534AEAE96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86F688C6-F923-AD88-EEC2-0AC20066F9A0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5AFFEBCD-9CA0-B604-1690-D6143A791B99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1B8D19AD-BF9C-E19E-64B1-A767135149E0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12C23105-3BAE-21AF-401A-E7D5296D028F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BBE51EFC-8210-5309-8C70-FD38DF5DB047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E9B51DAD-661F-11CB-02B2-DABA3E7858B6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B75D7E6C-C744-A2AC-5D4D-4A39D6430582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598156EE-17F0-4959-216D-358DE7DD5E9B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C8E222E7-77DF-B7F6-3EBD-40B53BE3BAC6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4E157A2B-9A23-19E5-E341-2A9EA3B545B3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268B255F-EB3E-E538-1B3F-BFC3BC4FC58D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0E0B3E25-CDB0-F391-92BB-ADB3AB651367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D6F749EE-E3B3-82D8-41FD-32110D026FF1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7322D73C-E18D-1D5B-0C64-D977A6C84876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F7B497D1-C8E1-AF7C-565B-40027507CCBD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6D3375BA-DA3E-3FDC-6C54-AD0DE5AC7EE0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DC4FB329-520F-58FC-1FAC-543BC3AA6A13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D498F581-E497-AB62-A883-4CD6211064B6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99BAE35F-308A-4F0E-0085-F830DF6AD054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108296C-B4EA-B309-5FF3-12DD31019C97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706DC138-5DD5-A7F1-8571-FE8E980F234F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68232D97-B3EF-4B6B-4DAA-CAA9D168FE0F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D76B18AF-5C72-AF09-E067-DB1D36ACEE62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82337875-6319-97CA-40E3-95437825ABEF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BC57052C-91FA-C26A-2035-A187EAD9397F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9C405CA1-5BE8-FC68-0103-BA6CDD46E2CD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C61E29F1-6F1D-DA01-4DD4-1E2E2F31F4EF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CBD1751B-AAE4-F0E4-27F1-591D1DC346A2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2088D283-71B4-7652-3E02-4C7525436BC2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7231D971-07F6-77D5-6A6F-0A42D06B15E1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655E2DBB-D007-4614-6501-24B45EAA1625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2A00B84C-8AC6-147F-0EC7-45911294F590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7EB9AE41-ED54-EBEB-5FCC-60C2E53D1CFC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0B8BAD90-BF08-A35F-0921-92A675446750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3E1C2360-1E59-FBC4-89B5-9C47841691BC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20E6A369-1828-B08A-ECE0-F35282D6E2BC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96FFBFA4-18F8-ADA4-2A15-93615D735BBE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ECDFF6C8-B98E-1ABB-E083-FF2540CD736E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ED27CFFF-19A1-AE96-FC2C-4342CEC873E4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43AA95C9-565C-C69A-0C1D-EDF7A3BA825D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2B9D3823-0BC6-0187-7C9F-D2DAC4E47124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4EFAF65E-E552-37F2-2C9D-5811D0F756AE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8106081-1C87-744D-E612-0F24E5808016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CBD86358-3424-B5CF-7E65-5165903FA1BF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88AF1AB0-E271-AC8F-77E7-9720D31D9866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98D4B7BF-CB17-E089-4B5D-5BAD62071C36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7C7B26CD-82C4-90EB-51AB-EFBA76C35A4F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53A2A1D5-8948-ADDD-F064-7FC7D7CDA482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F7D116AE-332D-9706-6A10-FDB996263F53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75F39BAB-4D28-8FA3-67A6-214C0E192B24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6189912-93FF-D5F3-15C4-78D31155573B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16D4466C-A3C0-040E-148E-33849D0D06D3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0D9EE57E-9E39-C242-8CC1-02A25E863428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EE666BA0-13CA-E6E8-27B6-72104C21E579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B8EF2404-5AD7-CC0A-2BD0-5E75BD7C84FE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8055AAEB-E4BA-6C80-26DE-9B19FBEBE785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2B66686E-8758-23D5-79D6-69F6A1799191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D44E26B9-0BF6-C42E-C7A6-2FC21DB403FD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AB487834-DE4C-A4EB-0EFA-6027E4CFEBB5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4EA36D48-CF05-1E6D-0D10-982746CFB840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21B3D056-AE3C-C005-B43D-724CE77E7BB1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7DA0A8AF-25A0-859E-A065-A521A2CC7BB1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1745C8B6-F76A-EFFE-9464-56EF906C4337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8FD70EDC-01C9-6EC9-B375-0FB4FE7AB157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83EE38C4-A9CD-3BC4-C23B-C36B1970A5D5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38EF7EDC-9DDA-D81E-E5AD-966961A9F5BB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3D262316-7090-5B50-8E2A-B7FD138B0216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CA72C38E-2F37-4A62-35A0-E039540C4547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64F4C364-0D4B-6F4A-1B36-C2650F2F9ED1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D60CD1CC-1713-9BF3-2FD0-7A0B1A544C7C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697AE254-B7E1-C26B-79F8-45F342448EA4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8819772D-717E-112B-86F0-F0BB13980644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0BC7BCD4-E2B9-9BFF-0DEC-FB40490432A5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DF7FFB93-B32A-7B94-B4AC-089AA4D08AD8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FEB1A3CE-3A65-197F-AD09-0D9242D1CEFF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6F86C9FA-ED03-1484-81C6-E18C7024B752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3F63869D-90DE-D976-76D6-0F2F5C43E76E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3CB95D16-FD6F-ED9A-1FB1-67BE22F9898E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869AD3FE-4DB2-CEDA-6A61-0BBD56435CD7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6B3AD80A-F04F-78BF-58D3-BB61C171092F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A9A42C0-A967-96ED-F15C-D4716D8F3412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7B0F5611-7D7C-7C22-BDAE-89477DEA88AB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17D68628-D887-56D8-221B-7C0FA902501E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FC23A853-17DC-A38C-6664-E5129F0D1B1D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60BB2F34-1815-BD55-C598-7A5EF3C1B1ED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228FA75D-CDBA-9C46-41CD-18E10E7B669D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9EC8D781-8C4D-4BF4-A59C-C580D65FFE6B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87CD44BA-5CD7-5976-524E-650E0AA56818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6AD2CA5-C07F-CC8D-477C-6C665668AEF8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514D5979-7239-0B83-E3F8-2AD8E2CA1211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82A9968A-2464-12EB-1C7E-A561FBDAB03F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8B7208EE-CD2D-1307-8D6B-C30B39277082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61BE78D4-22B5-610A-5B16-65689D8D5A47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A249CF10-74D7-B147-E72C-7A046031702C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9ECD9B77-4E53-E956-5BD7-87D0F42927A3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7513D28F-10C1-79F5-C6F7-EABF0A170C73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1CA009CC-B5CE-CBEE-C0D7-E381417C5BC5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D3405C2C-2254-6B61-A305-0B62FBD01D0C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BABBDE93-2ABB-BABF-3F1E-AC66EB9A027A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6BD39F0F-7476-37ED-2363-AF62C7D698B4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C42AC22F-00FD-408A-A4F8-75D82BDBB85C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F69C016D-87A3-7148-9B73-718414DF3789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26EB1CC8-11FB-664F-80E2-2FFD9B8F7C72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8ABE607C-3CAC-1C93-2839-5FDC8CBB0275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7BD4D9D6-E4F7-1F05-B495-EF455B574DF2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9FFF40A2-E6D0-103C-4F41-622D6F1D88EC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64609B10-CE8B-6398-DFFD-F0E5656B6612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0883BB89-D6F3-86AC-CE6A-081596FF4F0D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046D5927-D423-C7CE-1504-4DBEAD37E88E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3DD3328A-56C3-3BD2-146C-EF72306E4B9C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E3285E71-8C8E-123B-400A-C59A3823CF2F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39E58415-A028-6AB7-81B6-2F726F722512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0337CED7-DDC8-75FF-F276-9634F76DB65C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442A5D89-35B4-EDFB-B272-B5EAAB92AB24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D846EF42-4A2D-026C-79CF-F8377B4F66EB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C7127878-9128-6655-7CD5-FEEAED916F38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3D7BE698-5BD8-C424-3870-AA6AA5B79A1E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7B63AFCF-6103-2CDF-8B14-96A72C93E3F8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51DBD049-E619-2724-71EC-5EDA3BB6EAEC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23E4F22B-FCAB-9BCB-161C-0BFD63353E5E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F602F74A-ECBD-2A4B-D933-855C5C9C3960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FE2F721E-1A5B-A750-1F82-61F6A199A7BE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3282324B-1B8D-52AE-3D6A-EE397D0FA981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097E76D9-9218-B7FB-8601-134267AE470C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77B41AFA-9C9A-0415-EAA4-B40E2346F4E8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4E4D5183-DCE0-B537-2CC6-A50B20CF6C01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3D351015-24DA-F1B2-B64C-E06D976105F6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747B7960-70CC-609A-A9C6-30EF3C4009DC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3D072EE9-FAA5-B5A2-F424-581F3F829EA0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22CEE329-B374-B4D3-96DF-9F2B889F7FE9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8009C461-44E2-E792-4960-8C5ACBAB1105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E05E75FC-4FB7-7FD6-36A6-A85B557B46F4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0E78467F-A617-B64C-8140-D576C8E4B100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2A9CCE8C-F63F-B3CA-6495-7086C168A7D3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041345DD-2B71-2B53-DF1D-08B53780F783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C95F13D5-7B39-3D2A-C175-50A85FB63D61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1B829B64-7D2F-A567-36D5-9749F974B66A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29B7C507-B259-4B9E-69E9-EBFDAE3F7E6E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9E4AF95C-05CC-447C-E3D7-5F57F3BC3B92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1CA1F6DD-2338-FE6E-2262-D2D09E0974F3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90E39F4B-DBCE-FA2E-44C8-F1F2795E6087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DFC168B4-6307-7AE4-D49E-6F4F1322EE9F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5A302615-898E-0313-B7BA-B10224A93A92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A7E2563F-987E-00FE-B3B2-0DFDA2E33F3B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A2E75DF1-51D9-953D-68C2-15553F9C914E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770B57F8-8D01-1374-F899-7A74AA701B14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338AAECA-B0BB-BE8D-46C9-47EFB18A8315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2753D743-EDA2-8189-393A-F0881D4DF52A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87C96291-9DDD-839D-782B-A56CBA6AE2AF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38C2641A-3553-6FC1-59EB-31B3FF45A0B3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7BAD96BF-2619-20B9-AF19-C59A774B2806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F6F3F0AA-5EA4-7CCD-74AE-DE4DEAB53182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B8D6CF1D-21EF-E92C-2EC5-B897DBF62C94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9DF46D33-3756-48AD-434E-12499F471BC3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BF9A0F26-208F-5D3C-ADAD-678D22C5B870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69EED4B4-9A65-C5EC-BD53-337DF4614055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01AFC568-A431-3E7A-B6C8-A2FC7B033591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E710F081-A7BE-6D4A-FF33-81EF58B9D72B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38C969EB-CEFC-2C25-7DAC-950F57758BCE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AC41B905-6195-95D0-400D-0925EA527CBC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A5A06ECC-09B1-4690-6AE1-FD9DA2A4CDE0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B02631FC-3E88-8586-5D72-3EEEBAA6A89F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1E152CC6-9FFF-67B8-0ECE-94C89ABFB0DD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C2DBE284-A5FE-E3BB-DCEF-C5863823978A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FF623C50-4C68-3EA9-35D7-1801783CA61D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2ECADA42-EF99-CEE8-1E7C-658AA5BAECEF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3678A400-F0D9-5D3E-E6D1-FD5E75CE3467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6F5095B3-5130-ED6A-5444-1A9115557DD6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772CD12C-6B53-3A12-D2DD-C2E37914C6E3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4CBE56B6-AC82-AE4D-CB85-5E8A48DE16CA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C26C08B9-4288-76B0-B586-67B81965B854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FFB2F1B1-2A75-FD79-03E4-17A07AA46B0B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C6C3E058-3AC8-71E3-C569-30EA44191D48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E5583EA5-0C6D-5D89-5392-4839F18C32AE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2DAC2BAC-C5B0-4DCA-EE42-CCA030EC9A26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F0ED76BB-8888-2187-1811-1588C8D3273F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7C112A55-2BD3-BD57-A3E6-30D5CF256D4C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C73758EE-068B-2C57-07E6-15F3435E7B9B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98597188-10A9-F972-8477-671A993E2516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3863471C-967B-D8C8-54B1-EDE16B056324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85D967F9-B702-A4B4-4379-853ADAABA4E8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E202866D-ECD6-561C-5C25-86E32F9E42E8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A2953034-A1AF-88F8-0556-1F96F8C669E7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42BEF5DE-0BA4-5098-D107-2F2CACF7BDF3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96661B0E-0C61-C2FC-E51C-BE7B5992917A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5594DF3D-0340-27AC-FF34-E0A672FB68C9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7368E2E5-DD61-BE40-BC1B-22F5BFF11E0F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05AAAB89-D322-3B59-DDD0-F2AFB799E0FA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84C5048F-8DA6-5670-F887-F75C6D03140A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9A4A179C-4FAE-E212-8E44-18CCB8C32F54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8DC718C4-E252-A93F-87DB-E1E8915F5E76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30C3317A-A7C1-CEE4-DA82-565065A74BBD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1AB94AF9-5D44-9BD2-B5D4-3E72CA0E42A0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2ED8DEA3-37D6-C22D-210E-9E244024151C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4FDF0D9D-A013-F701-6027-C1B507B64D94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DEF52235-8536-8E01-57EF-183ADDDA57D3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86508E9E-3F35-F6C3-6758-24C7C3ECE86B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19A399E1-7441-1C5C-7A31-804E43E555B9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80D18179-C2BA-F837-2B21-01DB390AD5D3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E2CEC1D1-A891-1657-E3E8-9323D5453D2D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AA82332-E8DC-4674-C191-4FD3327228D3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09228AE5-E8DF-7D7C-E0E5-394283FB1931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90374F75-CBEF-68EC-801E-D2A979377E07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999F1526-C1E9-06E5-1E49-9B115E0C28DD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0224B9D4-A7DB-1CF4-08E5-B3B7BBE359F5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2409B6E6-0860-8DCB-5555-946CAABEC8C4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F702E5E5-CDAB-3FB3-4AC5-DEFE4411F7DB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AE5E54EA-99BA-410D-FE86-8268141D8BF6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0FD5472F-5826-7D36-9C03-5F7FC2833CA1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2A47531E-2E5D-B26F-A618-612E65D08D6F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4E19FC17-8BD2-50BA-6D83-182F30A9D1E9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F940541A-BF22-66FD-0687-4D9D171E2FA6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6053D586-8911-EB92-521B-3C6BBBE2918E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E489A877-F8BA-0B5F-248B-65DD8EC88A08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62BC499D-0D9C-7B01-3802-D3940091D3D0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FBCB4BE2-E012-F1B4-0FF9-7D498CFC628B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8DB44A51-972D-776A-85B1-76071FB2A845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26BD4C4A-3B10-E14A-7006-FA388BD78D1A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6B4D1577-B728-F167-4479-C16FC653B4CA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8B4982A-347F-A17C-50CF-4523E62DD15F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C3BA1519-19EB-DBFB-C809-C13B01177D64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7C2C0EE9-43CB-CA6D-AB68-EC28EA647C1A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92BAF384-5FE9-D1DD-13F7-2B94ABFAF84E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3D552696-491F-6756-6B3B-54B57B712E3F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1FE7ACCD-D681-5FBB-3393-FE4506D06BE6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E43D8D79-E704-CA58-9B98-0E07F9312276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6D45B132-7827-4055-CBD8-59A20604222D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FE4CECBE-2C35-7712-4CFD-9A49A3414224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15FB339D-ADBB-E0DB-CFCA-94F8CE4089C4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34974786-A4DB-C536-DEBE-E0201838C2BB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9458F71C-348E-5469-52FA-3E9771933E86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B7851EB6-130F-D06A-CBB8-EEE42FE66AD3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9CD06C93-C354-B020-B849-5A76DE0E64F6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090751E6-F4F9-654B-8766-2586BD50F709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9604B700-4005-24BB-C77E-2E8B76C162D4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FB2FCF6D-6E5B-768F-6AE7-99AE5C8CA31B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D0875DAB-8FB7-B9A9-6DB1-CE7094D10E7C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2097FDDA-9AE0-427F-89CD-A1BAD76B9460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9CCAFF73-D033-7719-DA83-DED860848CA5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BA512881-ECC9-71CE-7825-096734FD179C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6C0C21B5-3A8B-E4F3-719D-0B27525CB087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5B2FF2D3-F4D5-2685-D0F5-DF6F4A44ED19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6860A8B1-4AD9-AF54-4BC0-CB07A7A7395A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5BA94746-86CE-666F-F51C-3AC94BF6BF8B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340B36DA-52A1-D867-2160-FF937EDF3A80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C5C64835-FAC5-F306-72E3-FA6EF857E39B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7E463611-4DB4-B48C-B3A1-B7CA174DAEEA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32316D4B-5CE3-1849-3171-2BF594EA2205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B3595E4F-178A-88ED-C314-F12E226326F1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B7C504E7-43CC-2BE8-906A-15CC5F2A1CF9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09E9B3C2-4F0A-641D-1FF9-4E661AAA9166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6F6FB6FF-3789-48DB-4709-520544801AF9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9C24D858-BE55-BC49-9963-A8331DB4AB0E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74913523-9F1C-D1FD-34C9-012BDB42D4B9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611FF15C-2FC6-F874-124C-2559DFFF0BC5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3B825430-27F2-27A5-D0E2-45CCA0C08D46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BB80CF6D-62D4-4260-DEF0-F568B1C8B29C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BE32927B-3E62-39D6-4345-51F94E7617AA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5406818F-1562-7906-DD4D-3477E88E3084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24DC20BA-1B13-3638-8679-7DCF257CAD44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3593538D-328B-324C-6485-DE7F11700298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E7A25EF8-FE9B-5C8D-2A90-4F021E62BC93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D8B4C254-3402-A3E7-C257-7E7B962EB128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56418BCE-8126-1117-655E-4D18F2733051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73D5BED2-0EBD-897B-3D9C-EE913B06B8E8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09F50ADF-36F2-D438-1C77-F6344652CA32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9BA3D7A6-5992-32AD-4FAD-ADFA821D1B05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537E28C4-990C-637B-C151-491AB85D080C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3820ACA9-949F-C592-B8BD-D18CA2A5CFF7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4343A7EE-8948-6329-0C48-6C60398946BB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1AB757BD-582D-AC6D-2E41-F788EDB3736D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F84B855F-3C21-397B-680D-6732316933FC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24E73D94-CFCD-4383-8694-E8B9084C2A95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086BC8F3-3C1E-37D6-EB5E-C8A9802EE282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353CE723-C413-8035-82AD-E2C4881210ED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C9342992-7EA0-C5BF-B7B3-ABBD7B6867D5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879B1C7C-E63F-9A8F-85BE-7002E7244B8C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AE89D496-415F-5BEC-2D05-5E85B14798B1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444964BB-E38C-2D0F-F7DC-73F89DDDBEE8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36FDD95E-2D45-B02A-9D3A-E14685EE6DE0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FA3E830B-F24C-14E7-BF8D-BDD7124E6F8D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F0D2FD71-DF5E-9527-0927-E2ED7648C90F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3745A4D2-63A7-86C1-85F7-68626F52A26B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FD68DB44-0E01-0D28-B3B5-E4AC58A8F0A3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323D9149-370D-88C0-8FCD-036D462F39FA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A4427C9C-A480-67E6-DDF8-0E5DA1648190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5DCDE2BD-4C17-E8C7-20DD-5A270752359C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051ADA86-D89A-0C37-B527-9813A09E4DCC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74998BF9-B958-5AF5-AF35-EF6700D699AF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3642A17F-D1E3-D064-71D8-5AF068A9A07F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7938C535-1A13-DFB0-7A41-62C21E13A71F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F4407FD8-9157-B82E-3DA3-54875C849839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1A283692-8B58-412B-4EE7-08AEC7478C3B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483FB878-786B-79CE-0E00-EFF561ADB929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3EBC81A3-4E81-E514-4A68-E1E22C639E8A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72996C6F-65CA-9C07-31CD-1C3FC710185F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C3D6440A-862E-7916-0A6E-9B38A7B3F0F4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69DD44AC-D1FB-730A-85EC-F66D09F080E6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91EE0163-FED9-FB5A-7891-3809B45104E3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5ADF4371-F416-6497-F0FB-5183EAF66DDA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0FBC5F52-F48E-E8A6-B018-7975834440FE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8AAC3D77-0E54-9FD9-337C-D2A344B54CB5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002B19DC-98B3-71B8-3E2E-E70DDE121944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F38175DF-2ABF-825A-C7DF-8F21F246B8EA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3C7CFE4D-5C5F-A6B1-0929-8A025FBAFE0E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BF354A37-662D-89D1-9FA4-931CC5D4BEE5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95FD16F3-CB4B-9D88-DE30-606AE24181FC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A0AECAB8-7F38-E77C-22C8-7C6FE8E92985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AE784D17-DB43-603D-6C4D-6072DB41204F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D1F58A98-F6CA-1A11-3CDF-52EA4BB0A27E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69BD1361-DD5A-5F97-DB19-8A071E440533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54728A6E-1B22-C400-5B7A-BB578C7DC533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7DFE627C-5CFB-EADD-D0A0-F248337054E4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5A284368-3EA7-7095-F649-E7344E8AF49B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1CABAF7D-BB02-83EC-3EE8-C71A142B3121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8DDA7C31-D316-80B6-2479-448B47C736E7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74AA609C-2A12-E658-8EE9-DB83E244426A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C8E13668-1C5F-67E0-704D-5CD046975EBA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48B9A48B-9349-725F-FF68-451428256309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7A4B8917-B363-F030-3E93-856E80E81364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D9D9721B-06F1-83D4-20AC-4B2FF7BD2BDD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B190098C-FF20-E5CF-EB22-E494D50B2CF5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C5C64B88-092D-5B63-1254-CA7F7E9C7729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00625A1A-FB81-B449-9E75-8BA1878C882B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7CC0A296-307A-529F-08A7-DFCD419103CA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3BF6B1B3-4F18-CF01-B015-8C4C1647BEE2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24C366E8-D955-0C75-06C6-22DA68C64DA3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F27D6A94-F623-25DE-C51A-3F20C000B1D3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B753AD20-6A12-FC06-80D4-C4CCAC1C82EB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CDE445CB-4BA9-0073-1B8A-2844FC75D322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868ABCD3-3C88-BEA6-F1B6-FD8BB705272F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C8C70B1B-AA92-0FF6-D564-D9EA53A4D4E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E0DEF009-6C7E-30EF-742C-05464B485CA4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87C7890F-4CDC-B410-4F9C-A9A6AA9E9D0C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430F1829-2B26-289F-A3B4-EA9E2602857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75220559-B956-29E5-7AF3-186A4BB3035C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5658BAD6-FC3F-F989-72BE-BBFE9F58AA7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4CD9C2FF-B099-D936-FCDF-0F8BCF36429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832E6EA1-534E-251A-A8FA-B9DB3D70E23D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7A6442BD-5ABD-C862-515E-E497D9D00E4B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3D8AA49C-B248-72B0-3331-744F0CD9A6B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999EB18A-6B9A-5615-6E1F-922D58AD0F9D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C1334AE1-E86D-A967-EFA0-9095C50933E8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3E493175-14F4-BBBF-799D-A9C713ED694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5C7D4AD9-79BE-E4A7-12D3-54A69F34CBDC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D041C5C3-B487-40F2-E24A-3CAAF303BFA1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EF8BE5AF-94D1-184E-877E-57CA3D03F62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804242AC-3BED-BD35-AB4F-A10135AD1131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FE20470A-E3DD-0B21-47A7-E55A2475104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81557AA7-13E4-0696-4774-A7A591230B1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30254768-A5D1-F38C-4E97-8768526EDF44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FB429762-9282-E2C3-3853-AD0859A24C7B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0A9526B1-56FC-5ED3-ECF8-2B1418F668B9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CB619C6F-1D88-623D-EC5C-000F6C1825B8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6C3D99F3-C9BC-579B-8055-F0EDD3E37F9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DDE1DE41-B41E-3C2C-9B7F-34164041B36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75A89871-5FC9-F4B9-F21C-E36FE2A78370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8503E632-AE76-54F8-0F8B-92ECC7000C0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203209B6-4B13-87D2-29E6-D9485B90D4F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2605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8645A-F5D3-4F33-D8F7-070A1BF019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A301C1D8-1E00-906A-5870-ABAFD1E384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Précisions à propos de la NOTATION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5FFF5B93-7696-6BAD-008C-A95C33B280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57BC74-9CB0-4C57-B201-6122A1B07C03}"/>
              </a:ext>
            </a:extLst>
          </p:cNvPr>
          <p:cNvSpPr txBox="1"/>
          <p:nvPr/>
        </p:nvSpPr>
        <p:spPr>
          <a:xfrm>
            <a:off x="507318" y="1187848"/>
            <a:ext cx="11177364" cy="44730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 dirty="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NOTATION BESOINS FONCTIONNELS.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ea typeface="Aptos" panose="020B0004020202020204" pitchFamily="34" charset="0"/>
                <a:cs typeface="Times New Roman" panose="02020603050405020304" pitchFamily="18" charset="0"/>
              </a:rPr>
              <a:t>Les besoins fonctionnels constituent le principal attendu et le critère de notation le plus important. 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b="1" kern="100" dirty="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b="1" kern="100" dirty="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 dirty="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NOTATION DE LA VOLUMÉTRIE 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cs typeface="Times New Roman" panose="02020603050405020304" pitchFamily="18" charset="0"/>
              </a:rPr>
              <a:t>La volumétrie constitue également un critère important, puisqu’elle reflète l’activité opérationnelle. 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 dirty="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ESTIMATION BUDGETAIRE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cs typeface="Times New Roman" panose="02020603050405020304" pitchFamily="18" charset="0"/>
              </a:rPr>
              <a:t>L’estimation budgétaire doit permettre de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 dirty="0">
                <a:cs typeface="Times New Roman" panose="02020603050405020304" pitchFamily="18" charset="0"/>
              </a:rPr>
              <a:t>poser un cadre / une fourchette budgétaire au projet du Groupe Beaumanoir, 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 dirty="0">
                <a:cs typeface="Times New Roman" panose="02020603050405020304" pitchFamily="18" charset="0"/>
              </a:rPr>
              <a:t>mettre en regard les capacités des solutions candidats à couvrir le besoin, et leurs coûts.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 dirty="0">
                <a:cs typeface="Times New Roman" panose="02020603050405020304" pitchFamily="18" charset="0"/>
              </a:rPr>
              <a:t>Il s’agit ici d’une estimation « macroscopique » qui pourra être affinée par la suite.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 dirty="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AUTRES ÉLÉMENTS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 dirty="0"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cs typeface="Times New Roman" panose="02020603050405020304" pitchFamily="18" charset="0"/>
              </a:rPr>
              <a:t>Les autres sections de ce RFI ont principalement pour objectif la collecte d’informations.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cs typeface="Times New Roman" panose="02020603050405020304" pitchFamily="18" charset="0"/>
              </a:rPr>
              <a:t>Elles n’auront qu’un poids limité dans l’évaluation à proprement dite.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 dirty="0">
                <a:cs typeface="Times New Roman" panose="02020603050405020304" pitchFamily="18" charset="0"/>
              </a:rPr>
              <a:t>Ainsi, si par manque de temps vous deviez prioriser certaines parties, </a:t>
            </a:r>
            <a:r>
              <a:rPr lang="fr-FR" sz="1000" b="1" kern="100" dirty="0">
                <a:cs typeface="Times New Roman" panose="02020603050405020304" pitchFamily="18" charset="0"/>
              </a:rPr>
              <a:t>veuillez prioriser les « besoins fonctionnels », la « volumétrie », ainsi que les « estimations budgétaires ».</a:t>
            </a:r>
          </a:p>
        </p:txBody>
      </p:sp>
    </p:spTree>
    <p:extLst>
      <p:ext uri="{BB962C8B-B14F-4D97-AF65-F5344CB8AC3E}">
        <p14:creationId xmlns:p14="http://schemas.microsoft.com/office/powerpoint/2010/main" val="236800684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3C57FA-DA19-F564-DDAA-254F8BAC46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644C1B3-A115-11C3-EE03-5358C1C10EFC}"/>
              </a:ext>
            </a:extLst>
          </p:cNvPr>
          <p:cNvSpPr/>
          <p:nvPr/>
        </p:nvSpPr>
        <p:spPr>
          <a:xfrm>
            <a:off x="5902960" y="255016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4D898421-4A4E-73E3-5A39-8C3668CFE5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F8159CB1-4C74-E471-514D-6FB9C03F0B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CA93F05A-2208-A2D8-5F23-A63EDAEAAFA6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00FF071-E3A9-5902-035F-F1ACC8CD023F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DE9EA99B-D213-85DF-6155-BF2FEDFC86FA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8FDFA82-1153-A073-FF7D-43D7BFE48248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71BE3833-376A-A1C1-25D1-35E073C7384E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B64F927-4DA1-51F0-E68C-4B4638817018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01E15A9C-2F38-F45B-CC7B-D95C4334D2C9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5AC35C7-A43C-E3EE-C864-613C2DE534CD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F3E4A4E0-7F63-DAB7-6EEB-5CA340F2E929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EEC62F1-B0CF-38EF-6CB9-CDC59106C98C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1F18AEA-0268-729B-04E4-A9FBFC534DD7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ADED7568-BC93-99B3-3E90-9F9C59D9457A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9F7B6300-608C-C142-5596-42754ED53DFD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95DF2E64-BB23-2D1A-C6DA-CEE5DF921BF9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46B6201A-ACAC-2235-0BC3-995A192B3C81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CE108E4-D5B6-15FA-2B4D-183EDE39003F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FBC936D-BCA6-AA2A-8F25-3622EB613FA3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024A13FF-2350-8C7C-F36F-40833684C718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6ABB359-2014-DD55-C29B-AC34BC8AD4C9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5F201359-3C32-53EA-5A04-260A09071210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B435B7-A80E-B753-716B-7549014A9AC2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9D92C51F-59FF-1C01-59B5-E39DF46BEBE5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3138F3A-3F1D-A415-73B9-6B4DA81B264A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2C66A818-792C-BB96-343F-677BE6C25B51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F5AD175-5632-6B02-FAB9-A43111507286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CEA051FB-5E2A-EA5B-E305-D54429D50060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99B6154-B4BB-48A7-635E-2F1C03CDC6ED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0DF5877D-E8D3-871F-FA3E-D7C004376836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B633FF69-B379-28DD-99D7-F142C118B3F8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21AF9052-3E44-F007-BEDE-A6BB01165D79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A88E8829-06A9-08FD-6664-AD68BE7741AA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E4C690-97E1-5FD4-72F0-6118961E41F8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CBBBBDBD-A093-DBB1-7FE0-E28AD58D96C2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9F590705-5E48-FFD8-5C66-EDBF9BFC63F3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922FE9C-16E3-FB89-FF01-6D5F96326296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B3F0B04-7793-722A-CEB4-8B92E1ED4E45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B8D1F649-B57A-5DA5-9DFA-9ECBF5914785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433A0F0-1935-74F3-051A-009C14B14918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DD1C2E72-3D8D-EF8B-9CA8-822BA741642D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37C8D66-1FE2-B7C7-744F-74062E58EA5A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5E6CC7A2-DD21-2DE3-4ECF-908A43149EA6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8B808A44-5CED-041A-314A-A296057D9AC3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26638C41-87D5-04A7-EA0F-39A35E5C0F1D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36447B04-F91A-DAC4-0FF3-D7D3A0A3BA19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134193C-E07C-7B35-6C3A-CC4B4AF4A0A9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2D24888-440D-DD18-7099-47EFC799619B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CF95B6F1-6232-1219-25C9-A70428887D1A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65CE01EF-1609-F5F3-B065-C38DA0992806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AD1B3018-E7E6-EE87-A704-D00121BF7A64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54C4C7FA-B3F8-6476-A13E-D543D3AF5BF9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6115BE88-A425-65D1-B609-3DF282D42974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C84CEC27-08D0-DBF1-1E46-42B4F647C95D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83111E1F-07F3-D7E1-87D3-85CDD4F6D8F0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F0F1469-04BE-9303-5C7E-DD57D165B8BA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8DF26CD4-B6BE-7745-9277-B7E540D9672A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8B6E59C7-0BCB-477D-CE1A-D595FBD168D8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13CF948-404D-8489-5A5B-3EB3B1A649ED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95D2A543-4F54-DAD3-1D86-18F049F4B06D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F667C47-F890-0A12-1BC0-1A37DDE60267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DC953A5-57D7-70AD-B1B3-57678ACFDAEF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4384F094-45E5-8CA7-92C9-8F2D21CC6FA7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7C7192A-D26A-3B17-7FC0-A3F95422DFB3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84CC0951-8A79-CFB9-1CDE-A8DA18772898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817B2B-4A94-2DB4-FF05-1C9F8AFF0153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D3F11F7-AE5C-07B2-8949-2122A55EF09B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F22596D-1C2E-7CF3-9729-A181B712723C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59DDC0DA-0D3C-2CEE-CBC6-A880FCFEE340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4EF2075C-25B0-586E-0CD7-B56481042248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B052EF50-AA4E-93E0-326E-AD9B615F0059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B9BA4C61-5F82-16DB-DE7A-FA0239562887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2CFE45E2-AE43-740B-1AA3-9E98780FE9E0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7E5B1091-FAEC-6BC1-41F6-E657C3506191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87A06C49-0EB3-0889-7A08-9A4F8E3DDF9D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A4EC6E13-AB66-1F59-EAFC-67FD835CE27D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09CAF2C0-C454-9E8E-1117-08965E28C426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F5191DD4-B3E3-2424-548E-8676733EDC81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3B9D8C15-495B-504A-FE84-9AA364A2E1F5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28592383-E86C-60F3-0838-8957D855B691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B0EFC9B8-EC96-7F8C-DB48-E633D6AFEB63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325ADAF1-FBA9-3385-9FBE-E63C3C1B9470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A9518ECC-C523-BED5-01A6-48218F4765E3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54CB8CBD-AF1E-68A4-2055-834F729171DE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26364121-B765-13E0-BCC3-03BDE14B0AF8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6119D65E-4526-BA2B-16A8-87E09B31C083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3A2C696D-75AE-9A8D-053D-63D70940A55C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D413D4DA-B377-07A8-507E-ED8B4C333FC8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247056A6-56A4-8699-8152-A0CC29927428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C3AFD88B-71DE-7199-E096-648CE0644A43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929A6C06-54EB-1D89-B5CF-5DEC8458F50A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21C6E35-69B5-E3ED-ABB7-2413D7EE9EFD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2B5032D9-C305-AD88-1056-5AFA41905962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869E2128-EAF1-E419-C515-6F3A15A98966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F3A415D-425B-1E3C-9270-23F5AB939023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4D4035AB-C936-2764-7162-034A020DA620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3C4A192C-650A-9645-DE91-3C0C74947097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64E3699E-0766-5659-CE17-104B46A491FD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FA3A4960-3E61-18BC-FF55-0FCE7F62C0D3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AF801E26-420C-B965-42AD-0AFC7712FA88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515ECDD0-7BE5-0D88-BAD8-9771B4E9DB85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A8D13BB-CEE4-D298-E131-2FBBF21E1265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E9055921-89EA-B2A1-E86D-B613ECC90DE7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849A5A2-AD98-E532-843C-00BBCB3B39FD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C874C636-C3AB-6CA7-4670-55AB67CF550D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874A41-117E-5BBB-B929-E98CA8DC5A60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3BC1EADA-9094-C027-7083-4E00AB70E6F3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2806768-50C4-CDFF-1F81-1488E3CD8EFF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A798DA4B-0409-BE39-F77E-59D497B315F2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6FFD143-B170-BDA0-17F7-EC2CD09E2C72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9FCC7BE6-CDC3-80D7-D9CC-C517A926E62A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B3BDA324-651E-A2F4-AB3A-4C557A20266B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8AEE4F-9343-DD92-4CAF-D1C84450F72C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BB462FE-026E-7DF3-E8C0-9F6F5992BCD3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F9AC332-B128-942A-F795-792D1A9C6433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AC387D9A-7F05-5A1B-199F-D3838FAC3FA8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6242534C-3DBA-6E4D-6790-544EB5901E19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FBA0B44C-66C0-9A96-F24B-63193A625050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1EFA2A3-554C-37A1-9E5A-8748BC488B16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33C4313B-9F2A-218F-A0A8-169FF85685BA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F661A41-D6C9-0557-AA0D-65DFD1A16629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8FAED8F8-6662-4C25-B2E0-8F4DB592A8E3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2BB5DC0F-92F3-DA9E-25A7-FA5745FA1F23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95B394D0-34B3-5592-DDF6-48E0974EAB95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1EC36240-6015-AEE6-6B21-BC39C2CCC58A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6ACB0AC-7FC2-50F2-01F2-7500DEC27593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873BC2A5-575B-EBCA-3CBF-D86767B4B554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4F008F9-9C9F-775E-59AD-E49CA99DD7F6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9CF3C4C9-B6D0-4CE9-9D29-EF1D6BAEAF2F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1FEEB13B-9DDC-43EE-A77E-A410565C0983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9C343472-5D9E-FAF6-228D-67155F7D2C25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6F2343C5-55EC-5FA5-9C1A-B61800E5BA1F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750E8E64-C106-2161-F94A-8EC81AD97CF5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2EB9312-7450-3211-901C-F0AF22548FF7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C4C94F32-122B-A891-22C9-D8BB3A5E345E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91196D-B780-F89C-73A1-DF8A98E92D15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A9E67C9-6C19-8934-EA93-AE2E031E0962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A33EB23-232E-A48A-2747-79CB8626C92F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C6813088-0341-C0CB-B9C6-D587200823F8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D30C64E0-7959-30F4-61E5-AF9C59FA4F80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ACF4D38E-8B7C-7E8C-8988-8B048C49CFE5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47951943-B9EA-0E45-24B4-72B44E53324A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B3220FB4-C88F-3118-BEBC-AB96F76F630C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8AFECAE5-0598-7700-3527-95757B58C9D7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337A1501-62ED-50B6-1708-79CB2155DD78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71DD185F-ED29-6DF6-A4BE-21105CC1BF72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3FDC7BC9-9C6C-9077-B330-C5C51C433F3D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C2256DA0-452D-56AE-6C6A-67089EC92AE0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E6A7BC3A-3D82-EF8E-BFB0-041523B2A215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FE3DFE-396D-A909-FC64-03440D190F5A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58BC9059-79BB-4E2C-6CEC-6580D2A453AC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2E2A418E-C7CB-BD0B-226C-E33C64427B33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BF0F1FD6-F651-C8C6-E6F6-B9100B8D5EC6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263E3B39-8E33-4831-C928-50C31AFFDFB3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BDF46AB-9707-AB80-5A9E-DA3676001188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A48D838A-9C94-8E6F-7025-6C304491DB4F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C322E3DC-D677-49D2-D950-C12AF2E82758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585FA29B-145D-8ED4-C834-B596384A4B5D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E1DF0529-92D2-6E92-3EE5-2F1CE7433E89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8BB75DA5-6426-5176-7E6C-110C98105AC0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BDDA2A3-02EB-5050-3B29-5FCCD1FE371B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B3A13810-F5EC-045C-50E4-D8166BC1D08C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F5E5E331-24F1-7F5C-6A0D-1CDBBE2A487D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750AC19C-4E23-4A29-0FFC-51544385B3C9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CDB1855A-BCEF-3F3E-89E6-36076633EA2C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4C5B295-74F4-3C0E-EF1C-53BD81B365A2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58D99020-9835-C26A-6DDB-E3B6AAB8A7A6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34F3F8FD-1675-2B5B-B4BA-42E1AF19413D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4831C8C8-F25C-F234-1A94-BCD31244D232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08065976-2EBA-8874-B5F5-7691F3D3A23C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00AC233C-8602-17A1-3AC9-F5F82B3CB8E5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CE672077-09E1-07FF-30DC-83F2F4097383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F4E73F92-B053-5769-FB5B-0A50DE9CC320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13735FC8-6DC6-7923-9D11-8B6F10856F7C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53A3C8D2-D489-0100-4D8B-5B5BE647B88B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AC3A8D32-ECA7-B088-753B-A2BBA78ACFBA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34306441-3F50-2ED6-04C1-F575E2379B18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2918BF95-93A4-90E0-C67B-DBA27BE8AAE4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85E0C987-C52D-5D9B-8A5D-50F162A3E9E9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2CD4A21B-8AD1-746A-0986-E00193B8B6AC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40045626-DBC4-3A0B-32EC-753C9FDAFFEF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43C3A39F-2DF5-057E-583E-0CFE572952F2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9582292E-8800-BDB0-EAF1-F72ED6ACEC1D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4B9C7CBE-24D6-A357-3132-471200E41AB4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BD8C1B61-0241-67BA-E23B-F63766864B4C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53217988-8B70-9B51-0711-368426CB1B34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FACA3DD9-0253-E4BD-1781-2B37564616C8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08A770B8-4B38-BBCA-7B2F-E69ED4FA4832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7B39FB13-066A-033E-59F8-66039AB15361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085DF362-DCE9-4706-002A-5EFA5D2B03B5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2D9E3D5C-4798-3D6E-138C-ABB1DDC9539F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799E8987-3C72-A4D5-34C1-41806946A5DF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7C5EE2AA-9B93-AA8B-71DC-AA627AF4F9CF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1650678-8894-4729-7FC9-98908C50A2B0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5A38AB4E-A90B-CE4C-CF18-C8889C668681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FE6A58CE-5660-5925-6215-34CA4A3C13C0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6093D481-2247-67C4-A89F-7A48EEFAFD8F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39035332-14FA-6C3E-DF9F-B9D7A79DDF44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7732F050-8ADC-FF77-6FEF-1F4709DDBA56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2AF741BC-A0DD-3016-605F-F2CAC462A614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8DDAA02D-BC7C-FE43-1BDC-8E5D9969717D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30AC2192-7BC9-0411-408D-6AC08A99BA03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DE65A9EA-014D-CCC8-D2E3-B6C7C74B29B7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C12DEB19-32E3-12DB-4A71-AD5341B1AA31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489A56BB-EBC3-6A74-3D67-E004525D97B8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E8D59399-EE60-3880-7F86-38F16D803A12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0ED4962F-292E-CBF5-5F3C-692C4ADFF305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3601BDA-BC29-AB07-02E8-F4C4B2DBF7FC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E2D090C1-986F-C2EC-C398-BC1563850095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F7E29840-4E16-6284-86A5-840F37325C0B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C79A245-B0E9-F5B4-8094-7879F9224FC2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223F29EE-8C6A-2CD1-5867-FB88D2EC71DE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DFA9E097-A0BB-8E73-8DBA-923A48EF0582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83E112C0-6EEC-9388-1593-4656CA5DBC4C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8C79366F-5F6E-A487-2B7A-ADEA747E6187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6C47BEDB-A479-127F-56C0-D5D115FCFC03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5917B000-5444-8076-1471-B29C5DC11E43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C98620AC-6DE6-6181-A319-55CE52249465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940AC8E-0C90-B832-13AF-2FA8CAB2D9F5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4F9C17E8-3D63-B059-2F0D-298731B7517A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76BBAE8-8B1A-91A9-1B27-64D7FFF9C036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49D82AA4-EAF4-551D-0C87-A6D693670DDD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EAFC01BD-9F44-7602-B332-6E238A90E9EE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B3529FD2-4680-6164-FE55-1042376DD24B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A797261-591B-9FA2-19DB-EE62D254D336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1CAE544E-23C1-0B79-67D2-F50F62CAF966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B18F0024-6CFA-87B1-1A93-FC22D6CFD3D3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1679E888-4371-902D-C2EB-86585552A670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1F20954-6EFE-3B0A-0CB5-27DC012A3A39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D3377F7-6F88-364A-D3C4-BCC8376B3DBD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F9F2512E-0B56-0265-F6E0-599504B58C9F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FE6ECA5-5E89-CE3D-1E28-7B51D6871AA5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C08A9D7C-5B70-2852-F60B-7A5C826C025A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82BE88F-E6CC-E400-5B7F-5330290EB0B5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21D39EC4-2EB4-E78E-70AE-2269FE2423B3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5D9C6B64-BCB8-B2E2-04B5-8B9AF6C859B7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8C04E1C-53E4-50E0-701B-2BA091E1A09B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EE3481B-0F67-87D6-5E71-2B042BFF0534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98C7C032-944D-62AA-AB63-9B720C80C92D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D7CB52EB-F318-9377-87B2-E2683B80426C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AED6E9BC-16DC-D99B-59FB-74E298B4D438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BB369624-0129-4609-4B19-EB0E46B3352D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3B10C58F-1A1F-65C7-762E-40C4515A504B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C39FC66F-A451-30AE-9563-FCD2FF249055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0E75B431-38D1-98EA-E0DC-EC023080768D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A5CC3999-92A5-6C08-88F3-A1B91312EFEC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460772D8-46D9-05C5-10D0-8195CC6732F2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181E0957-5E99-4490-1F7B-CEBD49D12EFA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9C48C13-3496-41CD-CBFE-9540DCC5C7E3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1C6B0164-632A-44DA-1061-7F9933CAB96A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B0ED747A-F576-51EF-0600-DBC14566CE75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C0E3BFB2-6EC7-16C9-DB4A-49510E517520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14D46721-EFC8-BB28-D73A-BBBF274CCB1B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D7631B20-C0A8-1EF8-D6C3-890828106CF9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273CFCBE-7B04-771C-A2C6-3619DEB41713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777DE548-FAEA-AFDD-1B7A-5CB57D1A0210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957DE140-5EF3-5ED9-81B8-27B088DE26AE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59B7C984-37B5-2BCE-D774-5887CF1A0836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BE4431C9-15DF-D9CE-4581-7FB442F8B2E4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59B4390E-1596-4B14-429F-A1A206E59136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7BFD2ED-F236-D34E-49E1-4D68B707A960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5DCF23B7-45A5-C6B9-1AA8-AD531D28525E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0230C270-8F68-AF59-E9DB-56FAC9E04A4E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95E4994A-26BE-88E2-DC03-70C2CCE41BFD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157EB065-6281-6F85-0FA1-08D100EE6434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F76B36EA-273A-AD2D-CE86-550CC40A511E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4A1A568E-F1B3-B7AE-CBC6-D08F2EFB803C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E265806D-A3E7-5926-1B59-C2F7BCC5EA7E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B81DA27E-DEDB-ED7C-8A68-EE205CFE7641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102DC30-75D0-37BB-1B6A-C6F388D0B283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25E070A3-C4D9-1B63-D854-A016B2B1CA8E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2F55E621-58F2-E64F-1A8D-581211DAB27C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A8041204-3BDD-21A1-4FBA-D3D2DF4FEC9E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3B4E0C67-5E96-CEA2-DAF8-7B1801683191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E35712BF-8679-BB02-85C9-965C27ED9552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D6B31392-7CC9-6D75-E064-3A8542FF4A54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FD8CFD6B-4EC0-2AD0-1115-64CAE6F39FC2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1597F82B-B3D4-8441-1AC5-A07870F70B72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AF9DB40-8F0C-1A54-1362-6820A5AA5A65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B397D8D1-DD93-0248-33E1-BB3DDC2FDB2A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58FF315-E61E-0B65-1D5A-3EA0B31CEC38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7A61235D-C304-AD32-40E1-2DFA3F232051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BA03377E-85CA-ED52-8047-093BA9BC7508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08908A87-A811-A0A2-3932-127FC84874C6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6176D3A3-99D8-1F22-7C3C-D9FFE7BC196D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5A50B17E-1F59-1D60-E313-6B8F8ABF1E30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A65B4828-8FAF-4B92-EA2F-900C8B08CD78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7D120188-22E7-28C8-7F9F-7D9AD3850C11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5F16CF98-33C2-DEFA-65C9-49CC8D216CB5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C6CB5844-3AB0-8CBA-BED6-1101AEDAA8A7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530BBC06-462B-3588-A45D-277D5320B548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C8E29857-3768-9420-CB69-9FC91175E278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AF050004-3B0B-B552-23AE-62157BB4E3A4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44F8BF4A-903E-38AD-9D69-FAD5161558C3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AFD90E92-27BC-225C-CCE0-0B303EC0C8BC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3635AD6A-9A71-E5EA-55B7-06E2E6DDE97A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B0673443-9772-F476-38BD-DD9E4FA0A53E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7BE47DCB-5413-3A2D-CFED-25E112227852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263EC74E-A12F-C62F-73BA-26D63E7314B0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1075ECC-5FAA-36F1-F767-1B34AA594D76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6007DB7-46E6-20F0-E217-E3A1A36EE514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A8CC18C4-8EF0-04BB-E313-18435EF835D2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B07FF29-488D-07D4-71F1-4B1B0632A52D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EEA6AB56-ED0F-1C70-E6F4-21E149854362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16EABA2F-ABB7-9792-89A3-29D11B5B2FEF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BC9D339-E1DF-D80D-309C-D2DA2CF3C23A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78DC8F69-7AB0-82C6-1242-BCDF5660AE3C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3FBC310A-865A-AF1D-ED72-DC10A844A244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FD2CFCCF-BD64-48B9-B269-6469346DEC59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3F3E8E8A-2E96-BAEE-D5BB-62CBCC72A82F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F6949FCD-3BF8-AB58-B53A-1158E02F93EC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2E5B9F9E-6B4D-63DF-83BB-AE48113CBF5D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30B55DEB-1E0F-6D43-BBDB-5B66E7B62F8E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880668E-9CA6-7DC9-BF70-CBC3A7189F86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D57307E-4547-2BCB-78DE-F49CA38CB8DB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6EA450D9-D09D-2693-135C-D4C15E6C4507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5FF4CD76-F1DE-BAE6-A8A4-AF3017110FAF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E08FA2C-B55A-77C2-E20A-6F58C73B1198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6331DE12-4D85-DD8A-86D4-F6D922A9BF01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DA346AEC-5D2C-574C-E087-CA8C5810AD73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4540393B-13C2-677B-5954-99BA3B5F12D0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D9E7DD9B-9BEA-57D0-F535-E09CE068122E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3B185F73-371E-A9A3-B9E2-34621832950C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E3E6E1F-36E8-DDC3-27F1-BD12CA81DBE8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06FA52A-8CB3-AEF5-09A0-A2775D21E30A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52F10440-949F-44D4-48AC-EC8BD602B6A0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6B79EC75-3BF6-325C-398E-C280A2DC0B30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27D2E0A8-AF38-8734-66A4-8BCBE0DCAF99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D2AED43E-7FFA-2CA4-FE97-638C3D37A13C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3F86E92-93E2-1902-C887-74D04790389D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6643A2B7-662F-0D3C-07D4-2806395B9203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38D0E36F-23F6-E1DD-28CB-CA1CA9C2BAEE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B0087D69-F445-501E-258F-953E2F6F807B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AFD0BED4-D5B9-0E80-B263-4FEA4581DCB3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823BD4FC-549D-FE82-BD67-DC94A7D59FA3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75C2B8E-ABF3-5C25-92FD-866083AE507F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A301239F-F028-D5CD-0036-AE9240AB9E70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D32DC122-0D35-93B8-DDCD-51B8A42A0CA0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902038E9-5D0E-A5A7-7048-24BDE4871905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41F5B656-17DE-4B91-50B5-776204BD00FB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15F0DE45-7BFE-DD48-89A0-D69562DBA572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D32611D4-37D0-1C09-57B8-F25462C5CB91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231010C8-7E67-DB14-7F56-5B65EC769BEC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3151DE0B-3E69-D8FF-D6A3-82BE35BCBA9B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B353FEDE-48A0-620B-CB7C-FFC27DEC5C00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5D87E2E-BDB3-635A-A79E-12F567316047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09DFE648-7875-0C40-B986-AA0218063E75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FFA394-7C28-B2A5-AE1C-6833ADF7568A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787A6ACC-530B-A9D1-1010-4B1EFB714E48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96F4577-3910-B0D8-79FD-00A4270DAE6B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E3CF801-4BDF-C41A-D471-C9823E3D99AF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D73AB1B8-CEBE-B8EB-700C-4E48E9B628C4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EC253C4B-A235-186A-FDED-996FA472ECF5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F445E5A4-D081-BC3F-88FA-EBF693C486E3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709A3ABE-E139-E71F-0824-A092FDF51A00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3D9721D2-D9B4-E587-3D1E-BEF6939D31BA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CF1F124A-0C0E-8F07-3B9C-8D270FB3E477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A7862849-EFED-EF08-DFD5-75C3B9168C9F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BDE39F35-AD74-D640-1E5B-28DFA8183EAD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6261B29D-47C2-0E25-6ED9-97CE3ADD9856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38F2109C-3CBF-4332-6BAE-248D4C9C8677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6621EAE9-EC37-8881-12C2-A550E1D344D1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059F3EA6-6443-7967-85A8-83659923C96E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2B41291B-6F8B-A43D-D80B-908D6608B234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FC51F29-F504-E460-0647-6B5765C2C0FA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1FD1DDE5-7E62-C04F-7A32-43745D95C250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95D98B8-9C95-30AA-9402-71E50404D256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B213821E-56B1-82C7-AC18-70A39B1CF56F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7164CED4-FFFE-C45C-8848-8F96EA24DCA6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1AC3081-A9D3-060C-BC53-FBD511CEC3D1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87FBE93A-FDAA-BCE7-A897-315F2FB0DD99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DDB71F8-EFE7-1F36-0A40-E89ABBFEBF4C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79F8E011-BC4D-958A-386D-0DA5CEDD7336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7DB1C284-E4F9-D412-E4C6-3D0A3A962642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1E2B9B07-242D-EC4C-EFA9-957BB52AE9AD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2ECAAF51-A168-C227-4C65-8998E7DEBE70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FDB8A695-6DA1-618E-01F2-28F7E480F405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E571B75B-BF27-1213-5AD5-656DF81BD864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FD08AD49-5CD1-EA39-4EA3-637D90459ECA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AF529A77-8D78-B528-9F94-20C9AF619000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2425FB7-B5A2-C567-5247-73F26506575D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1D6C3E13-EF62-751C-B03C-25469EEE5140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62DB898D-8AF1-FFA3-40EE-44E4240ECB77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52331DDD-FA60-B72F-2837-88F7292DED3D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581A933C-05F3-1EBE-C7FC-A9BF1099A81C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876B7236-D991-9CB8-BF13-D3DD3A56DDAA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8E3291B-CCFE-50CC-A37A-A1FA084B96D2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979FC27-2C5A-1463-A600-037EF5D1B18D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685FCB73-1682-0581-6610-82DEC9290801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309AD026-3FAC-B3F4-BB9B-01E93E7F0226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1677F51-F27E-4A95-B337-5952FA981E84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25E1139B-34E2-9DBC-BC34-A9A4C6CA9E79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1F7674-08DF-80ED-A2B6-8B2C034CD60B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DC3FB271-7217-50FB-6DD7-2A37A558A702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883BF77B-C844-E253-7CB2-AA5DAB1230EA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228762AD-8C56-0966-7C9F-90BD9D87C975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E83368DF-6172-D4CA-1F3D-CEC02B0E0EF6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9A56F8E4-8160-FD46-FF8F-9228B71BCDC2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918AAEBB-E91D-767C-1070-F764FC1D09C8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15B2255A-7B9C-F45C-1FFE-AAF49DA2E487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647C6381-30A1-B0C5-73C7-808D38C5A3D2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5762808-1305-E715-8B75-B2127FA52E8C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76C10DCD-F310-327B-F759-396C0ED3246F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F3581665-6870-EA47-4A9A-4FBE9DF50B0C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A1BDA58A-AC94-F0EB-58BB-C0A4F29AD1C8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15E885DF-CFB3-BF05-573F-C0F768CA4053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A3399D6-BB10-4A4A-9CE9-D47149E3D227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B6D3A92C-32D5-20BF-DDF2-25B2A7C3E2BA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ED6A1771-9451-757A-257B-50587CACCC87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E3BEFCDF-162E-39BA-0F34-7DD1B534A0DB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878300E8-0B88-3C8E-840C-0FE07B307A33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A920B7E5-5878-A34C-0C3C-6134AF2E94E9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24E67BE1-1A92-B25D-DE69-678C0BB2BE73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45A6588-3667-CAC6-4FE8-55B5CD6540E0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5E05C113-7C02-75B5-F538-D382F03B09AD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4B883B40-3523-7AC0-0F6B-55F56E8A1B95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C9CC35E1-0DF6-84CE-51EE-8AD841432D6C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A53EB89-ECD8-D99D-1EAC-6DF350AB9D79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70B7999E-7986-7FCC-7331-53A20F80376E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65BA990-C994-E8EC-4D07-62C740AD91A7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267D415-AE1E-B3C7-B8D2-ECF576116C2B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089E2747-4F14-F06D-C04E-C9A288518132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C039116C-F93B-C0B8-3CA8-31D72100F4C4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CDA68BC2-16F7-4E86-5D1E-7082034D8E3C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3C873C70-FD0B-E71B-B27A-FA71922ECD9B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D8CD9CCD-A344-E558-5033-6A4D916CC353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66EB91B-FBEC-6351-0A14-4769E1128E19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674418C-27E1-11B5-26BE-75F268948651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58F1279E-845E-E07B-EC4A-A9578F269F66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784FFA80-B697-5A85-FD9A-53A5DCE2CF03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B889B1A0-D20B-2C6A-235B-5CB3346DF11D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4B34C83E-0A8C-72D9-877E-A6AA6BCB0944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31C711F9-9403-1EB9-CEBF-A24ACE6246B0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02FC862A-B573-6285-107B-D843A6C6727A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89D05D5F-F119-7A0F-D4E1-5BBEDF67374C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8D7C171-E1C1-6C82-3CD8-A5B56C7AA7A6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3A60186C-F6B7-F035-D77C-D6309B010A60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45974FDE-1B43-24CE-9201-E935A2F123F2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A7B16677-AC1A-3D78-AF7E-2BB2F88D5571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80B9ED77-B3AD-4542-345A-FD7DB09D7EDD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BBF2F851-5AC2-39F2-29EA-C9CFB7EEE638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AB44CA2D-26CB-424C-B7D4-68E18E15E909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33DDFB16-587E-1832-21D7-64AAB718EA39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4C15044F-882E-AE33-9CF3-85332601527C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27A9C810-9979-2576-FBC0-759602C57AA0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95394901-6BB8-57C1-610A-57D4B440D806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274E12E-B0F3-85C6-417A-F871E268898E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EF07A76-A81C-C5F1-18A2-ED8173AC40C8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AB23EA6-16E9-EE2E-9972-D5E0C4FCD4DB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13019DCB-FE86-7710-08EA-43CE69D52B54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9B4E4C18-DB00-F6D3-3B5F-7B3D05D4D24D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6D80F599-283B-2A9A-EA97-D3B1840E42F7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8C8CA8D4-DDC5-A39B-59E9-9CFE9C1E4B05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D580445-E0E9-F2D1-E879-1127E679F5F2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07B39FB2-52D0-48E3-5F6A-B29CA2E0CF21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75809BD0-0EC2-A02E-F2A7-C597A278E100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FF18412E-C79F-3C4B-6EDD-24549D3957FC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7C3E9E83-F755-75B2-A5B6-02B8CA3C37FF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DC7CC48A-FAD2-0C3B-A9F7-5172505D7D69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16D45AD6-AB24-480D-6978-895270C56E6C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36EC0E32-7460-5F7C-172E-567321995E56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28F27305-77C6-8695-867A-FF9D09B7CE05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A46B39DA-5A31-DDB1-3996-36EE95C214D0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3F27B35C-B347-6A37-9C03-A10E24A41EE9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468BA24F-6D0F-1C3A-9CFD-490BD35E5748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941CF180-B2DF-93E7-85A6-7DE1A1A990B3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CD51104F-3A06-266F-99A7-D544B87619FC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E6E53001-F2F5-849A-AA42-BF3123D43777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6DA36805-DF8F-7FDA-50A8-2729E814F4FC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48037FB7-3AB0-5ADA-BE4B-3B41BB770FCA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E73A0F19-D4A3-64CC-0555-D8992050D6C9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6F8FCB2A-E94D-6C2C-60B4-7E8D0CC4D454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C1F3817A-6F26-9094-5018-85535AAA1662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DAD86DCC-5A12-F700-0868-40165F590BBA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74ACF228-582C-E106-5B09-0A204F378E95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F8A7FEE5-1F68-275E-4C2D-8400F3431C56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46FFB5E-A192-4AF0-F8DE-9881FBF56BF1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BE5C7308-80C9-9400-B707-63AB5F85CB8F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54F60B53-C16C-013A-0B12-092F1069BBE6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5A553482-D992-51DA-D97C-F0FF7ED6C7A6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0711CBFC-C490-8251-EB1C-30057E3C61C6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1820BFDB-9623-3BF6-D4AE-100DC265EF03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B7AA10F6-CC1F-A6B9-BEAC-E7E0B9C56BB6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ACD846E8-8E31-AF98-F712-A2045E9F622C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680E8A0-FDB9-4738-CEE4-602D111C80D8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108A2D16-54B7-6CAE-54D8-D082734C8899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3D30A3E5-7D7F-895B-BA8E-C7B948E3782C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87044C5A-5B66-FE7D-71D4-E56533A193E4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4570542F-D5AD-1A2F-283E-CD3D4401EDC0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F3B6CED6-8AD7-FF80-E830-9FDEDC357082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5F0B13D-8B05-3C9E-6691-4069F135F6E7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3B52CD3C-71D1-74B5-F89F-2D541ABAA9D9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9CBB9AEF-41E8-F0B2-145E-E79FBF3FDF59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E7C463FB-0091-6839-6721-C364DA3ED8DC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87A5D223-A3E8-C342-A342-34BFF8F5D40C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E78856A2-9D13-F443-158F-B45227B0A830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DF354363-C20B-373C-7C57-BEA49D2B6E16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3947CA8A-525C-E316-6A65-3FDC7027AA73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03250777-EDDD-CF2A-5DD3-C4AD27D33849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5C0724CB-B968-034D-F38A-FDC840AF4C30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93EBD741-5190-8D38-229B-D638304F3F5C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A7AA48AC-0A69-B598-282F-C469E9D1EA8A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9EC8052D-E2AF-CC3E-F980-EC9F4D6BC3CE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DE9AF666-FD86-1D86-8347-5D1D81B5DB8A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191FE6C1-3EAB-AB29-0148-44A097D49877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0AF69BE-0BB8-485F-CE1C-965CA2442D69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53B9E208-61DF-3218-38AD-89EAB3F5CD4F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78BCCEFA-94E9-449F-D0CA-BD4749FBA215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3F5CEAE6-76B9-FA03-EA13-001C62CADD14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789EF6B8-5A37-265D-3C1B-3ADC122B9892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411D1836-8009-A763-EBBB-323EBB7FFC5B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FC4D34C3-0D72-B694-5361-39A43434EF98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8A1CFABE-FFD9-0997-FAE9-E2C2E833EF64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BBD77CD4-7685-45ED-A9F9-181A960D3B75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4C4A0F7-FA5C-69F6-76E6-E4BB66EDF8B4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C0433F38-B2AE-DCE9-28B5-05720AB7B31C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A86CFB29-FAD6-741B-34BD-695C4E53C21B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32F83604-888E-63BA-EB6C-51B53F5B0BC2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F4033EB5-A9E6-5BFB-EE88-9758074E5559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FAC65DEF-56E2-C9C3-B401-DEEA49983E27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2D3BD264-B0F9-7AA7-ED18-28DCCEE73BBE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05D5DD4E-E27A-E2D2-F33E-D29D5B702472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08B536E1-1E0A-A9C2-13CF-BC3AB1291AAA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DFB6C75A-10FC-1B3B-4F47-C8D3A4A5540C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B6296C72-3698-A6A0-6ADB-D0063CD297D8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8F757EE7-704C-16E3-7076-E4C63D43F090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38422C41-F933-286A-D60F-2F598313BFC9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CD4CEFC4-509B-8C2C-7F9B-5364A826ABF4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5A74CBCB-16E3-617B-9E77-9B5E0495384F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2CF7C4B9-7FB6-40AF-1802-ACFC6663DE52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D7AF8D5E-B086-1E7B-4F8E-CB538696F771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762F4D53-8C69-307B-0CF6-2A9851C6962C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8EC6FA42-7F73-2665-4449-FE1D97F752C7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A8BE388B-380B-95D5-45FA-8F3B1EDF6067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B05A6948-4783-8B30-992D-FF7C89876300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81A562EC-FFB6-BE98-550C-710F29CC3D1F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7B317569-69F0-8325-FFB4-210C2B588B43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2CFCC869-773A-3558-97A8-FDB8BFAAF465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8F53865F-4743-0D95-AE68-17CB6836162A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5C8EE7BD-F0F2-1C18-B90B-19C118C0313D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F60B6E9F-9009-70E6-984F-DAC8579AAEAD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CC55A9B9-1B1E-F324-E1E6-672B648B160B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5073E14-E256-207D-EC7D-6EE9F566ED4F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80885276-9EB2-86E9-7A85-F0D4EB2312EA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E9D1F01B-E756-0953-A65D-2AE71930731E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C1577E42-3825-3482-0915-204D9BC9D8DB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A896E43D-9B60-93D1-F3CF-861E7EE7D55B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E16253B3-086E-4960-76CA-CA4310EF3B2B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5CC1FCA9-6953-C6FA-FEF9-EA7666D772D9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3C44708E-1032-72E1-5161-FAFD53C1A72E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4E2F84E0-C50C-3325-C00F-ED31C89C7CEB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1FC2EBE6-7815-7EF8-7D9B-BBD2A8E7EEE2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257270BD-85F9-69FE-DCA8-6DEB3E4C30D7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0E4A874D-AD3F-B513-490F-DAC65774CA55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0A7C4511-5C40-2595-AF2A-8AB9CB4BA4B4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036A3F31-4DA5-9F16-3F35-554E4903C18E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6703926F-DD0E-4AD9-2A30-CCA9037CEFCA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E1DB4671-F979-C0AA-2CFE-129D7D93928E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7195AD30-E90E-928F-CDE6-89328D327C3E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FB039937-E903-8CC5-06BA-7F7B74986769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5746C07D-0902-B4A0-C2B4-CFAA689C63D4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52FF66FC-D165-DD31-B1CB-254919D6328D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9AF5AEF2-4FC7-2F6A-AE25-7A170559C939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277B556E-34E0-BB41-E860-3CBA8A594738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B323EB2-B4DA-EC11-9A69-36E9AC00428A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162440BF-5F38-F065-45A1-F87055FD4B52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815E4830-08F5-5B6A-42F5-1E343B19F72A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DD094D40-0536-1E33-8BE2-E60F7BE20E8E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4C995A62-311F-2A97-4E25-9DC0E40584E9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E0F7DD80-80F6-4710-DB84-9E6DDD79B4A7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0A18D4D9-96D2-5611-BA98-9E05ED288676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8A91DAA3-EF2D-C2A5-1564-FF68BA3D9865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10EE135-E006-85A9-B930-97C28BA08D9F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C72C449F-B672-355F-AE95-FB05A2994C3F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6F2D43A8-60AB-3FC4-A332-CDB35D411F39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3901E027-51E7-F2F6-192E-8B51F8669A37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F3EC388D-14C4-5536-36F1-97856F1F201A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7D2265C4-3DB4-A368-C95A-CDEB0197F673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D858DDD3-4945-6966-53B7-CC12C8E66B03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F49D3C6D-42F6-FEED-0DEF-07283EC721F9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BDAA524C-E314-5135-0CE9-3C76D15518CA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2AA9C563-EF6F-971F-6F97-1BE14B985F55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E1930B62-1FDE-0AD0-B6F5-E92B1B20A672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55763B32-E319-56F8-7824-A43CE79F1F8C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9E4AD3D5-613B-F725-21EF-E49E63D86DFF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8F8A6DD5-5B01-6900-4427-B90C52AAFF4C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8E01FD97-8C99-337C-750C-D87709DD76A6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A1F05480-32F5-C34A-85CE-0D2ACAB35D36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85307946-364B-5A7F-3931-31F18DC960C4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9ADB3151-0FE2-CC2D-FA9D-4C6BBAB3B619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10D5A750-6578-4A91-339E-F9625CC9A66C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51467527-9301-89EC-6C29-2EDD7BC2A82E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A0601756-996D-33C0-51FE-D7A42F11DE49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AD8512EE-D14D-E42F-72B7-90B9FE206666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03A7B17A-C26A-649C-BD73-7FD1CD88D7F7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3246E000-0BC2-50A6-577E-FEFAFA2F4345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2D744302-CB31-72FA-5A8C-E8F195857135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CF2F73C0-EED2-E040-1137-6F851A7649F9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D013C06C-4DCC-2149-A97D-900E1A057BD8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4DD08190-3199-84B5-65FB-75D53166206F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3B3CF538-3F81-C306-94A1-74B5E459289F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51EE0811-C8A7-913E-CE48-863460A1DBE9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6B736884-EA53-98E6-0052-4A5AA95206D4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554EE5EA-F9FC-4C80-D5D7-C3732E6F5A67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58A155DA-585C-CDE6-7B5D-00B7C779E855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5B80A3B1-F933-86BE-9226-3DA59D7C8CC7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2298DAE5-035B-C677-D2E7-53DF59265439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AA108D2F-9B9C-A147-3DC8-C35DC03CBC7B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BC2539B7-6B57-F0C5-FFB0-1218D4D725C5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1D1AEF73-0587-A5C1-C301-B2565D95665C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7511F1AE-2E24-A14E-9ED3-D928A35DB35F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0653B488-9453-E1AF-401B-6E7C356C3621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2D96592A-56A7-213F-2CD5-C4A657AD4715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898AB150-159C-718C-4CAC-A53BB3EA19C5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8E9F2FA8-0BFF-6BC0-BB19-2F1ACB9B0E1B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1F8D4A96-70AC-D77E-59E6-11828D7C7181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01D9623-A9F6-D3D2-FEF7-FB796BA0D7CE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822F58E7-FE3E-003D-B246-E3EED5402D2E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B7A60993-78FB-43D3-C002-08C6D9AEE30B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63D78866-F709-C68B-8570-456F951A9668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32361945-F304-28E5-F690-AE12EF90E785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BB68EE62-6CF9-F16D-E831-F6AC5A114A8E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A0754337-53A6-0AB2-0612-C85D07A14C93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6D37D897-FA58-40A2-1F42-55C3EB5FC7D8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1F739F11-34B1-AF3D-D1BD-80813F6D32D4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B0C3F656-DC1B-455D-D150-7BCFC6EB55DD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984D743C-1D58-722E-C98C-AC94B9E2AEAC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E9CF5B19-7F69-09AA-B0E5-E675A6BA9BB5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DBF92D28-712D-EB42-8438-246475C89A40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AC1D3BA-E359-7959-693D-CC3B8ED9A3D2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AB2A2EE9-779D-C0AC-A983-595CA2F51B3F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31C16CED-AD42-45C2-5ED2-D4B2DF85786A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44BE6CE2-DD6B-7461-5629-A622C72C35AF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2E6ED03C-B55A-8C45-1B5B-9BCBFE254E4C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0CD0753C-9CE2-7363-4AB0-9064C53A1A90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67731BC-871E-AAB1-4C28-10D7FD933F3F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03C8F1D-2780-1ACA-8AF1-46C13A745930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CB223564-2D3C-74CD-E817-9FF9028BD5CE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7F349365-98DF-100E-8F4E-B6A1C33A4CA4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0ECFCCFF-06CF-36DE-FE40-6E63C85AD0E7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62D058D1-EE1B-8769-8F1E-0C740193A41E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89BD8FA9-1F1C-ED61-FEE4-EE8F2135AEA2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E1CADBC6-C7BE-9A47-1F8B-D044072B40BB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00C1D66C-1EDA-E13A-5CD0-F413F8DEDFB8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875A35CF-D9EB-39EB-2C2D-0F184183C177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E8BBB639-F60F-E2D6-642E-5E1992FCFB31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582120C7-2362-3967-DC7D-2C734D49E8CF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264DEE41-3882-1C88-ECE2-418499E47DBE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2873E758-7C0D-35DD-673E-F45C9FC064A4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C82ACB65-4835-D3D1-BD28-4FF718C77B28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73F83346-F64F-7ED0-5389-06B844C7C5B3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81A1D703-1940-8437-AFBF-0E9BCDC59000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3BC538D5-81F8-8D42-B23A-EAC96727F87A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B319EAFC-1356-48A4-3563-391355A9FFEA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75BC3C2B-2B5B-70C5-1A6D-93CD7292A38B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7212BB35-9687-17AC-3363-27209121AF24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276F114-AA53-33C1-66AC-5324A2A5C9BC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2BC0EE9E-C9DC-F036-DDD8-34F8F015ACDB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EEDCE4E0-E196-8699-E33E-43667192BA23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6F85EC1F-7671-140F-FC82-C8C188C15BD9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DA7F5DB4-07F2-C3E5-151C-56526463528D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EFA5F745-3DE3-4D06-15BF-14B15AB2BAF1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540802EB-375B-8FE6-417C-503BE58DC818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FD4F7B8F-C4DE-2A5C-D6A1-105C5816A174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E25DAFD-5E8A-6319-30FF-4AEBFCEB6454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68DD3007-6D27-2DA1-EBFF-57F26A137751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05469E5F-A4BF-F349-9427-BF8649C1D603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E97968AA-DE13-6C57-E620-214E2F4F4CDD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338FDF3C-AD79-2775-BF25-C8706CEDD000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BFF87FF2-2627-810B-8848-CF6A976DDF58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0689375C-A32E-51E0-9051-312F7608133B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4A08B24C-89AB-E05C-B41D-C5359F672A07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C65BAE1-9E20-32B0-9F37-C71497BA87CA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4CFC5994-737E-A80F-7F63-179BD64E6ABD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6A5E992B-0614-ADB5-BD8D-0E11EB928B69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3D88CDBB-F791-9F82-1A2A-2555D645D41E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2949C5F7-F8EF-F581-E33A-9DC07DDBBE9C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F2373F06-76E3-1E35-3E55-D6BE0F9850F0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327E47AC-8593-39D6-08AA-932AD9E5C807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4D8B87AC-BE62-B654-B085-7ABFFF71541B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F8AA50D0-1D2A-620C-1279-BAC7A07BAC89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8789DF0A-17BD-31FB-1B31-DD064FF53B61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BE4A299C-0467-56BF-1A20-4BB1D09C8746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6BC02DB6-8E26-85D1-FAC0-B41E24242759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DD2F69AF-3932-5A43-38AD-601EF3830830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BA361D18-B8FE-A0AB-14FC-85891D329AFB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0D25C6-D363-897D-A649-CACC62218955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BE3F8952-F864-9F69-2596-F0DA4D9325ED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E283CD76-A160-B408-ABD9-2C85C07130C8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C67B723B-5A12-5ECD-21C7-80071E335C49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AB2F44D7-1CE4-23D5-9AA4-0C53344012A3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1BE1AFE5-737C-C781-323B-87B028A9ADC3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B5600BDC-E8A3-4D8A-B7FE-26A28BC67E58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B54883D6-46D2-B1C7-D972-4F48B3E5A5E2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037ECCC1-E3CC-1224-7804-6F7DB7490A31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D8535D8D-0C49-3207-BC3E-A7908FF1BEA8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2501BCD6-036C-8F9D-01BF-E7317600D5DF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0645E7B-AB84-13F0-BD33-F8F9AE3931E5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6CC76B8D-B070-B141-DBAC-84F707A9695A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D085CF40-9CF1-E186-4FD0-1E3A4F3D28BA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8866F5E1-6299-3CCE-16D2-E24024DC276F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4672FDC1-5D20-4A35-70CE-BEC54824A95F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066AA6C6-2BBB-8276-035D-DCB69D150DE4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79ACB6A6-8F7B-2C97-7371-2D59DD035175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339F45F7-5BC2-3866-4450-92792C9C1C41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9A810CB7-69B9-9EE4-38A9-70B66089C54C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64EDB3BF-BBEA-C38B-F53A-A4A0C61D198A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109D681A-3E03-725E-B56A-A98ADBCD0011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A87BF8BC-8BF5-53BC-0FFD-EA7B38AF6C9C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38565E0F-2D5D-6728-E24B-7F7F7EE04172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B91A6B8D-4ECF-BA75-96B4-AF4AFC96DB25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ED0F8177-11CB-5FF3-3418-3959DC9CC17B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362011F2-B1D1-BF03-B47B-7C64331DDC4A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2C79F1E2-B990-452A-F8AD-59E9739B7182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C9CBAC7A-7108-7FF9-0A63-A70EEEA39F9E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FC8596E5-D8CC-A2CA-AEAA-92D05316838C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96049240-0ECE-067E-301B-B4802B953415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458E9D36-58E7-D8DF-2AEB-7222FF9C77A5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DE022273-EDFF-7A65-56EA-A33E98B1F974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697A7D65-C9DB-AA3A-3303-A05411D72043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EEFA63E9-E923-6FA3-9967-EB4011A8AE45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6E8145FC-0DEB-0361-0349-F9D481F95AC6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C2DFA83D-8BC2-3764-B054-85C389E0DB6D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E732868F-B630-DD86-D24F-648318EDF0A4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E6411FC6-0284-9825-D651-B8B9E0633555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3CCAEF67-793D-71A9-04AD-2AB48746F208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36E38C21-65D3-146C-1339-00017CCF2D38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6E69BC53-EDFF-C580-5D3D-B536F4756ADD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8E214E6E-05D1-3DDF-455B-F01826D4BB31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86B53F37-5652-BD4A-639A-B7E987F6233D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B673FD8-EC87-8518-416D-039B32E0006A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E935CE85-8095-4622-777C-C0EE66D814B6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0CA45905-19E8-FC31-0F81-6E285D4AE6F8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71EF2288-017C-3BF8-05CC-94B4EEAA364B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03FAA30-57B0-E02E-D4C1-30C72A9B4A4E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56B9E35B-6C5B-50CC-9C9A-D4FA0B56B224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7FE16F1E-DF3D-12AF-3522-04DEE66F8A9F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42EEF4DA-8CD0-82F8-6541-454E4CC25534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E8F48DFC-2D20-8943-DC49-844549F40DD7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F297B7CA-2C2F-8055-6656-E44E2AF4D915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B77A86A5-8E77-7E0A-4415-49275CF96B98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39CC5D7C-504C-EB31-97C9-AEEF8E686353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573B1A92-4C4B-D66F-C59B-3A283932025B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B4217195-F6E5-75DF-7FF7-F68518B0EF75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F4DEDCD0-0238-4DC8-81E3-A2AC3A5EF27E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FD7F5980-A7F1-DC84-E75A-CFE762FD4DF3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19206066-03BA-98ED-E0C6-EADBD418A563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CFC4EE3C-4FE0-C210-B8EF-1E6E59FB59A1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773DEC4E-30F1-2298-FFE2-F2A91DF6EE93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BF2903FF-917F-9A88-73D9-72459F4B585E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90C48368-32D7-3DD4-E9E8-7A3238A9600B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4C9C3D80-EF7E-9F3A-BDB6-4A4ABAE22E43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C0FFB97F-1986-E997-4A7F-2F98F9B82203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07C962D4-9ECE-8458-B192-5468EF1D99DA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992824C0-01D9-42FC-D7AC-5F26E1706AC1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6F672DDF-A745-09CE-FE24-05CFD264EB60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44651B68-9D15-98E7-75CD-676ED17439AC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0CD0910-4DA3-B68A-BDA9-46E13FBCDAF2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0F7FBBF1-C13E-73C5-1D96-FFBAA24EF187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409AA8B4-B895-2DED-6573-82DC84C88CCA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25A821A2-7422-CD33-44CA-00CB7F409121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7368A80D-7296-146B-EED6-53D53C0C5447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A1E145F4-B292-34F5-53F5-4D5B8C3F8B98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2D284F56-A3EC-A26C-D5A7-98622C140BC4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247FD684-95FC-5E2A-BC0B-217D0CD51A58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AAE229CA-9FB5-D041-29CC-D6C81C588189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2AAA5251-23FA-E6A5-5AC2-B7FE3683D1DE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DE1E6573-9F43-F334-D5F2-FBA98DE34066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F5BA1EBC-CF5E-0D42-ED7D-FBAC5B117184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FDD3CBEF-2DC2-8172-14F0-411CBFB8D571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3F24F4FF-D0A9-57DA-F526-177F9413EF85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2A263E93-3F3C-60B8-1FC2-EB3D6458F62D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4948F869-1239-A991-683D-BDCF77844F44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2AC8040E-591F-D38E-15CB-8B9521D7B5A8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3C6AC05F-8C45-3EFA-1B60-44DB651A32CC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280E09E4-2FE0-9B62-F29C-87F300A18C0C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905AC5B1-A7D9-16E9-E354-44C59272116E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8D3F51F1-4149-DAE8-856A-4112D86739D0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AF7F9B9C-C4DB-D7D8-E726-A0268F0BDCBD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DEBF5173-B4AB-3410-F742-82CDC92A38FA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9797A2A9-E3BA-AB42-AC55-82C1DF0B073F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94744BB4-AD60-0724-56FE-2FB1E0512E6E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6E3E495D-4B0A-8FBC-A3C6-97B17F5CFC34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59989421-EBED-33CB-9B9C-34642B59BE5B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2F04EF6A-D0AA-73D0-EEC3-D77ED5CB0930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06E1F644-DE4C-C975-FBFC-BC82DCAF3FCF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67D5F423-55E2-D75F-6ACA-F1AF7CAF473B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348CFFA2-5F6E-75DA-010E-803E429B15B7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E6EAB74D-6D3E-F9BF-1A2D-BDB54C556C10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2A65F46F-B630-2BDE-8C7B-88A2025BC32A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7D349E2B-F549-116D-F53F-E056AEB84765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F6B6B52D-3F60-1526-6520-3C250C441C7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6650E073-6170-C142-E439-DF0D14D34ACB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09EE0BA8-7F05-8CA1-6B00-9D4E543B4266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5E2E6633-FBF5-EA4F-503D-19029FADDC6D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2025E4E4-70F7-4C48-D965-0219796F1925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6C1244F8-BBFF-BCA9-E5A8-52297CC1428D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16601E90-5E66-B2BB-4C25-640DBEC3BA0B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5E6CB6D0-EDD6-35F3-EE03-2E4968DCE5E0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21BFB87C-CA8D-3606-81E4-A25852F9FEE9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9DA5C36A-7367-DD1B-FDCE-8DA395284907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3FD64D6A-7039-15E0-AD87-ECFABFF52E87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B2388503-8C9C-3A55-BF6D-03D3CD92141B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BC97B6B8-4F5A-7BE4-B683-F877A8620932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3D8E7113-5040-82DB-9745-7E3183DD5358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B632F57D-CE7E-DBD7-7CF2-FC73086D992C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A2E2FF1-FD1B-08F0-6543-785496B4C260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D152AC78-8E53-98A9-394C-283801975082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C45DC015-5EAB-E120-CD5B-ECB714073557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300806AE-75FF-386B-5A64-CFCAEC328E06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6FAFB023-8000-43F1-BC7C-26C788F3DA88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A4539D91-D880-2CFE-7B94-8436FB535482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98F8DA7C-7CE6-0FCE-2D5D-ADABF62F00BE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3A2B6749-FAA2-5BE9-4DDF-EE0DEC82639E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D704F326-BB4A-AFDC-F67A-5D3A9B73B46A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0BCF6A73-2FB6-FE3B-CACB-4522C710A3C0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1E2B316A-468C-BFC5-2A34-D2E035E29D8F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C67E7DE3-8831-57A1-5FD5-D603B5B86746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56F69387-F25C-2531-7364-B35795B980A1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BD78DD85-94F1-CB07-665E-E0ABBFB831C2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6730402A-19C5-3669-872E-77B0F0268AED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CA4DC738-29DC-A9DE-96D2-BC0854B9BFAB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82F2E13F-02DC-34E1-F339-1BBD61A156FE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AEED8709-DAD9-6555-97F0-82D4BA316A75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3B0E2EE6-0C43-03F4-0935-F73938945BB9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5AA1D882-3146-506B-A544-7CF173071612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17884785-AF10-79DD-BB9A-2B7FA2B2F9D9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1B103EDE-49A9-9976-62F3-56AB1F9DD989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2146123C-70C3-EF19-D71F-56D3FC09F47D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A25A5438-6397-78F7-724B-AFA73B5B483D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E7E46239-BDC2-3DD9-32CD-EE800B0E175F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A1C73E9C-419F-0DE6-8383-1D7E6611802C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B85AADEB-BB3B-3CA9-48EC-87F0A92ED769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D8B9A7FF-3A4A-6107-1B28-78D6CFC00B98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C794DD8A-F41A-F231-490D-E1BE560C3A62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A0DCC2BB-5ADE-C77C-DB7D-75712292834B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ECC77BAE-0AA0-8A6D-C403-98F34228A539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394CAFA7-DD69-3832-3472-AC167DA5D22C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06F20DEA-DE37-FD09-4276-B26C232511E4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40FAC03C-BC53-DB42-FE0B-11AABF083F47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F00009C8-F7ED-EB37-9D69-3578CD2BA8CE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D22F7E2A-588A-8EDF-891C-E91E0FFD1A73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B32399B7-A949-32A2-FFC6-CEAA33C132F3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85640F0B-4BD1-CBB8-579D-98CFE476FFB0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89239D5C-C384-9487-0CBF-68B3CD42F17A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B93D7D95-B3AC-562D-194A-F341A6ED0C47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14527749-5EE4-AF91-7447-3F95BFD8FFD6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C13A3737-537E-3744-B506-D7296B05BCC3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B84FE5FF-F6A9-A52D-4F9B-B4242096D121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D6DE3F6B-138F-5EAB-BBC8-730B99CEE83E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C54752A3-CC31-162E-22B6-4FB23DB1062A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2F0DEF53-E603-2557-2266-7BC01C87E417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28E91B84-BAE3-49FC-0E52-E27C85CBA767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166065A1-7035-B2F0-2677-F13F49BC8951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5686436B-877C-0D68-481C-5B67DB6B4EEA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8CC60590-F3EA-C8EC-E91D-CC58C88554B0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D003232A-5FB4-B052-02F8-D68B585AF31C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143F75A6-CAC0-D975-56E1-3471CCCE09E4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4C8930E1-0129-D80B-E97D-7880D3CCB3EE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6D771C12-69AF-C6BF-D7C5-82439A360767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2F462413-FF22-1F47-1E01-847D97AED9F0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778F828F-3A6D-DD73-B64F-5B0B110785CD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EC73889B-2A8E-2AC1-E476-6EE21BD9F93D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0743E5CA-81EA-EEB9-3DAB-B2AC0AA83F46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04F10961-D80D-76E1-A86A-930154087148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3F59A92A-F0BA-A0B9-F56D-6AF49716E066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92875F87-B5F5-490D-C44B-04223ADDBDAF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DCC9B8D9-8895-6BBC-4204-D46AF2F1C14D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F0F356AF-5006-A584-2DB5-DBD8155EB77C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61B74655-2A6F-9C20-BA1F-BC435508DD20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30F4EF0B-3BD3-D288-8D77-F42ADBE38001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404FBC7B-9F5D-40AE-A907-7968A6118165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6BD75CB9-7AB6-20D0-016D-30F794FC8CA2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E9F942FE-DB44-7833-5050-C6A29EFDEA61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752A246B-0CF8-770D-56A8-D0FEA9A28541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B5869CBD-F013-C9D6-6204-FC4D8C88386B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00EE059E-EC19-8043-EDE7-21E6B6DEC3BE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FABF2B97-BD1E-A28E-A154-21E2CC4F6FA5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0B070C80-9B3E-36D6-4255-9C998296A625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1D878253-0EF6-A9EF-9350-0FEB99EAECE1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789E8B1A-046C-81E9-66F4-67F086DD7250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86525D6B-2283-E708-D9A6-A6EB6ADCC1FC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CD3BE4D8-00E7-7432-2763-E4965DEBFE78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8B1AAFCF-6FC2-2E26-D902-F4866A83B442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6B318BE1-0738-11E9-A8B1-ABA54F6056C1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C9996DF8-12A9-D497-2E7A-8D7DDB5D3684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59DBF824-A04E-D85D-D08C-04FF34E7E1EC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5C39E81E-B19F-734B-AE44-DB66238F9FA1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C1A04F7D-8EF3-7FC0-3CA3-4AE50F0548FF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8AC254DC-9AD0-30AB-C0E4-3AE4A07C2E11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3BBDEAFD-AC8A-6559-178D-4CAD3AC325C5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B451A4AA-6B2B-ED43-8A11-819DAA8F30BA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06071935-A347-259A-C3CD-6D7B39962F7D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CC3948C8-F134-D646-F349-ED4F90961571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652EA065-F0E5-6376-BE4C-CA5B097ADC7C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53602E62-9BDF-1CA1-0AB5-38D37EF00AE5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2174F8EB-05F7-895C-9321-261160CDEDC6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66FFCAA5-92AC-B22D-FF33-A46A6215A33D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E25B5A45-1BD1-3309-D7C1-A7D53B3CC2AA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C835412E-FE5D-B4BC-8C58-2ECF9B1B2133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2A472822-AA20-EB9E-F058-BDF29436C195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65542DA1-6DCF-B7CD-93BD-9D4388D5863E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422164CF-9549-EB04-E308-084EBC2CDC4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CAC604C3-5171-BC16-0CFF-4599A333F8B6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99E27818-4033-21BA-97EC-092FF36C167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0229C36C-1C81-EA89-7213-95DD6BDED5A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735C4494-23FE-6091-0FBF-24B4F8712E74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2B0343F9-2093-5C9C-2939-5530925041A0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33466C9A-C10D-F6BA-1A12-758C29EA39C1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D7EAD752-2109-9FFC-BACF-0F6378F9557B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91937C9F-60A5-74CF-BFD1-02D0C27EA98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4770FDC0-C8A8-1D8D-34E2-8A226920C77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1E5348E9-8C37-FB86-1C07-1CF0098027C9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38AB1CB8-9646-980A-6D7B-1BC62FF1806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76E51BC0-3F14-0695-F756-35DBD778402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6841ED77-CDEF-D760-F571-B89460F39ABA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2941500E-D4E9-17EF-8219-01181422CFA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0D67BFA6-DBCD-3017-DE89-3FE3DFE7A079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1C750770-D4BC-896A-F4C8-C8E3E27FDD09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A78F4CD0-8070-052E-A8E0-17D3BAFD03F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4525BF06-380F-0A9B-7F02-2FDBF8CB66D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7E039BB3-C19C-E348-43FB-6B9B8B6DFA1C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0EA69063-5CCD-5A2C-12C8-E6EDE728524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88606A1C-B210-C204-8C82-D44178F2148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7EE74828-83E0-4C0A-CF4B-DFD892367F9B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28BB1337-9AFC-9AE4-5F5A-C5836512891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E8C7F578-55AB-6A47-576F-3A271D80EC76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7F6A5051-9DA6-AE41-5E63-1BF3AB531B32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D26FE49B-07CC-56EC-AF66-347F73BC335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AA8C8B43-F8A0-00FE-6CDF-F56C0ABB35E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823993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7185DB-07F1-85BD-6739-BB8C4CCC70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9C4524A7-7E57-7AEC-A4BB-E7AA7F7575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Informations générales et contextuelles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868D4464-7D73-D5A5-51E0-6B7967888E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77045CF-2AB2-A362-799E-F203C655DC15}"/>
              </a:ext>
            </a:extLst>
          </p:cNvPr>
          <p:cNvSpPr txBox="1"/>
          <p:nvPr/>
        </p:nvSpPr>
        <p:spPr>
          <a:xfrm>
            <a:off x="507245" y="1190239"/>
            <a:ext cx="11177364" cy="53399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UNIFICATION DES PROCESSUS ET DES ENVIRONNEMENTS. 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</a:pPr>
            <a:endParaRPr lang="fr-FR" sz="12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 Groupe Beaumanoir souhaite la mise en place d’un modèle commun, basé sur des processus partagés pour les deux entités Beaumanoir et Boardriders. </a:t>
            </a: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La solution de demain devra permettre de gérer dans une instance commune : 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le multi-marques et multi-entités, 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l’ensemble des utilisateurs et des accès,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des droits et habilitations sur les différents périmètres opérationnels. 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NOMBRE D’INSTANCES DANS LES ERP ACTUELS. </a:t>
            </a: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endParaRPr lang="fr-FR" sz="12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 err="1"/>
              <a:t>Boardriders</a:t>
            </a:r>
            <a:r>
              <a:rPr lang="fr-FR" sz="1000"/>
              <a:t> : une instance commune à toutes les marques et entités. 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/>
              <a:t>Beaumanoir </a:t>
            </a:r>
            <a:r>
              <a:rPr lang="fr-FR" sz="1000"/>
              <a:t>: huit instances </a:t>
            </a:r>
            <a:r>
              <a:rPr lang="fr-FR" sz="1000" err="1"/>
              <a:t>Storeland</a:t>
            </a:r>
            <a:r>
              <a:rPr lang="fr-FR" sz="1000"/>
              <a:t>, une par marque (</a:t>
            </a:r>
            <a:r>
              <a:rPr lang="fr-FR" sz="1000" err="1"/>
              <a:t>Storeland</a:t>
            </a:r>
            <a:r>
              <a:rPr lang="fr-FR" sz="1000"/>
              <a:t> ne prend pas en charge le multimarques).</a:t>
            </a:r>
          </a:p>
          <a:p>
            <a:pPr fontAlgn="base">
              <a:spcBef>
                <a:spcPts val="100"/>
              </a:spcBef>
              <a:spcAft>
                <a:spcPts val="100"/>
              </a:spcAft>
            </a:pPr>
            <a:endParaRPr lang="fr-FR" sz="1000"/>
          </a:p>
          <a:p>
            <a:pPr fontAlgn="base">
              <a:spcBef>
                <a:spcPts val="100"/>
              </a:spcBef>
              <a:spcAft>
                <a:spcPts val="100"/>
              </a:spcAft>
            </a:pPr>
            <a:endParaRPr lang="fr-FR" sz="1000"/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NOMBRE DE SOCIÉTÉS / ENTITÉS JURIDIQUES, ET ORGANISATION DES MARQUES AU SEIN DE CES ENTITÉS. </a:t>
            </a: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endParaRPr lang="fr-FR" sz="12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marL="171450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/>
              <a:t>Voir les éléments ci-dessous :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Organisation des sociétés | Périmètre GROUPE BEAUMANOIR (incluant BOARDRIDERS)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Organisation des sociétés | Périmètre BOARDRIDERS seulement</a:t>
            </a: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endParaRPr lang="fr-FR" sz="1000" b="1" cap="all">
              <a:solidFill>
                <a:schemeClr val="accent1"/>
              </a:solidFill>
            </a:endParaRP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endParaRPr lang="fr-FR" sz="1000" b="1" cap="all">
              <a:solidFill>
                <a:schemeClr val="accent1"/>
              </a:solidFill>
            </a:endParaRP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NOMBRE ET ORGANISATION DES DÉPÔTS PHYSIQUES ET LOGIQUES. </a:t>
            </a:r>
          </a:p>
          <a:p>
            <a:pPr algn="just" fontAlgn="base">
              <a:spcBef>
                <a:spcPts val="100"/>
              </a:spcBef>
              <a:spcAft>
                <a:spcPts val="100"/>
              </a:spcAft>
            </a:pPr>
            <a:endParaRPr lang="fr-FR" sz="12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marL="171450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/>
              <a:t>Voir les éléments ci-dessous :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Organisation des stocks physiques et logiques | Illustration sur le périmètre BOARDRIDERS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endParaRPr lang="fr-FR" sz="1000" b="1"/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</p:txBody>
      </p:sp>
    </p:spTree>
    <p:extLst>
      <p:ext uri="{BB962C8B-B14F-4D97-AF65-F5344CB8AC3E}">
        <p14:creationId xmlns:p14="http://schemas.microsoft.com/office/powerpoint/2010/main" val="279198256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D8D3A3-036A-832C-A174-76ADF5CC43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E517D98E-9D59-E255-7808-97099A8ADA52}"/>
              </a:ext>
            </a:extLst>
          </p:cNvPr>
          <p:cNvSpPr/>
          <p:nvPr/>
        </p:nvSpPr>
        <p:spPr>
          <a:xfrm>
            <a:off x="5902960" y="311404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A4FED0FF-3A9B-2BFB-7046-D52D0585E9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907D5691-5DAB-24CC-D8F8-D85ADA8A2F23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A56317B8-65B1-D447-2541-932C9939CD33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132E45D1-B988-6416-C5A0-420FFD45666E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BB183AC6-B2D9-99E6-CEFA-955EEBF66CFA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1736C41B-7C3F-ABA8-144B-226CEA9C36D2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068F0C6D-9626-7DDE-3E1E-F5274D54F718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CE026771-F325-BDEE-8203-B5738AE0F591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B0DAC175-39AB-94A3-CA42-8BD7F441952E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00A227F0-4648-1FA4-0D27-77927705D1C2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839D9252-6A6C-A6F3-35FA-36B9845C7606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5E3D7264-A6E6-D159-0BBE-542592AC478B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359DA3-0D06-2657-2C67-B222073AC5C6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6E41884A-8B42-88FE-7463-07FD42E75200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984D6FC-B256-6A3D-E3EE-BE2CC9A74956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402609EE-8456-AC57-C1A0-340FF2844F85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2EDA9B3A-2F70-1E45-0853-067F6667173D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8D7F3D81-7CEA-A291-5D68-B687FB6B81D0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96E0C1D-18AB-2D8A-0280-B0131A5294F4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1884B0A-AAFB-71CD-3ED5-886787398936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2CF43CCF-7F8F-5A55-72E2-ED6699AE3488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DDA07834-F446-2A83-F2C9-F4127FC75317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C6B8116-C1D8-6B78-9285-330F567BA129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34F3EE50-6768-EAC0-7455-873673C2DCEA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B4AF7AC-B93E-F283-1F04-193B5E77046B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0C3231E-5D02-CC01-6FE3-5CDC31FE49B0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894BB6AE-B280-C233-E6BA-4C879967A4F5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70D73D28-E0FD-9C15-69AC-50EBED480A92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EF17A4D-8A9B-698E-CC1E-8DA81CBD7A6E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1B6ABC46-4092-D9E6-A256-B9F450E3D917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51B6259E-603C-E31F-E38D-1B59F827CC13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AC238900-0ADD-2A91-440A-B2AD1ED92708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D6E812F1-AF2C-7650-B318-63507828A9F2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90BF76E0-B5B0-FFDA-F350-647F899935BD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DEBD07B-5E0D-BEC0-5210-CE9D4ED3FDD6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DBA016F6-980D-2ABD-EC34-71208F5FB928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B287D130-5765-852D-5316-CACE65D0B965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22F9A17F-3F85-49FA-21AF-311D3E386544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B31BEBE6-99AA-3757-15C3-78C4591AA0B1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17F958-BD59-C14C-0E62-2DBC6BE1CE33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564B5CA4-622D-82E4-567E-5DEC92DF81F4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7C548ECF-9C5D-E2AB-1F07-CD5D9A947B73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0BADB521-5F2E-613E-27FF-11B65DC0AA89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733AFC1-FE44-BF0F-2F26-DE671BCC009D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BBC263F9-71DD-9C54-96F8-87D658EA2909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CBD006E1-2F0A-26BC-FEA0-A795CFAFC7F8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5917441C-9ED5-5C15-6EAD-1554EFE96E7B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41CC46AA-25CF-D253-B812-54E6942DB5A6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6BCDD4C9-A79C-47BB-03B4-FA58958A7E01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BBCD056-B861-3DAB-3124-B69593E8DBEE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E88F34FF-89B2-B72A-CDFC-B8AA4D15AF7D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815CE78-C462-5B61-ABF2-49596A2FAFAC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13F37919-7A56-F5B0-3B6B-3DD61A8D9264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D7702E36-9F06-4F4E-87C6-D66C02459BAC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49FBEC7A-084C-62FB-9E1D-728F0C20F173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977D8569-1913-006B-5533-0A5E4951B2AA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4ED5B5-5A10-261C-204D-84718BD0D417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4FA84E83-D571-3FA1-13F7-79D9CFC39B64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02D3CAA0-B640-3A9F-FC83-1D1B575290C5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AA591E20-5ACC-81E5-CA1B-F6CDDFF45518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A6AC94A8-4C2F-50BD-6893-D69D011B7126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7ABCA1C-592A-0677-9BB1-DDA9F726B88C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44ADD7EC-08AC-F8AF-1F6E-FBFF0A330374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3B47BD5D-61FA-A0E3-8BDA-0AA0EC815A00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7458BEE-3DD5-0D21-56D3-32CCCB4A69AC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C2615AD9-513E-D32E-3051-158220D698DF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58A04589-5167-6B3E-EFDA-2AEB2164A4E7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094DAB14-D121-4226-1E36-F843658833E3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846C708B-F8A9-D0FE-412C-FA965EDCCDC1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41B5B53D-E413-2CAA-5DFF-9BF510F4F420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EA393CFD-9F7A-5383-0966-80303D2A873A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11FBB18B-7E41-119F-3F38-9577B07056C0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7EF9233-94BD-9DE9-4BEF-62B78EA910F9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F6A21016-C605-C32B-1D27-A3E6BA5FA113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58206182-04C2-EEDC-12B2-FF99ABB7157B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57FD2B05-D1E9-44A8-AE2E-84BAE27C2E0B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F431FC83-E332-794F-A02E-6C8DCB3254FC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A246C042-6D5E-B6C0-C931-7CFD1EE0CF58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BB08D9B2-DEBA-C57B-4AE0-7DC0812CF4DE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1F233BB3-0218-29AD-BCEB-16DEDBCF0697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C4B5729A-518D-D83E-41F2-243F7A615C91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B6B06301-16FD-226E-221E-C52A1E3CE51E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5C141F05-EE10-1A83-5BBB-0B5EBB5A2146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FC766AB9-36E9-259C-D6B7-914609BE75CF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5F8CC9AF-2A2A-7E05-AAAF-521C63837F34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67CCC61-6A4F-397E-9EE7-72562862B104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637EBF91-CFC3-A2B0-BE39-9867FB9DB01D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D8C39F5E-CAA4-25BD-21A8-BE37586838AF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B75EC5F-2686-6ACC-F535-E5002F5028BC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C93B01AD-3312-235E-AB1B-AC32F26A45D1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4EC0AD8-DE93-CCC3-8FC1-C9CAABA437EC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AF0B62B-7D86-8C6A-ACFF-174E0E7AB2E1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1A91667-714B-3481-C6A9-27CAA684B787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5320D4FA-664F-C7A5-58E0-C44D14391464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9D9BA659-2AE7-4AB9-8644-73AEB56E306B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97AAAD3-2CF6-6D8F-1969-838852065121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9A117F00-A195-E837-2E75-A375256BAFDB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0C1A3E35-E82D-DE7E-8CFB-155CFD05DB1E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E98B964-F146-0F41-2E8C-ACDEC4F94033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B000678C-2A05-6D3D-39CF-EA133D96031F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7A951B2-199D-3E84-54C5-D13B86BBEC70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3E8C6A86-5C19-C7EC-395F-63F24A3E6FA7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927C8101-EC0B-BA0A-51BB-32AE261D59EA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E31497A1-4DE8-C676-5DEC-B38CB4EE23AA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7B1C93D2-3ECF-9FD2-26FE-32C9EA63A03D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5531B31C-EC11-608C-5133-3EA842ADB8DC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F63C0DDF-A184-6802-CA60-1F1425AE10EB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9E79178-3536-55D2-0C3E-18A9E1B8D116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801606ED-1E5B-3527-4494-9D81E8D7CE6A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64579731-85AD-1ED6-87CD-5787EA71E97F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134031C9-03D1-8898-960D-60D1154407B4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D29E69D5-5705-38A5-BCE1-D8704DCB75C6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276DA769-64F1-8EA4-A3DD-32BB8368F265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E5A077E2-36C1-8E4C-E521-803179DDFE67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A34E10C-DF05-CF25-46CB-DEBA1FA79E50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545815C-D333-92E8-8EC9-5058722B6067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8CAED487-2D1C-45EF-CE97-BBF5170EB6B6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1E2E7579-0744-BF94-CE96-89FDEA76B83E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3DAED8DA-9FD2-4A86-91FB-8BC5575BB512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A4B8EAB5-AA67-DF85-15B7-370EFE28C3E4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49779127-7492-7F1D-547A-3F5C532B13F5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6D36A515-59E2-FBF4-4AF7-FB64A54CED3D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1CB66A36-0B7B-C7D1-8C1E-39329B4B4D4A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258341A3-5824-E8F9-18E7-CCFF425E9BB4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35058498-69AF-D664-C930-2A69625F7996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EB65EF89-C707-F254-D424-9337E2E72CC2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D381687C-1C4A-FE2C-71C6-386F35EAB1AE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FD819788-1D24-A3DC-5D6C-A4D0D9B23685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291308B9-CB04-6647-4D0D-F722D382C94C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329F65DA-2C3B-1A70-62B1-524FE5EC1926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1D97052B-F696-DF1E-0119-5A86827875AC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BD252F78-8A1F-1C36-19A7-F9F2363D1649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EB746E9C-597C-8DC1-90E6-5D7D4F9D89C4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6486E45-778B-AF7A-7402-0E8551C2B23D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9B5ABC76-09DB-2C0F-9017-4F27100C8DBB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4FCCF512-5065-31FD-F69D-C60C9E858FDC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62AF65BC-904C-3269-F22E-E55B05C6FEA9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9AB80431-7DC1-D687-4A30-037811BB45C1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10B384E6-0626-A6C1-C8FF-514F159D18E3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88E7C501-F6FD-E5DE-ACD8-169B9FC791D0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1725CC2-7AF1-9434-A45B-2F3D12BEBA77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9B5F58F-26CF-AAFE-9FFC-D4C1DF8BEFF2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A95DE5B8-FF84-2697-B5BB-1DF511F936BE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226770D7-1767-910B-C7F9-B49C8A57C553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0F29D0D6-47A5-18B6-2FF3-E926935B338B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35B5ACD4-1BC7-F442-F03E-21490D69B726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F1849496-D8B2-3C2A-3A50-6418665B480F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4AD8E2F6-9616-8446-B7CA-219C20E8C521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6D8FD9E7-E493-A4A1-27E5-AB7E0EF6C873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24A9B50-BBAF-08BC-5B4E-DA0BD7A0963F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2684A9D0-405D-3152-ED23-6FD595646193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45DE9ABD-D0C1-7F82-4191-BB8167539421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E379C09A-C638-2A90-40D7-F2C4AF29DC74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F46A16B7-CF38-35CF-9BFE-0A703050DF56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6A2E7338-F0FE-B956-D61D-5A46FFAE7D0E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FC62DF0-D9D9-B6F6-ED23-AA2B6396A254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E3617B97-F96E-A028-86DA-275BD06CAB60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C79D5EC9-C7AD-89AF-43C5-DCC3A400A84B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4F96A3FA-73C5-38A7-04AA-849FDD2A3FA2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FC3FA186-9E6F-A9EF-CE25-707A80A8EE9A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AA838144-A48A-DC1F-A660-D2225FF37316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077EF9C1-C04A-7C01-A5D0-AFAF772E3883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486B3C97-5CA7-CE38-6771-F4D006A91AFE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BF914E3A-25DA-DA51-66BF-770A96D4AE2F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DE991F9-40AE-DC83-A5D1-160C2F7DEEFB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376DCD64-8D48-480A-DD63-B404EA2107A6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D6719670-E122-0D5C-920B-632662A4FD48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893D9C44-B187-FA0C-505C-1F08D2B36EE9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B24B3873-E07B-0632-FBB0-932D3804E393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347005D3-5ACE-865A-28D7-CC7A6AA5E561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EC919B13-1356-92F9-89C2-132BD4BB68A1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92B62AFC-08E1-1B13-6833-FD03A64511DD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4EC13E11-AAC2-355E-BAB1-903872AD918A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FA49A84-0094-1C1B-8ADA-911D7C3239E0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05ACF650-1460-98D8-72A6-010E7DC19795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72A3217A-5971-C1F3-8D23-1906722F1C37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1058251E-2042-A40B-EE25-28F3DD1D30A0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0A7EB959-6E32-ECC4-6B79-393D8246D085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C97557BF-4004-E0AA-3F5F-57A14894C906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7500685C-36E0-4A8E-225F-9D667F1C1BF2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F4467832-803F-4551-BA57-85FD8237B338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1E917DE6-D27E-C8FA-53EE-109500574A7C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85CEFFBE-38B9-075D-1813-B5C1A9518257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DC04494D-CC6C-9E05-1777-E57C322B356B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498395FE-F040-27DA-15E6-822557E20233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EE67DD41-45F8-2E78-4D05-E947BBF1FE2A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060DBACC-4B65-36CE-2307-D033DD728A8B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DECC3B4C-DAC2-A45C-45CD-22147DECA2A6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643984D2-3FEC-4AA8-D788-51366D92E529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7E89B61-07DD-110A-1EA4-9211E2A2DBAF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49BC6411-4619-BD76-E0AF-1E408FB2ECA4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2CB566DC-C250-8F9A-D92C-AA54F13BA706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C667E1B6-4753-E7DA-8C0B-2574AD2442B7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E1A348F9-770D-D93C-810D-7A61D7230985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AFE02808-9CBC-6DBA-B846-2F65E3F4C04E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9A8853A6-3488-CA61-6BBA-CE7475711BDC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DD8D0121-6C85-C284-603A-EA08F0E36527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2517F9F-3352-E8D5-EE97-CDA5EFB32382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C5CCD236-1676-ED02-465B-37FCE21A9EC5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B3E59C30-C895-F1CF-CBBC-E78C250165F2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3C970027-9048-C106-1486-B700FD99237B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60FEB894-52EB-F1CD-37B6-B1A40E96514F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BA7C731D-E632-E312-E294-679E0EDB159A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C01FA3BE-57BF-2926-A0A0-58C6E907F43B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68B1CA71-A2AA-EB75-157E-008AB7D30EA1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8C99C401-8CF4-5071-6848-FBB937F8FCD2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B43FF75B-9507-A26A-23A7-C4842ED3C4B4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93EFBB40-55D3-B9F3-BD80-67B896F20E0F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CD733B57-F160-40AD-5F34-CDD5624B2198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E30F1129-420A-E672-C053-D0CDB50ED44A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D0B16F0-849E-AA85-B428-3930928049FF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8F71A667-6169-CFAB-992E-0C25AB30CBFB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D1285B8-F2D5-B7D5-D1EA-52E55655AFF0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24AD6DAF-C9BB-B081-329B-B011D87A252D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6E2C29A4-4FF4-0596-95D9-F81270B53246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18E775E2-7B4E-102F-BC6D-E43E3B1F642F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9A89BF2F-ED81-D7A6-D363-9759AC75164E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374A736-67F2-4AD4-3D90-BEA467D8636E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B449AC0-ADBA-A7A1-0FDC-8E5A607F780E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EC97C8D4-E736-0580-94EA-07678976F82D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4CCBAC0B-FA9C-BAA2-5568-3930731A2412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D1795878-97F6-55B4-E378-DE9D51339F1C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CBE764F8-1091-E78C-0E18-3B2A0A929800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9811CED5-C39F-2620-BE18-B21409B12F11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41088684-933C-6AA4-0BED-0E832A630F0B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C46C1679-2109-8B51-1F77-1A037C4B78A4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A50720F0-55CA-C246-0D67-4C15A8B24B8F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15750234-632E-50AC-C9C9-838EB834B129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C5CBFC86-B80E-1DF1-C7EE-FF7B25FC462C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1F2E43B6-4673-0A32-9196-A65D1A172557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6BC0DEBC-2EE2-8926-1C20-43F4D5C0189C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9C4199CA-FA7F-317E-2DDE-6F9FE9093FB3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A13CF405-1768-0E11-C114-AEA6683F5967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B9778941-4F0F-A198-3973-543940B85744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58149E5-DC83-5267-D66F-AE243F4A7EFE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0A7827FF-7566-A561-FEB5-5193638E3176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C24BECDC-06D0-1248-05E4-04431FFAB1BE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A9EC4E00-BE45-E700-BDD2-4096776B3A2E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9AD445D2-9EEC-1BD4-C69E-6469F99EE956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5CB1EA63-07D0-98B1-CBD1-03CA198E4C5F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F90009A-CA8A-DE84-8923-74FC5288C3DA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22C566C3-0469-96A5-B04B-669AE1747FA4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63C0DC2-6299-C8B2-89CE-59DD10ED5C9C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ED872CA0-E1E4-0C80-AF67-61BB49084985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FEC30DD-D9B4-E043-D2E9-55A54F25FCE0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A094A730-E784-6A97-397A-1FAF879D48F7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21C40C9A-E9DC-2862-EFF9-DB0F51AF27AD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6334E69-F890-B649-6A4E-430D3A7F47CF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107F52D9-32A4-FAF0-789A-90414E517E6E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4DBC68DC-0BCF-BECE-F6DF-14BD36563C84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850C39D5-5DE9-0CE3-BB00-61B6DC20E480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A40967DB-C0AA-7970-027F-4F7D96BC1D0C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64BD68F9-FF6A-5458-0E46-01D9A9A3E7A2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91278088-853E-BB29-D395-474031AD0E73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57E632D4-51AE-C3B2-D68C-11F0A0377E12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B40032BA-DB21-9838-014B-4E15C7155517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E0E28A15-BF88-4922-8302-920F92C8F7F1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3A5C20B6-F560-C78E-B0E0-D0CF1CC729FE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D3E0C8CB-ADD3-D67C-5FB7-EBE909C89B64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C8CE937D-0450-0E84-2129-9EF7358192BB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BCEB41F4-9A38-8D26-C403-69BF4337D552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EE6CD28-004F-BBDB-7836-50DE147582E6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D815470B-61D2-99C7-09DB-0F6BFDCA258D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7CFE782E-9ADA-3271-2448-5F9F4A7B3F88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19263A78-47A2-829E-B7B7-CBE27C6F6758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588C5591-EE1C-4FA8-2ED1-E4C3008DCF05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EB05901F-D3CD-B880-529F-9DEFEEBDE690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6BB7282E-ADF7-140B-EE99-E9842B96619E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B1B0B8F7-7165-D84B-9623-D87CEE9EB391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9AB9E1C2-D4D1-F1B7-9DFE-BB1D5BAAB1C8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C3B81CE9-4F6F-2405-35F2-687C941D5706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EBD4F7F5-B3D4-C056-1972-61FBD8345F3B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8E48136B-CDA4-EAE2-58A4-54F05667B118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E1FB2EE7-996E-0010-5058-EB8D386558A5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29B70438-96D6-4FA0-185E-14D0F9727523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3E62696-ED2D-216F-885B-42281CB50E8C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54722985-2CEC-3842-01F1-AE2083871F81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21FD4165-74E8-A9DC-C90E-462777CE6DD4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C8B4C9C4-E0A9-65B1-FB8B-B62446330A1B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CBDC422E-FCF8-AED1-CE85-22727D7C73C5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E76867D5-6F58-6F79-7977-FF6EC4BC856E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8880DA1-63DB-D2A8-A9B7-1A295A18C0C5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5ED2FC4B-6D64-35BE-2391-E8D9636C1956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9C571219-F609-735E-F5C1-6690CB14096D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52FCEFA-0C05-D8A6-1EE3-072ED1D496DD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ECBB8288-AED6-25DF-E091-2372827438F5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6352487D-57C7-740B-1B59-BFBF0504F852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6B691147-CC7D-CBAF-FBE6-ACBCE0B8CFAA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CE8D05D5-5449-6174-9B1C-32B0A664D888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09F7CC2F-B0BE-E564-97AB-D9106A9457E6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5D96E70A-C108-26EB-2CC4-A2BAD7A58B70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349A0668-5530-822E-58E4-352142BAF4E3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9A3A6AC5-F038-4A96-0A9E-89631412C6B3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059A505-C729-AD68-1845-B40F32BE0342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E9D26191-4639-56DF-FC33-DC65EE15A47E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1A714F53-B346-019E-1606-DF9416B3B8E9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72654BCE-6344-E04D-44A7-0F314CF91A09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5BB2CCB-1BA4-0AC7-F4BD-BFA81C1B0C27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EB278DC1-18E8-3C39-56B6-E63AD074506F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B75F8162-23F4-734F-98E4-8BD0ADB01F0E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8A742449-1327-11A5-1C2D-B2BC1E0EED8C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4E1F1AF5-5B44-4E97-16A6-C363B5A0694E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59EF4ACC-7982-6191-0BA0-11D501CB8449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18EE80A-625E-20D2-B3AB-27E28EB1C017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7FA038FF-FA2B-B3FE-0BDD-60C29BACFE6E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3FFE2DBA-19A9-6331-C80F-C15FCE496099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A3B647D0-0E37-8295-8CA9-0B2AF4BBADD0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A8F36EF3-56B8-66DC-79DE-D1C952867FCA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7FCEFAB-AAF9-63E9-991B-6CB3F4EA006A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516A8E74-A5B3-B977-2180-DE3ECDE9E8B8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637D30F-6F0F-9C2C-4F48-0EBFFF5E7CDA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66A953D-9C48-A4B3-570C-95CC251335F0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9C2C90D6-2E76-9FBA-22B4-1FB0960AE648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1A6F288F-D8DF-28FD-A792-2A338138700A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4DFE9BCD-F510-8ED1-8C21-5833B185DB19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0B3A6F68-A794-8476-E04A-37C19843179F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B63996F7-66E6-19C8-9ABE-4D14D8154FA9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22636C0-1E83-BB81-1E6A-526060BF215D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1A84E5F8-09D9-52AC-0E43-CBA504DAAA5B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A164E93A-C76E-DB6A-2C1D-0D01F551DD50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C2788956-2B0E-F67B-B52C-5D7F9A3989DF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BCB359B2-D8D3-50E3-90B1-E530FD241F7D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624ADA5-D2C6-9AE2-0E53-196137FD5D53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CD1D483C-11F0-5CBC-1770-FFBE20F8FA38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49B0753E-459D-846B-82DD-2765C7B2FAE9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F0B8EAC0-9DA6-AAD0-DA09-C60B816CB8FF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7F9806FD-1C75-C54C-3150-00F66FF1215A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BB66C5C7-CFE6-16C0-CF9F-47288097A505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0111811E-279F-288D-929E-8F103E554A6F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076A576C-3016-7EA6-F40B-5EE25B64D987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0E7BFBDE-95CC-57FF-2854-E550C9340398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688B0FAC-653D-4325-64D4-7C87528F950A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D4D6440B-53D1-1BA4-5ADB-C1F7937E505B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95C6A9A0-3B3C-BE47-1505-75D94F8505ED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F23C6CE0-E1F9-06FB-CC68-75835AC05177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0B6B812E-75E8-E677-1DC5-1313207987DE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70CD1DB9-FCAD-2C69-C22A-BB323C5491C8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9C7CEBB5-710E-3DBB-0138-BE35B6D7E3D8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8271A754-D3FE-1611-E0F3-E1E3BA210D9F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F6F6C9E0-A4F2-AFAC-4879-7DC2941AFBDD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5512E14-8024-C6D2-9B34-D1D5127CA6E1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39ED918E-866C-BBD9-5EDD-1E40011D2998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66B994CB-40E7-E9C0-0F6D-01E69027404A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6B22C747-B8C5-4996-B6E7-22F81211AF54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740E1E03-8358-86E1-DC6E-1E1076CA98D1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75E0D126-B000-A1E9-91F5-EC7F68A90F45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0867CE8D-9B50-2075-9163-8F452ED06C07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BD4C51DE-C552-DC2E-8DCA-D72E156E1BF6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128DFA65-414A-0D7B-127F-FA0F735BBBF5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96ECDB6-6A38-209F-9A0A-024FDFD59E6F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AB63BBA-754C-3279-11DB-6FF9066EAECE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72C71162-7F33-0E54-CD7E-5297E7CA4A72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BE417030-2178-ABD3-EE14-226BD853252A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F553C347-6296-61F6-AC62-862E1582C452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02CD9BAB-CACA-09C4-B5B4-5E8540EBC935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C66376C7-42FE-F1DB-B5C5-29F4EAC589A9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E52A8BE0-BF9D-3039-9A18-AD2E470B053E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D31DADAC-4EB5-9BA1-FB9D-D86B76490A71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5BA87815-C5EA-1D2C-02DE-2539F575D425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7B98FFB9-3430-3567-0927-5F656A6900F5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9CFB077B-5F38-428A-4573-DADFEE4BBADC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6000D7FF-0170-E8DE-FAFE-ABCC6F945921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FC760248-7A75-6313-DDDE-E1FBEB269771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E172972B-357E-D033-9644-79B86F74A592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4BAECA9F-6B24-0005-8023-C8D4D465694B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DE00D1F8-886F-C390-392F-551A6C725909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704FB13A-3966-2C20-C6C2-796367983DF9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5B8B6C69-63A3-875A-C910-1FE45F402E92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5A6777F-9F53-5CD5-D14F-FCD6CCEF2F7C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1E419F28-D5B5-6312-AF1F-5231EABE5B3F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94E79CA8-550F-DFFE-DCC8-0A6DCC4E3171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BF8879D3-40C5-AAF5-A1CD-C77CA3697F4B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696382A0-DC14-7354-82FD-1852F793FC8E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4D78D700-A2E0-77F0-A5B6-61D22EC74D03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D2DE5E78-9CEB-6D3F-B8B6-C246074B52B4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C292E4EB-F2B0-D8F0-F8DF-5674C7CBB38F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12A1A716-B133-279A-A49D-2DD53AD34F3B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7790F9D1-3475-A544-18E6-7F849657CBCA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D22F5AAE-6451-AE77-3D98-3FE3BB13D18C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87E32430-4D83-BF73-6231-0936C4756537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B3A1C7D1-19D8-6412-38B4-4A891D5B860D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969EFE9B-BBAC-A98A-537A-722391C8CB13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247E6D20-D3BA-1A41-6DDF-9F5246F98FDE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735C39A-E980-8DE9-B807-801ECD14FE38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1AF8520D-BFB9-BDC9-0535-DDD2935EC655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F0F8A304-C10A-BFCC-8471-5BDC13C9514E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8762C65A-88DF-90F5-3FBA-F6898DF33A66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183AAE41-06EE-DEF5-95DD-4F0A439616C3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6B6FDAC-C12E-B6B8-66F4-A7C65F1F3EF4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A0A30A18-98D2-BE0F-D742-C87B84FF20B5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5A0BDEB0-B748-77BD-9A94-7AAF3342F6B5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1355D64-1082-5568-4513-EAB954F83425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0965CC4D-1D64-A158-F7BC-6A85E111BE5E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B60BB73C-9A5D-3108-BDB2-4197DB813D24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E197AB6C-9881-801F-AE1C-265FAE32E32B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B9E6E3D3-0994-8DA0-5930-8CF11B4776A3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0D68581B-E3B3-B757-0586-65F2AB0A0496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870ECC7E-23DB-D3B0-648F-57EADB27BD60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31C3CFBC-0668-F7ED-F8E8-971FB91E14D9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32BE309D-8364-8D92-8119-F5D111915AE9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BB5D47AB-3C0C-BEA1-B900-4A24CDBADCC2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23BB182C-E1C1-821B-D3D1-5062FB7D58DA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141AE77A-3D17-B0E8-2855-44AC6952C36D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B0920495-4A66-833E-2EC1-21B499220F56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D577B226-28E6-1E72-95E1-7873BE0FCBF4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670E7FAE-6273-8B1C-14DD-E1707C523BB5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CAAB39BC-8FF8-23E4-8672-1A552535CAA9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0583BC3-2AE7-DDE7-2F96-90BDA2D46173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A9FAD47B-92DF-8BAA-6035-591183F4025B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BCAC1C6F-13EA-62D6-8768-9A18BD333C63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CC5AD157-1ADC-6064-DF8D-A5E87B2160F7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0CC3D344-60E5-B770-8736-73ED318164B3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A7097310-3497-78B9-00B5-C9DAF2B9E24C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EB6E33B-F67D-DE17-36C4-ECDD71CA206A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34920647-A51E-D10B-3A7A-4B30321C7669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E17D8F66-299D-C72D-19A8-35B561E5193D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526300B3-929B-7F8E-AB99-44FC8BF5CA9B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1A9A859-8EF6-95C2-8320-96A3E4A14C55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EDB1898D-838A-72E5-284C-1BC04DA7E2E6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6000A67C-F305-9593-6074-EF415EA3FE02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06553760-E9E3-2CB0-9221-B1B36B3C10AC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D24A6619-ECC7-1433-2B6B-8C4C9567FDF1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009C0D1F-A425-63EC-944C-DAC1076AB944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337B5DE-3E73-7FED-A51C-C86DAF6CB2D9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E9662F43-36F8-1EBB-3B0F-AEDEBA6FE361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25D9200E-62BB-47F2-96E9-429ADFF9592A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6D5EA182-1698-F665-796E-F64733A641BE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56FCDB75-6A4A-9872-CB78-C1B708103798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A92E32F-1041-6D14-BB90-8532F387D648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1A30FDFB-8909-24C0-3ED5-F2E2D093B82E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98F63A4-BF54-8858-A33D-F95CB070A594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56D588DF-D8D9-8101-18AD-17003E9C2152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E8FCBDB-0AAB-62D7-56CD-6CCDA15063AF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3F07464-814F-5F7F-1286-FCD01547FCF8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A12B1843-096F-F344-E8A4-EF4D544D3531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DD1B4401-8CDD-C273-63A3-1466714281F9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45B713D9-F1A1-74D7-D639-13CC1BC7E551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865A213D-3E19-5F8D-2558-A8354196F855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38DB1A52-D22E-D4EF-D705-8D8A854F20B3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B8E2C441-64B3-8F22-5A5B-EC35129C53DC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1C2C949B-A91C-B84D-A638-4EFB70AE6F74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23DE9C-C30F-5621-4303-CFA92EBC51B8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326FA4A6-8206-FB5A-6769-426E74DB07CE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E342A8A7-A402-8033-2334-5F44BED7DB01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4130477C-CF3D-EB85-D3B6-25E4960AD1F3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272E0706-9906-D6F7-8412-7AE352577ECD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54E2EB06-8F40-F891-1A10-B6262A190ADB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5C999094-9AA9-E033-5CC5-6DA50CDA57C9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422FE70B-BCBD-4705-4D4B-3007C277F279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BDE1ED95-EE9A-FEE7-5BE9-87DF96CE0E81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30E5ACA1-D527-10CF-9810-6BDF6A80EC48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BD0C555C-CE1C-7AF4-AC35-3C72D033AC27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E14DFB0F-48BA-61CA-EF85-91960E9C71AC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C6ACEFC-4893-8C7A-D9C3-7D08325A49F3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8C1ED1E4-0003-14F9-C708-5A616F10A6CC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B37CD6FC-6E7D-D1A6-9A1F-DBAE280E4F28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128555D5-5E92-9FA9-9F03-9837CE8361D7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ED1F1800-1514-0294-8C8E-9BC1E0CEA0B0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B20A940F-73CC-AAF5-E4A1-13FA3CB330AA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E77121E-5FC2-6BF5-9F8D-4B44BF0C0283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4B186B1B-F843-D406-3AA7-CB2B27DE21EA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7250D136-8087-8A35-6E7A-634B3DE8E599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437DF351-B78D-40E6-E493-F690D673C03C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97808E0F-4C86-E4D1-40DC-4053A605DCB8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2F7978BA-62D7-4018-B7E6-F101B5BC55FB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00C48774-C96C-064A-BE15-53C23BC35BEF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0299FEB8-CE7E-F3CE-AF63-DBD08FB0FB13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21AF20BF-7BA3-57BA-2369-05164C8DEA3E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2E0A7A5D-403D-25C6-6F61-500579C83626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CBAF0CFB-F247-8339-9037-2B7910135C35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B8CC6F43-D36E-DEC1-560A-1DCE6A0EFC6C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D3CAB245-0E88-0ACD-AB94-488C1CAB870C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913D12DF-3CC9-6BA7-689E-8E965BA7210C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D7EBB706-2923-4F59-6F0E-70368426827B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5E852231-967A-7536-FC61-119737494B13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47F7865E-0250-5E60-F1EA-4B3AE51130F8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3C792151-90B6-A71E-0787-49053151C094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C7202945-2E7B-49E7-0341-0401F71F13C6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025B0DC-93A2-24E9-37BF-2880503E4BD8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4EB8B622-51AA-9F73-63C7-5FCA10BF1964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114CE5F1-1705-C498-799C-828C9B37ED9F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6C4B5C07-EDE7-0372-E7E1-54B3D06A4024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AB829E61-4BBF-CFE4-7EC0-477C0EF85CA5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634207AE-FD1A-9BAB-65A3-F3BBF2DACFBE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75A6683-674F-07DB-1059-72794F6E829E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39E47592-033F-F26A-4A3E-FBDD7F38DFC5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EBC178DC-A49F-F07D-07C7-22D59A1B5C3C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E3339A0E-D8EB-DF5E-DD42-B01AC11F52D4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DE1650D-C5D6-44B3-DA80-09341A05BE31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EA05E8A3-24DA-3974-EC8D-F5F6BDE05A96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93F452B-BF12-123B-DB97-7F7C30004CDE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1FA3B212-05C7-E64E-F9C7-76AA46AEECC1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3594F15B-D796-3B8A-39F6-31A6305CECEE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8AE06369-7993-FBA0-F0DB-434CB34F901D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2FE812ED-CE0F-03BE-89AB-152DBBB247D5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CAC95755-18B1-56C6-171F-5C8260EF82C6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488579D8-C859-D39D-514A-08F1A62298A4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9FC020EB-97D8-6FA2-40C8-703897415669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06016436-6338-5F7C-F097-DE1E7109AF32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B2F57D90-68A5-FEBA-86A4-8FC182FFAF6A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64DA023C-5A96-CB05-F14C-5013322FB5D4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3DB33CA3-545D-3A0D-731B-B2D205CD47F2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1AB2488C-854E-73BB-1A65-D659EE346853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D7DDB9BC-007C-2C23-6FCD-AE2C2B00457F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D0CCE9F4-92F1-0CCA-66BE-179D2AF03A7B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F0ECF9EB-147D-4585-1E23-EAE464CCAEF7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47D9BFC-D635-B1BB-33CD-C86160EB6120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C8500F53-03C5-0252-C3C9-98D41E87D0A9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179D61E-2E1D-F361-814E-2D4506B71C32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E067D40A-0AE5-873D-2AFE-EC1E02367C70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CD8937DD-8F08-DD56-4DF9-C50CB1F675D3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FA2F7D68-5014-4EB8-9477-2EC015708E67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AD624A09-8F2B-C6D8-66DD-A80C25F39095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43007194-D4D4-269A-1B18-66B6C8D0973C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D8D5850D-1FF7-0B8A-DFE4-D0784FAB7F61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3C16F08B-9AE2-72BF-02DE-97BD147E5181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0624BD3-8585-8E42-03ED-AAC0F9D90EC4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31113BCC-F3E7-711F-2D33-027DCCF9CD53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D8D61976-0DC6-C946-9822-94E50C9C9281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14BD5F7D-DAC6-2B2F-0D45-ADC39E4E7D9A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806D442A-BB6F-E8B4-9FE1-67012269D0E8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51ACFEC5-486F-4830-25CA-45DC93DBDC08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4E240065-0D7E-D30A-B0FF-47B8F5E204D1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E8B9EFA6-B316-9B92-1194-89F2E4ACA7F6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C3183443-E48D-EFF7-8815-10847D7C2BA5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5D70EEFE-4272-4EC2-5F05-E7E8CA2F5548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4EBDE4D0-04CB-903B-CBC5-437280D97437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153BA38E-A98F-8F7B-CB6D-2771E751AF73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91331FA9-8445-9D86-1EDB-2DA6664860B0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47674515-A92F-2819-1D52-48BE2AB1704F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5522016F-8B44-CDFD-41A8-28F51DCBB91C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C22F14B0-0FD6-14FE-01E0-F016A515B6B4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4B31DD2A-0653-5B02-98A6-9BE4C9C43037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9488E4F0-66E2-CF9C-8C3F-8D73FD26B632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E976CED9-4132-9C75-A7E0-9674637A6579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93EBDB5F-5791-1073-460A-19234434F31D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9B5A33E7-4A95-D2A6-CC75-183F5DDC92D3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AFD66F88-981F-B204-69E8-94EB4F41229C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9FBB4C3F-A6BE-1859-6F00-8EC7C84DC997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8A71C607-5136-B396-C7EE-1E6CA8B06D65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4B89FD1D-AADB-A36B-24E9-7E8BFFB2FB1A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223331D9-C065-C118-489F-9B2C3EAA4BC0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E0BF9248-BAD3-3D0E-8BB2-E6AF05100413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09D16677-8180-01E5-F0A2-C7DCA40D7C7C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6885218F-9776-03E9-F344-3BD9FEF236D3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93003255-FB7A-A706-2DA0-0E7A9B2B1E56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191D522-DC15-BF7F-E852-8480810F88A1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FBDADA69-6E6B-7339-64DA-EC88F68FCBFC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66317ED0-7092-CFAE-31DD-1F2F8BCA8C52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72F70755-92B9-C08E-2695-2EBA2BFFF733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EA1ADE55-B664-A736-DF28-8E764C47DDA7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40D418D7-F1C1-597A-8AF7-2128FF5A1FBB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2A858531-BFF9-408C-D540-63922EA7C353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61C2C3A2-23A5-3D0D-F8B3-2FA7DB20D6A0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D01BAD2D-D40A-D0C8-C703-ABEF017EF944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131C019C-E913-9397-338B-0098C41EC322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24B94E00-602A-7292-F7CC-58CFCA81FF17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695B8469-1B65-2291-C810-512AC74E41C3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ED8E8560-C312-3ED8-1317-DE5C1F9E96B8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34BCDE9B-7077-350D-2813-A0259C35678E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6B3B1AB2-0DA3-ACFB-3668-3FB4B6C994FF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8787456D-72D5-7115-C9D3-D56866DA2AAD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47542618-068A-640A-1CC2-7F6BB25CEBC8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78370B3A-5DCF-5B2E-B3E2-7EDD320E7847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38F71B14-0ABE-4D06-C9B8-0D8CBC8ED736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AEFBE22A-6F4E-2977-5F1B-EC6D55FAF3B5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D725898A-C6F5-3EBC-FA40-C2FEFD336034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8BEF7E15-7037-6264-C87C-4349DF390AE7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587D9B88-D30D-C656-BD02-B9CC022B9A85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58131FF9-DE90-C0D2-59EF-C1E47955414B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33EFBFB1-C77C-FB81-96A2-31D6520E18CB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27F3AB3-0C1D-6E93-67BD-FE361BB831E5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0BB2FF19-5A2A-1699-4BF6-7F8023BFC703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07385428-53AB-CC1E-0919-5B3E673E5CD4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C65537EB-D5C8-9E35-DE29-552202292431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DBC54D1A-6470-ECFB-369D-88763228EAC3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B48D7616-C58B-3157-9201-F9EEB9A59E41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06D42050-F3E7-9BD5-34D2-BFEC2DD8B99E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771D74F2-0922-B0EA-5827-762A69607FC2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971C10DC-75EE-2BA8-1AB9-A80F0F79783D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4730FBC6-F6C7-86F6-7E6D-97A5D17813D0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7DA579E-DE13-F025-9F92-3BDCBB0FCBC0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8210A680-D959-E505-C941-6E80B3D271D2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3E263C12-11D8-2DCC-531E-6A7538E580C6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B5BAA896-77EB-689C-7854-801436C89F87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8191F9BF-9AA3-FD1C-3F07-46D1CDC78CC4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1CADDE8C-5F36-2417-55B6-8C92FD7D60F6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B3EF5AA5-A84F-F2EC-76B6-9E71E5E59066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43BA3577-1D71-FAB0-163D-92CBB08777F1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655670F2-AE0F-B972-B25F-6583F2DFF8AC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A709395D-AD51-DA7A-B46E-5CF5EDD57F83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EEC2EE5F-1D27-950E-6EBD-9985DF330B4F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3BD775AC-B28D-6003-6C70-891518CDB295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E9343877-9AD9-3E31-9EB8-73F09A10FF7B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C785422B-3995-22E8-2872-3B76636D4D54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8EB140E8-A556-7E94-18DB-90CB4DF164A1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CCC22A37-C151-2E10-40FE-468A4272F4EB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F3E51C2C-EFD0-C80E-9F2A-55B33BB3CCAD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EC3ECB48-DE45-D0F2-8C4E-E58A40FC50CA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90D22880-5136-80A8-B767-D0B225343372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1AD4749A-0B82-C7C4-1BDE-FE2CE0BD8F66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413EBF43-98B3-09CB-C9B4-B1544E0AD3A0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552933C-8FD1-C0B0-8E7E-2BBE4D1BD50B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6B990932-4B0B-0E7B-8FD8-DB4AFBD48717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1389A14B-31D8-D7B5-BD0B-B0CF6B2B1D6D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71A7B0D8-0067-6FEC-631D-7A761DED17D7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FAF4006A-A031-2F54-64EC-47E9644000DC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5EA2F247-53EA-4336-4AF2-2611ED157EBD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C0005BFF-AC6A-D093-72FE-781C6D6B10D4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E2E35E16-60D3-1FC6-E92F-E6493F470984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39E6B7B1-1715-464B-9D3C-3C805730E5BA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79B0214F-5FA0-9D16-17EF-1FD6A7200D8B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945F0E2B-BAD5-8886-AFD5-4FAF3DB7BE97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21C3B697-51D9-764E-132B-B41808A5F782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F02A0DDD-FCC4-8E5D-E8DF-D72741B51B92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1B304A97-6ADF-7C0A-BFC6-9BEF7B224343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5DEC3A2-8768-7315-570A-4A00275F3A15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49BAF20C-913D-098D-382C-17D11DAB3E98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0FACBB60-F382-BDF3-CF5A-7D9E362795CC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EB7DA646-2BA6-7189-1E65-7038D4AEBBB5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7367833C-03AC-53F5-EBC1-5A80F4018EED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4A5194E2-1FA5-BA25-2BC7-48B6CE7B582F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2DD0B953-37CA-574F-DA7D-9AA786CBC98C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53287DFC-4D15-8A3A-5E48-6EF64CD13BB8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4C889B17-D441-5129-B2A5-300A2D50634B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A8E1915B-181F-DD01-708F-7AEA294B132C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F6938ACD-0D15-7E08-93C1-0B0D64EF0E58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3A9CB810-A07B-252C-3861-9384892C36B1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F9469506-7A17-A5E0-09A4-658C8212C64C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DF19D8-B0F9-79DD-95F2-A4F51A2E6A97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9AE261CF-191B-64BE-3B7C-4074C877B426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10C1F10E-5DA5-5597-7277-4B2F68517D05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39708B06-7C05-C6F2-8D05-2F2C3CBC7866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8C1C19BD-AC21-A323-03A4-F577E4FFF9EA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53F1F7DE-033D-40A7-6CF3-1EFA8918C24A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3FA39325-493D-7705-D211-F755A29FE891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0136C687-99E9-9BF1-20CA-1B33E5368AC7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47AE2A0-FD1C-A8BE-2062-3A83FE710D80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388CC61B-D1D2-2A3B-B8B2-42DFF6057524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E99F558A-FC40-58C7-7B1E-4240C71873E1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3C8B59BE-9FA0-80C0-33AB-542D8501F740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896C8098-5B28-F449-A63E-2FD11AA63B99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2B491614-3111-47D6-D543-79CB543C59A7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C17DE1B7-81CD-33AE-6E5E-5181B9FD7664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80B70C6C-2894-2E7A-CC97-44F9605B2796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DB185FD7-2E8B-564A-AD05-7F9B7E17F817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6590FA50-7F50-C660-8B5E-5063BDE15475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55ABF389-BD2E-7376-A40C-26351B8D05C3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111ACFDF-F98D-90D9-21A6-3F27928A2E8B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0EF6A1B-D14C-2585-A0EE-477D97FB6440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0125C59E-BBAE-ABB6-805F-81964988A7F6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41A85651-104C-09E1-A41D-079022837F45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4185D76E-2006-19B9-91E0-A1EF1BE0C0B1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DB51B5B8-931B-E455-7EEC-9B7F75ABF631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E0C29BFA-88E5-E0C4-CAC0-2B3C91CE7C7B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FC004EB-DB4D-7683-DCA2-7C80D40BD8C0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CCAAD049-294A-4500-507E-E8ABEE374AB6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16E7DE75-4898-C2CB-BD0E-B9C765B663A9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226FA56D-F6A0-B846-5366-866FF6D1E931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4B69A026-45AE-72B7-F6F4-2582B0E2C193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4607ABFF-4B61-0C23-6F4C-A37AA4C41606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7AC9C17-4609-04DA-F8C9-AEF33B6A2CEF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949D5442-BF2E-4FC8-7654-0B073289E4F5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28B45C13-237A-24DF-E599-73B028F88A2F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60743E92-1A70-F6F0-7705-6F0459B9AAF7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97225049-9560-0FD3-DC7B-937203E0F932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1CB02FF5-3B53-CB61-5913-F9D6F84CE69F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0CCCBF90-7544-ED92-3C28-8C1568F6EA3A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0C7DF745-83CE-DE16-96CA-E2EEFEE4F38A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358A6F3E-32FC-C199-503C-49151B2833F4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A4472F9-6566-7ABA-E0A2-CA61AED1AE00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816B0AAD-4109-B74B-A93A-25475D909B8F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DF602F59-640D-CA64-E59A-6A5FFE8FAD4B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C7B245C7-160C-BFE9-FE42-86197EF3EDCB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00882756-A98D-850F-404E-3DE3FBC93AAB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91EB9E05-4D49-1629-2DF9-366E4FC6012A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AB6D211C-4111-62F5-AC2C-BD49B2D8815D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CA91AF90-5671-A4CD-3EEA-F08C7EE2E830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64EFBE98-D4A4-2B1B-FE2E-C86C57C8489F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66209317-2A2A-D5F2-0F19-4D94CF5DE373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D033341E-A113-A8AB-7929-F825BF927DD8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43F3937B-DBB0-D5E3-2905-A6AE586A4021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D5DE787D-F151-9D24-13E8-A4B1553C9003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485594FC-4BCE-70DF-FA28-EF97E6B187A3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0EC40A19-C714-1E68-4BAD-0D0428CFC438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27A0F663-0E84-FC12-9BAB-3FF4F7742EB4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8C4115FD-CB05-1FBD-8409-F276F57452C5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164139C0-6F3A-43D3-341F-13668195BFBA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3FC5B7B5-94FA-E1D2-5201-9C91CA0E7B15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AFB8C054-669A-48D1-EADA-DEF49074B90C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222FFA5E-D07B-E3F2-ED05-35DD6411CB2F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049AAB8E-2EE3-6AE2-72B6-14C897F947C3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072E47D0-79EB-F411-2710-2FB90B3820D9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532F0E6B-E92B-2FA2-463B-BC8FA9EE789B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7C42D1EA-3E50-CFDF-5CD4-C308EFFDED51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69BA1D3A-412A-718E-ABF2-AB67273B7F33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9F29143B-73F8-B5A1-73F0-7641327F5B63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0150CE9A-A12A-76BB-5ED8-E947214E0564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3E48F96F-B76F-8B1F-2261-A16A722765A2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3DF32D45-9C7A-0A19-80BE-CBEA93DB7294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362A3C52-1B72-2C3B-F2E6-05712979CFF5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C3317EA3-C946-07D5-86EA-8D2C1BEE55AF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BBFCA73B-A820-2C31-2B12-1332DB7F734F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2A46A62B-CD2B-0BCC-97C3-549904DE49D1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D10D8603-9FAF-6749-BD09-CD0DA0BEB7D3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FB7B6DC8-839F-3820-5728-37309F241986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E494349E-0F10-5259-D4A2-88124B11C5C6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1AE7E9F6-33B0-85E8-072B-547E737A4F67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62EBF072-1803-EB2C-C1D7-FAC530A8A9A7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64C8F0B6-41E4-919B-A42A-FBE6D397F611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CC5C3177-D524-113B-8B32-4E82AA24973D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D598226F-BC6A-30A1-DA91-5FC2F1E2CEE2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CA6BE562-4F7C-9482-8BCD-B9620A0C9925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AD16F6D-D97B-1A4A-4971-E0787AFCE783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0D4CCFF3-1986-4021-7A29-A5F738A91587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9D612869-BEDF-75D9-417F-8C2179C5E4F5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5079D035-A2A1-157C-E4F0-03823FA5D13F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B5567635-B616-C792-3F2F-42E539651755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3FFAA790-713B-3D39-24D9-292F196D671C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5FDEF425-29FE-79CE-31A2-6C11F5F01187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75766F51-DFD1-5981-77A6-54A2C14F600E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503E5130-F19C-FEB1-56FD-F5D460245D25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C36A2CD9-BD8D-BEBE-AD97-ECF23A7868DE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E0FB7F58-6352-294B-13F5-B7C66B252BE4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F6506648-4BC9-B1C5-2596-E0AD21827C83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9CD545F1-34FF-3BB6-4874-4E3577FD4234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B9219A46-136F-52F1-584C-E77A0531DF06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62BA45AF-69EE-7420-E39A-3318D0C78D44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AB29A021-8A72-76EA-D9D0-C647A2E1F67C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D0AE9F73-1450-8679-302A-0A9772576D66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A6B5E5A3-4567-2690-D9DB-D9CEFC7668F0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9C465718-9AC0-5D03-227E-234DE08D51E0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C3EE188B-1BEB-B9CC-2C6D-FA19D38A18E1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74A83858-F3EE-E2AD-0473-04453EAE92F8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E25EDBE7-3455-002A-20E9-502F2A888688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4A33AFF3-B74C-0278-9192-B7B8B12FE487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C5F05BEB-F720-17D5-5F12-DCD76F2D9E85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7F146115-5821-8B6F-DAE3-DB756BB5B6AF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391DBD6C-8EF5-EDFA-29D3-34218FD0C662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0D8E53F6-D239-80E5-A634-9601F539AFFD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62A15E8A-2758-CBD5-4C91-A70F4605C897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F0C10A14-A008-1179-2581-274BDB8CA376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5807A9B5-3D8E-AEFC-8269-3AD736F52CCF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52D22AED-3295-DCB4-EEF0-F28ED9C0BBF4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17D61C30-4FD5-6A23-FD66-2F7F3C62A3A0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0EA908D1-1D50-A9CC-7586-D1367E101D02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A05CEF2D-3D23-B2CD-FF14-ADD4EA81BD8F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4D85DFAF-E1F4-9365-83FB-218CC6F0CE70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B1E7A6B-358B-7D23-D2B3-DE55C708F4F0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E7946609-B5D4-2611-BD22-9D8D23E16157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2192A8D8-71B5-3A60-F92E-83DFC51DFDDE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184C684A-ACA6-0C11-5ED9-F0A5AB862CB9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3B4296A2-4E32-0B4F-4687-0CEFEE70C3F0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47D1ECB7-C0DB-CC60-69EC-A414B0BB32C0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C26DC728-EC9E-C1E8-6FDE-4776785C529D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9A977699-C178-78BF-7591-5031CB073FE8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88204A63-DCF1-C6C0-AAF8-61B27B163D89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1B1CE90D-6A3C-56A9-F265-3527535F1723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F17709A2-BEE8-B562-E983-FC5F48B4F656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5C93D11F-AEB8-4916-44E1-CF258946DE43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3E9B52B8-B60F-A7F8-AF54-576F86BDE782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B0B040CB-A5C1-BE53-E547-284533B30D94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B70B3B30-C858-9B94-C5F8-CA6632EF88A3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48AB19BC-642F-9CC6-D23B-F2A989675D68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38A99674-E008-8F27-3A41-607D17909419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34A4C6DA-5DC8-DE53-1CE8-455209FE53A5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F6A51B59-D8AD-56BE-68A3-DC6A3C651CBB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7A623A50-C718-88BE-4C67-727051601347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3C9EF55E-0887-8170-BB0E-328510DCEDBD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BA6A10CE-3B58-1148-D873-343DDA201583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779061C0-77F4-5B14-BF53-F459CEF22CB5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2BD40109-2BEE-9208-DB74-2E437DAD2AFE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B931F828-E533-3854-730F-A23E2F516CCD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77D56A3B-EB5E-0FCD-3284-733D88A0401F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1BD397C1-9BE7-DAE0-CECC-7ECAB9C1D786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6DFECE56-E1C5-3285-656E-E1FF7CF3AA2A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909F4D4F-60A2-B6CA-7196-4394C75FE96C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0484F05D-09BD-823E-B50C-D699DE20E709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8D5F6220-3A18-6AE6-A947-0A582A7C98A8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2AB312D4-0939-580D-D84B-1FABB6BAF967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4B7BE63B-8875-4267-CB3D-8BEEAFB85D2B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316CF89-A752-BA25-2752-B3868EC5924F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199E5AE5-809B-16BC-C194-8E309CF39BC0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75B3A2BB-8E8F-7ECE-7B67-384B21F7E40C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4DC0E977-72B6-488A-6988-9853941A9D7B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17D33CED-CFAA-E16F-BD13-47C4223EC2A1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D4F69865-857A-1D94-F27E-1D34E35B8037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E61401B5-4D11-CCA5-C227-B2E8D1EA0678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840F7C17-AAC4-EEE6-B1AE-898F630ABEA3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B1B16A72-3ABF-A3ED-E3DB-08C5D126B4ED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28D1F941-7093-0EE0-7AAB-E22AE8C511A4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47EC031A-9796-45A6-7EEB-15795FB42E2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F4575B5-808E-7902-0F74-2ED92DFCBA21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662B730-CF53-F2DB-FF65-DE6EECE59148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DAAA5F99-9550-153A-BA4C-15871591FE9D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E1C5A993-D8AC-37BB-4AF3-E6DC000841EC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C1AE1559-3527-3C21-981E-3BBD262E5D09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FB574303-3D3D-4A31-4382-9833600D385A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4956FD63-63B4-6228-801A-10A131E8B6D3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A605B7A7-A72D-7862-4938-36B46B13432E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3C9608B1-622A-829D-5A23-80D5DC117062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7559DA4C-380D-D3FC-CED7-5043AA0BC78F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B61DD338-B3C5-858B-05D0-E01D24D20CD2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7CB0351C-F9B0-FCB6-ED8D-5D6BF1850427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BA726608-40F4-1B8C-6ADD-6A0A97EBA5A5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0F27847F-3998-DC63-52F9-0DB7D389F8A9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5ABB9002-C54F-F43F-574A-CB01D96033BE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73B9EA79-7871-C170-A3BF-119A383EBEDA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ADAA51AF-DF47-19B7-F0AD-40EA766AED97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4EADD65B-B85A-369B-8F82-A8E444FE17B7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73DD5D56-8701-DF0F-17DC-1B5DF76BF525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4ECEEE9B-15E5-E9A7-A7AA-304B1AAB7B42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9E4DDCDC-8654-ABDD-88BF-B5780223FA73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E341A7CD-31EC-D1C1-E130-5BB121B7D13D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A5654650-A5B2-46EF-FC22-B3434EDC01E0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0365BF4A-1847-E286-98D6-A77290E74D7B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F896333B-15E4-A0BF-02A5-3A11C49D0B6B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A89BD0ED-98F3-33D4-88EE-8F7AAF7CEE99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FD92E1B6-59C8-B4CF-8C40-D50AEA6AB685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94A84893-6DA1-3D00-260A-BE9191D131C2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1B994CE6-1787-4609-CDCD-24240ED33640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58F77073-832E-B2A0-4ADC-A8C0A58DB879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C7AF3D0A-12DD-4CCF-FFA8-BEAC4CF580DD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099411BE-0C8C-2827-ECC5-9D4A3F8291CC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5EEEAA99-E3DB-6106-3FCA-10A31082222A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28303406-C2BA-BE0A-B941-2943CFC46E61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A6E418DD-2113-DABB-5741-A9CB81522361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800A4DE6-014C-518A-848A-4343D81A6E53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199130DC-C413-68BC-6D97-22CB6D0999E2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369DDB52-6CE8-B20C-F1D3-4089A60746A7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559CC5CD-298C-4A38-3D95-FC23E3D06012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6659CECE-04C6-5B3E-507A-864782D8276B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180B76FE-9A61-FC6B-5DF9-B40079F59EF3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16EE17B8-5074-C922-1BFE-B4464F00BA8F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1DF5F05C-E925-A47C-C9E7-02124916470B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F3F6F1F4-8ACF-383F-2C28-6C26C47D2C70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BE13A048-954A-FA09-9617-B0AF77B35304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E6E17387-A169-3CCD-6740-7FE716C49B44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E74BCE33-02C5-B3C7-4E16-BDDED247E62D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FE314D30-3994-C44D-46F1-B3ED97C59EC3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ED8712CB-D2D0-9844-470E-A0B2E7962303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C229540E-2A99-1169-D798-FA6F6C2C16D0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C39004CD-74BD-0520-F7D2-0B8C0F516935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32C03D86-9343-A596-6726-CDF0703E5D42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3CCFA0CF-C0E9-476F-1AF1-FD34F68B3701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DF0B14A0-74CB-0B28-3568-68DC608950A5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F4B79CFC-1734-762D-1624-FCB5A07A170A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419B2492-E7B6-4171-4837-6802EF9B0251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AC943F49-2276-45E6-4476-35104A7179A5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77829086-A669-C4F6-F886-134E5D68E36C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5DB167AB-7630-E7E7-1BF0-6917FF5026FD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E003D7C6-6A96-2611-DE07-9BED15F9B38F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78D6A3A6-B64E-F8C7-B58D-0CE5B1744CAC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8AFF9253-17EB-5B76-BD97-8738BBBDB077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73F84E7B-334F-CD78-34F1-84BC2E6B928D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B55CB3D3-8FFD-2A0F-5E22-89CF6A92EF67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CD56263D-5F3E-B39B-9C48-9A59E55F9294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E73EF2D5-C398-606E-2E7D-12FFAF333263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C05703F0-174C-B7CA-500B-69A948C9179D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35802B7B-1A07-FF42-5DBC-B4C6BEE6253C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230EDF5E-4241-FC6A-4052-062260273881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D812E1FD-D654-B5B6-2EB3-804648072EDF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69363323-AA13-8DA4-39D1-330E65EE91E9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659A8A00-BD98-6715-20DD-E949583242ED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B010E7C5-63E9-8B21-DDE7-9AABC3D71FFE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1E01803B-C231-8738-2C73-1E777F40A9BC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953748CB-2533-BBB8-E62E-A3D28DA68D61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2FEA49E3-6CB6-FA29-772F-4DB8CAA9E5D0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98CFA7F8-40DF-4BF6-36E4-ED7254966B92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32730F82-CED7-0AB4-AD71-36012B1BDD0A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5D94BA97-7167-83F5-9974-6268C579D846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19FCFE49-C9AE-9819-F205-7CBCB28F88C0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F277DFC7-10F8-27D5-4CD1-2FAA2B826396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5CB50517-C203-3E46-D9CA-37184AD72515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9D92905C-2B8D-DEDF-1F84-585A343EA348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E3C6F85B-26A9-6C2A-A070-DFE4CBBD509B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70D3F8FB-26F6-2441-D50A-BA22E6287E0E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3E796123-D5B9-B2C1-2486-DBF111CCCFFF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D5856423-A1C6-3B6A-E059-223092E96EF7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9440BFFC-A7FF-6FAA-2A47-68A312990136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1710C0EE-584A-BEF7-1B57-6B777042AD6C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F5EAD682-2E35-A190-2C42-709B48EF9F40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E8C14E1E-47A9-EDBD-1FF1-7EE36822D70E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A0AEFF57-8471-2E5C-B40C-08DE4FA9A906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E45D27C2-86FA-4416-0649-85233FCCA85E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2E18D6B0-F096-5BEA-448E-4ED1B4CAC0EF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B03CD978-BB28-DA61-5E0E-9A9694C44A35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8FE03C94-8938-A1D1-6899-CD87606B928C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0F58F4F7-20CB-62F1-527D-1A37E12A079C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EB65A40E-3ABE-939E-84E2-39BC1FC0E084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F2E9C1DF-97D6-812F-2930-94C2BBCE0245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B2696599-D05F-1812-9F0C-59023ADF9850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75639589-ACC6-1545-6023-FC7D92B37F89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4AC3BA0E-23FD-5AEF-E58A-F0D69127A7DC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8631F388-4CFE-05D2-E912-6357C0F5E485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1532470F-BBC0-3F89-B89E-892308FDB3AD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DE72A099-4616-19F5-3E40-3813679EF972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955F0F35-305A-E40F-6AAA-51F746D22A8B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3D816A85-B194-3715-0FAA-897A519F99E8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55BF1BBC-4409-7BB0-5B26-805EE96FDC9A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648E5E42-93D9-3CDF-F413-0AED25D7A6E8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00DB6743-41A0-4B37-7C01-71AD46F6192A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9D89703D-B801-0578-C3FE-117048AFA34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1CA0DFD4-06F0-8020-35FD-7D4CBD878FA8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3EC0EA5D-D6F8-F7BF-6827-963586D002C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9A34ABAA-436D-CDEB-8B7C-60C5AA8B39F3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6A1D0277-EB87-700C-15DA-329B6BB44BBE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D8834FD1-16B1-1FB2-1FBA-00DB5812A9E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C55B6400-C951-FCFC-9AC7-84B9ED93C63B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D1AB8C65-640A-F78E-1594-2757BE990214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9039864C-24B2-82F1-6CF0-082E660FBF8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58846697-61C3-4C1A-06A3-943785D0005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951195A5-547C-5850-238C-E27B295AC81C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AC390A45-3A7D-6A8C-4C74-3305CF79D2B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AFDEC4FA-0B86-B877-3224-43D3446ACFB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F100C9B6-AE01-A352-027A-D8579FE5B79D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743E4B2B-0C77-E7FC-B8C0-64C1E85D9B50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48F50857-24A9-06B7-F748-6E4D252D841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7CEAA4C9-E9ED-D0E2-1DAB-9614A0269B1C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82B0FFC9-DAD0-9373-ED67-59C8A023BB8B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C1CDF2CF-2327-9401-641B-A631CA51F1B9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17765AA2-380A-7B23-63C3-303D4FBED708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2B41AE45-645B-B576-D526-F175CAE69161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902E33DD-8E82-932D-9A3F-61B246DA38DB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528CF015-9942-0B97-6F0B-114BFAFA194F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7BCF9752-0F65-987B-3214-778C230F5FC3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AB698A06-63FF-F418-E09B-D75002A9023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92247D0D-CE7C-8319-C2D8-A776D3657699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4D606120-4DD8-C772-8435-28333374C0F1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56421DC1-2881-623F-46C1-6926C6A4C11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324411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D1F67E-DA26-3671-15EF-DE1EABD73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B9318E70-AE9B-DFC5-2ECD-35B30BFDE4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ORGANISATION DES Sociétés</a:t>
            </a:r>
          </a:p>
        </p:txBody>
      </p:sp>
      <p:graphicFrame>
        <p:nvGraphicFramePr>
          <p:cNvPr id="20" name="Tableau 19">
            <a:extLst>
              <a:ext uri="{FF2B5EF4-FFF2-40B4-BE49-F238E27FC236}">
                <a16:creationId xmlns:a16="http://schemas.microsoft.com/office/drawing/2014/main" id="{F620D472-E1F3-6CCA-86C4-335C51634FA9}"/>
              </a:ext>
            </a:extLst>
          </p:cNvPr>
          <p:cNvGraphicFramePr>
            <a:graphicFrameLocks noGrp="1"/>
          </p:cNvGraphicFramePr>
          <p:nvPr/>
        </p:nvGraphicFramePr>
        <p:xfrm>
          <a:off x="85022" y="1277644"/>
          <a:ext cx="12021957" cy="2327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8727">
                  <a:extLst>
                    <a:ext uri="{9D8B030D-6E8A-4147-A177-3AD203B41FA5}">
                      <a16:colId xmlns:a16="http://schemas.microsoft.com/office/drawing/2014/main" val="5401813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2381093560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3609014634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512621061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1250327186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1842352403"/>
                    </a:ext>
                  </a:extLst>
                </a:gridCol>
                <a:gridCol w="746331">
                  <a:extLst>
                    <a:ext uri="{9D8B030D-6E8A-4147-A177-3AD203B41FA5}">
                      <a16:colId xmlns:a16="http://schemas.microsoft.com/office/drawing/2014/main" val="2020845667"/>
                    </a:ext>
                  </a:extLst>
                </a:gridCol>
                <a:gridCol w="805559">
                  <a:extLst>
                    <a:ext uri="{9D8B030D-6E8A-4147-A177-3AD203B41FA5}">
                      <a16:colId xmlns:a16="http://schemas.microsoft.com/office/drawing/2014/main" val="448424202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3573155292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1487464621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2496951861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845352306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2114662228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285302283"/>
                    </a:ext>
                  </a:extLst>
                </a:gridCol>
                <a:gridCol w="775945">
                  <a:extLst>
                    <a:ext uri="{9D8B030D-6E8A-4147-A177-3AD203B41FA5}">
                      <a16:colId xmlns:a16="http://schemas.microsoft.com/office/drawing/2014/main" val="1596159028"/>
                    </a:ext>
                  </a:extLst>
                </a:gridCol>
              </a:tblGrid>
              <a:tr h="144000">
                <a:tc>
                  <a:txBody>
                    <a:bodyPr/>
                    <a:lstStyle/>
                    <a:p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Total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Mère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France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Allemagne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Autriche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Espagne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Italie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Belgique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Suisse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Luxembourg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Pays-Bas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Portugal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UK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Asie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11858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r>
                        <a:rPr lang="fr-FR" sz="800" b="1"/>
                        <a:t>Nb de sociétés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/>
                        <a:t>46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8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16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4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2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3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3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2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3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4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074589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r>
                        <a:rPr lang="fr-FR" sz="800" b="1"/>
                        <a:t>Activités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734753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Achats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10232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Agents SBO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82783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Supply </a:t>
                      </a:r>
                      <a:r>
                        <a:rPr lang="fr-FR" sz="800" kern="120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chain</a:t>
                      </a:r>
                      <a:endParaRPr lang="fr-FR" sz="8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523226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Stocks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36489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Succursales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73444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Franchise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247816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eCommerce</a:t>
                      </a:r>
                      <a:endParaRPr lang="fr-FR" sz="8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58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Wholesale</a:t>
                      </a:r>
                      <a:endParaRPr lang="fr-FR" sz="8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784049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Autres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13162"/>
                  </a:ext>
                </a:extLst>
              </a:tr>
            </a:tbl>
          </a:graphicData>
        </a:graphic>
      </p:graphicFrame>
      <p:sp>
        <p:nvSpPr>
          <p:cNvPr id="23" name="ZoneTexte 22">
            <a:extLst>
              <a:ext uri="{FF2B5EF4-FFF2-40B4-BE49-F238E27FC236}">
                <a16:creationId xmlns:a16="http://schemas.microsoft.com/office/drawing/2014/main" id="{59CEA036-7DF3-A37C-D060-14D36E9373E5}"/>
              </a:ext>
            </a:extLst>
          </p:cNvPr>
          <p:cNvSpPr txBox="1"/>
          <p:nvPr/>
        </p:nvSpPr>
        <p:spPr>
          <a:xfrm>
            <a:off x="69984" y="3814826"/>
            <a:ext cx="11557025" cy="27084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000" b="1"/>
              <a:t>Périmètre des sociétés couvertes par l’ERP</a:t>
            </a:r>
          </a:p>
          <a:p>
            <a:endParaRPr lang="fr-FR" sz="1000" b="1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 b="1"/>
              <a:t>8 sociétés « mère »</a:t>
            </a:r>
            <a:r>
              <a:rPr lang="fr-FR" sz="1000"/>
              <a:t>, qui englobent l’ensemble des sociétés opérationnelles.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Des sociétés avec différentes natures de flux 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Sociétés </a:t>
            </a:r>
            <a:r>
              <a:rPr lang="fr-FR" sz="1000" err="1"/>
              <a:t>Retail</a:t>
            </a:r>
            <a:r>
              <a:rPr lang="fr-FR" sz="1000"/>
              <a:t> &amp; </a:t>
            </a:r>
            <a:r>
              <a:rPr lang="fr-FR" sz="1000" err="1"/>
              <a:t>ecom</a:t>
            </a:r>
            <a:r>
              <a:rPr lang="fr-FR" sz="1000"/>
              <a:t>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Sociétés Logistique et </a:t>
            </a:r>
            <a:r>
              <a:rPr lang="fr-FR" sz="1000" err="1"/>
              <a:t>supply</a:t>
            </a:r>
            <a:r>
              <a:rPr lang="fr-FR" sz="1000"/>
              <a:t>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Des bureaux d’achats.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Les sociétés en Asie sont principalement des bureaux de </a:t>
            </a:r>
            <a:r>
              <a:rPr lang="fr-FR" sz="1000" err="1"/>
              <a:t>sourcing</a:t>
            </a:r>
            <a:r>
              <a:rPr lang="fr-FR" sz="1000"/>
              <a:t> en charge de la relation fournisseur.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Elles n’ont pas d’activité opérationnelle a proprement dite dans l’ERP mais peuvent réaliser des tâches pour le compte d’autres (ex : saisie de commandes).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fr-FR" sz="100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Logique Beaumanoir (marques historiques) 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Une société « mère » par pays.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Une société par marque et par pays (sociétés mono-marques).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lang="fr-FR" sz="100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Logique </a:t>
            </a:r>
            <a:r>
              <a:rPr lang="fr-FR" sz="1000" err="1"/>
              <a:t>Boardriders</a:t>
            </a:r>
            <a:r>
              <a:rPr lang="fr-FR" sz="1000"/>
              <a:t> (</a:t>
            </a:r>
            <a:r>
              <a:rPr lang="fr-FR" sz="1000" err="1"/>
              <a:t>cf</a:t>
            </a:r>
            <a:r>
              <a:rPr lang="fr-FR" sz="1000"/>
              <a:t> focus ci-après) 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Une société mère globale.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/>
              <a:t>Une société par pays, toutes marques.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36F096AF-350C-2C4B-0852-233D39CE005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r>
              <a:rPr lang="fr-FR"/>
              <a:t>Périmètre GROUPE BEAUMANOIR (incluant BOARDRIDERS)</a:t>
            </a:r>
          </a:p>
        </p:txBody>
      </p:sp>
    </p:spTree>
    <p:extLst>
      <p:ext uri="{BB962C8B-B14F-4D97-AF65-F5344CB8AC3E}">
        <p14:creationId xmlns:p14="http://schemas.microsoft.com/office/powerpoint/2010/main" val="28643570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id="{AD088AF2-6AC8-DEBE-8D21-8770E587D33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fr-FR"/>
              <a:t>Périmètre BOARDRIDERS seulement</a:t>
            </a:r>
          </a:p>
        </p:txBody>
      </p:sp>
      <p:sp>
        <p:nvSpPr>
          <p:cNvPr id="11" name="Espace réservé du pied de page 10">
            <a:extLst>
              <a:ext uri="{FF2B5EF4-FFF2-40B4-BE49-F238E27FC236}">
                <a16:creationId xmlns:a16="http://schemas.microsoft.com/office/drawing/2014/main" id="{3FAFBD47-E6C3-F17C-0EDE-CB56FC7A2D6D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fr-FR"/>
              <a:t>Confidentiel</a:t>
            </a:r>
          </a:p>
        </p:txBody>
      </p:sp>
      <p:sp>
        <p:nvSpPr>
          <p:cNvPr id="21" name="Titre 20">
            <a:extLst>
              <a:ext uri="{FF2B5EF4-FFF2-40B4-BE49-F238E27FC236}">
                <a16:creationId xmlns:a16="http://schemas.microsoft.com/office/drawing/2014/main" id="{EB8EB334-7856-59EB-978F-AD44C9EC61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ORGANISATION DES Sociétés</a:t>
            </a:r>
          </a:p>
        </p:txBody>
      </p:sp>
      <p:graphicFrame>
        <p:nvGraphicFramePr>
          <p:cNvPr id="26" name="Tableau 25">
            <a:extLst>
              <a:ext uri="{FF2B5EF4-FFF2-40B4-BE49-F238E27FC236}">
                <a16:creationId xmlns:a16="http://schemas.microsoft.com/office/drawing/2014/main" id="{B040B83E-D841-0887-B35B-EC07ED2B7375}"/>
              </a:ext>
            </a:extLst>
          </p:cNvPr>
          <p:cNvGraphicFramePr>
            <a:graphicFrameLocks noGrp="1"/>
          </p:cNvGraphicFramePr>
          <p:nvPr/>
        </p:nvGraphicFramePr>
        <p:xfrm>
          <a:off x="85023" y="1277644"/>
          <a:ext cx="12021954" cy="193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898">
                  <a:extLst>
                    <a:ext uri="{9D8B030D-6E8A-4147-A177-3AD203B41FA5}">
                      <a16:colId xmlns:a16="http://schemas.microsoft.com/office/drawing/2014/main" val="5401813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2381093560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3609014634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512621061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1250327186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1842352403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2020845667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448424202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3573155292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1487464621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845352306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2114662228"/>
                    </a:ext>
                  </a:extLst>
                </a:gridCol>
                <a:gridCol w="906088">
                  <a:extLst>
                    <a:ext uri="{9D8B030D-6E8A-4147-A177-3AD203B41FA5}">
                      <a16:colId xmlns:a16="http://schemas.microsoft.com/office/drawing/2014/main" val="285302283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Total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Mère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France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Allemagne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Autriche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Espagne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Italie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Belgique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Suisse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Pays-Bas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Portugal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UK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1185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800" b="1"/>
                        <a:t>Nb de sociétés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/>
                        <a:t>13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3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1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07458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800" b="1"/>
                        <a:t>Activités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734753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Achats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1023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Stocks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3648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Succursales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7344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Franchise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24781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eCommerce</a:t>
                      </a:r>
                      <a:endParaRPr lang="fr-FR" sz="8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Wholesale</a:t>
                      </a:r>
                      <a:endParaRPr lang="fr-FR" sz="8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784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fr-FR" sz="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Autres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/>
                        <a:t>X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13162"/>
                  </a:ext>
                </a:extLst>
              </a:tr>
            </a:tbl>
          </a:graphicData>
        </a:graphic>
      </p:graphicFrame>
      <p:sp>
        <p:nvSpPr>
          <p:cNvPr id="28" name="ZoneTexte 27">
            <a:extLst>
              <a:ext uri="{FF2B5EF4-FFF2-40B4-BE49-F238E27FC236}">
                <a16:creationId xmlns:a16="http://schemas.microsoft.com/office/drawing/2014/main" id="{3A7B16EC-9031-668F-9C23-7B97F52DC2F7}"/>
              </a:ext>
            </a:extLst>
          </p:cNvPr>
          <p:cNvSpPr txBox="1"/>
          <p:nvPr/>
        </p:nvSpPr>
        <p:spPr>
          <a:xfrm>
            <a:off x="67377" y="3814824"/>
            <a:ext cx="11557025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000" b="1"/>
              <a:t>Périmètre des sociétés couvertes par l’ERP</a:t>
            </a:r>
          </a:p>
          <a:p>
            <a:endParaRPr lang="fr-FR" sz="1000" b="1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 b="1"/>
              <a:t>1 société « mère », </a:t>
            </a:r>
            <a:r>
              <a:rPr lang="fr-FR" sz="1000"/>
              <a:t>NA PALI, qui englobe l’ensemble des sociétés opérationnelles.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 b="1"/>
              <a:t>12 sociétés dépendantes de NA PALI </a:t>
            </a:r>
            <a:r>
              <a:rPr lang="fr-FR" sz="1000"/>
              <a:t>dans lesquelles sont réparties les différentes activités opérationnelles.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 b="1"/>
              <a:t>France</a:t>
            </a:r>
            <a:r>
              <a:rPr lang="fr-FR" sz="1000"/>
              <a:t> : 1 société dédiée aux activités DC </a:t>
            </a:r>
            <a:r>
              <a:rPr lang="fr-FR" sz="1000" err="1"/>
              <a:t>Shoes</a:t>
            </a:r>
            <a:r>
              <a:rPr lang="fr-FR" sz="1000"/>
              <a:t>.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FR" sz="1000" b="1"/>
              <a:t>Autres sociétés en France + autres pays </a:t>
            </a:r>
            <a:r>
              <a:rPr lang="fr-FR" sz="1000"/>
              <a:t>: activités selon le tableau ci-dessus, </a:t>
            </a:r>
            <a:r>
              <a:rPr lang="fr-FR" sz="1000" b="1"/>
              <a:t>toutes marques confondues</a:t>
            </a:r>
            <a:r>
              <a:rPr lang="fr-FR" sz="1000"/>
              <a:t>.</a:t>
            </a:r>
          </a:p>
          <a:p>
            <a:pPr marL="1200150" lvl="2" indent="-285750">
              <a:buFont typeface="Arial" panose="020B0604020202020204" pitchFamily="34" charset="0"/>
              <a:buChar char="•"/>
            </a:pPr>
            <a:r>
              <a:rPr lang="fr-FR" sz="1000" u="sng"/>
              <a:t>Nota</a:t>
            </a:r>
            <a:r>
              <a:rPr lang="fr-FR" sz="1000"/>
              <a:t> : la société autrichienne dépend de la société allemande.</a:t>
            </a:r>
          </a:p>
        </p:txBody>
      </p:sp>
    </p:spTree>
    <p:extLst>
      <p:ext uri="{BB962C8B-B14F-4D97-AF65-F5344CB8AC3E}">
        <p14:creationId xmlns:p14="http://schemas.microsoft.com/office/powerpoint/2010/main" val="21141508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C8A9A2-D6AC-BCAF-7F6E-B1FD2BB688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3F0BE2A-0AB2-73A0-8E94-6EA0E55E679E}"/>
              </a:ext>
            </a:extLst>
          </p:cNvPr>
          <p:cNvSpPr/>
          <p:nvPr/>
        </p:nvSpPr>
        <p:spPr>
          <a:xfrm>
            <a:off x="5902960" y="368300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5772C8A9-F163-D8E7-0C94-DEAB8A861D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CBA30A44-9945-0F0D-478E-2F74C2232B7D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55DD9D85-1BE2-0E10-A160-B8E8402E3BEF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D8F5732A-1A18-A939-150F-9257728B0882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5951B5CF-CAAB-9D0A-AF19-CF2E26AB5248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AB17E2D-A049-D360-8852-BC0E15FC357D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2060D149-E201-1747-524C-630CA4B08591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9DE64586-0F1E-0772-630C-91A83A5BABC5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BE20B3E-2209-6E92-6092-42A80BC97F28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F5AEE1B7-6AAB-E739-98AB-7378BFE70EE2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CCDC2385-7D3F-EF0D-7A0E-BC7CC01E5923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582A6DA5-58D9-5298-0765-77913EBE619A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C1F17B01-11CE-1D05-218D-2CF4B99E09A0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DE58D6B6-38BB-99C3-2119-044403EEDE52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EEA0F52-31B6-F159-AE0D-C72EE9713D89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90DCC589-E509-D1F3-FFC6-5CFAC88A846D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C7834FD6-EDAC-5E8A-C983-5194704495D7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F0508039-D251-E8C5-477F-583DD767AA5C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C8C68E34-B9C7-3095-F9C1-E4B681273E96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E2D5384-E703-C31B-47CE-79AED56A8875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33B3480B-175A-E790-EBD1-E2511E96EEF0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68A19155-CD83-7825-9701-2D52307488B8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45249E32-BE17-7BB2-5195-E42A52CA0207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41AF4A9-D0EF-93FC-4259-2B600DE83050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0BB5636-B9CA-F62E-6342-19FBFA2F7064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2C32946-F2E0-43BD-0B61-42E4FBA9744E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80A97144-945B-89AE-83ED-AE27019AA51F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087C73D-4C08-56A9-D41D-57EE8CEA2DAB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AE5038CE-089B-0B1E-40F0-40BF9B8F8210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463CA3F5-1CF6-9875-A24F-6000F2F8BFBB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43E0DC7B-614B-B7DD-271B-C84A3F65C16C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2EF85C16-9456-46A3-2560-D42AD2D89568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C3BB2568-6696-4376-D210-75EE6ACEDB4E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106C081-9707-4D01-A1FD-F2146B6FFC97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9A1C1A3-9CD2-D085-A071-1A770EECD70D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8EED267-EE8C-AFC2-719D-D481525E2332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29D60762-3404-5BC9-6839-DAAAF115B461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54FFB2EE-422D-84BF-D27B-478204DDFD7D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C569AC6-894B-2CC8-0C33-26184956BB14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ED9E2C7F-8435-7F7B-6137-6C612AEB84DD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C1AA497-4B0D-3315-AA97-9A34D0124667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65C164EB-3D62-91E3-5DB6-2AFCA397EAE8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D18B36B-F635-D482-8A29-D01D10DA6508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2093F96-A566-77C7-D3DB-9DE45378EF6E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22BDB0A1-399F-9886-0DA2-6290ADFC0B96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2FED591A-2E04-9714-5ED5-EF096CD479B6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8C63EF0-326E-21C9-B436-D741B4FFF954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B2428A5E-E78B-835A-9949-F1D1E352DBCB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D9C5671A-4BD3-C758-34F2-F7B4D34C10C4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93CD72D-D665-0F78-11C9-A48C6F78F403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3AD9410-349A-2026-CE73-276B3A19E93F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2DBBFC4-3B7D-E6DE-A19B-53C65F78515D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BE54B703-20DD-8463-67B9-178459F846CF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30A7CB3D-8826-1B6D-C30D-E4EE13BF6F94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407DB1A1-8312-8FF9-6EEA-8C70C64B6952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C28EEC5C-AF72-64AA-8B26-3EDB41E46142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CE5C9C6F-4D70-A861-9732-4198AE0E5DBD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AB76DD6-6987-2CC0-227A-80B1D02151AE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122EF29A-6D4E-8912-81BD-F1FFD61F1858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81FCC3B-8AAE-7187-53E0-8141650EBD09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800375B-CF0D-1CE8-4B31-57A3D19B7CEB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A41D1B5-C7ED-B879-87B1-F7BAF566973A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626F93B4-0931-4E6B-E1BA-77BF60867505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A1CFC020-C8CF-75E6-B04F-ABC55682E3B1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9DC66C00-045F-DC16-45D1-391BA3D89C38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434B9316-84B0-C61F-F03E-E3C6775716D9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5A095E06-6A43-DDC3-4E21-DFDDAAEA57F2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326E23C-0DBC-6F6D-3E32-87882BD7F16A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D8CFF8E9-2CF8-B5D8-6FF7-A12ABDA31D13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C487CDBF-D21F-A1AB-EDFA-159098FA7DB8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172824-62C7-C960-5979-2DCF6ABB2DEA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3DDC46AB-9634-ECF6-1831-BAED12C6A47F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A9AF685F-C534-2336-1D3D-40421A5CEEE0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B8F3F743-5B61-20DA-A4AD-01EA6D445E6F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16A2259F-AD12-1F1B-7D26-E3B2D11D3050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81F91168-4C0F-2F25-B865-1E65CA18A9A9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03CCECEF-D594-CC7F-C1DC-76995653AA62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2BBB115-7155-F2A6-BAB4-98679D9ED822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36E3C5B0-E66E-94F4-3949-AA45C28B6A7A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5F500C6D-928F-3C6D-6C8E-4DD6F93144B9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D6F0D741-4492-65D7-FB80-304157206E71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5901CFD2-2484-A8B0-EA52-030121E99BF8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E4DCF05F-4C72-3F0A-E6B5-6AAEDCD051BA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C279A7B7-76DE-8489-4AA5-9AE21A2685D8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A9B8F20C-D511-CDAF-39FA-D8AFA5C97781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59E6466-3E82-2F9D-F6DE-64E4584B1B69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F95E86FD-8AFA-66C5-C02E-79C71A9F594E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4BCEBEAD-D5AE-311B-99CB-625C17871821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429DB504-F13E-2726-92C8-63AAC5021BC9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E982F89C-7824-5257-4D67-7CF9D53BD090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BA9A677-EBD6-1C5D-5A22-EB08A6C5D7EB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756EB840-B274-D702-2B9A-5656923C49B7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8B8F1D9A-CFD0-B2E2-23A5-BA6C8A05C9C6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FBA09465-E068-9DF0-859F-C092DDCA999A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7E10E6D-2CBA-845E-AE54-B0C7275F1343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55754C92-80BE-9870-BCDF-9FF6536A5567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028F64C-D26E-6F26-E6F0-BFBF6A6E78E7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FE17EE1A-7689-B071-50DE-2C0BC15C4FF9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FF1DEB1D-5D0D-4C8B-0ADE-56FDB00FF5F5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57CAE03-95E6-76C9-B33A-73F7D619AF41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9FD449CF-742D-8826-1C1D-6D6EFCBF7C56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3461D2A0-3DED-EE51-3B1F-08283143E2A3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1FEC1F0D-10B9-2DC7-B220-9CC2F8AE9FA2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891D60B6-DB91-23ED-44E5-E3AD670FCDAF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DAE17DEC-94C5-480D-641A-7AAA04970764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BEA9EA25-FBEC-40A4-A360-EA59BD115AD1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68D4984-948A-475A-CE18-1059E420BBF9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18EED1A-CBD8-8F9A-B1E4-70CEA4C6ABAE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CDCB26BC-F92C-B9B6-C838-46DDC903BED8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0ADF0680-6EFA-AAC3-CBF8-8BE06E04B3D5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0AA668A9-77C1-4BD7-5280-1D1149FD9B27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DF93C708-89AC-3D57-EF3D-00D0ECAE497D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E8416788-EA0A-0CB3-B318-486B1D72C6BD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8574D444-8D71-3147-CF01-43870447632E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33BBFAD-9A6E-C727-5903-3F3CD2C918F8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82396B07-47B8-78D2-C6CF-E0425B5A697C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C5335A4-894F-71F8-C75B-670AF1662C51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E041F870-1DF0-F3CD-5E25-9FFB007341B3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79C47AC-8CA6-C5DC-3C7F-2B1A31E54C2C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E855953-9627-679D-7C5E-16B3EE86F6C7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32515602-ADF5-FB74-CF09-7FB685B6594C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F086B0E-3009-E202-EEA3-029F8A9026C6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F2A3C424-9C3B-AAC9-7285-5E6F8B425DBF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F1CD18EA-7BAC-38A0-F841-3914C2022418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9EF05FC2-771E-CC14-E608-64264924500F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6BAD3D7-F2F8-22A8-E59D-ADA4D463AE44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079FFA6-6A8E-559D-2C4A-40CA07D73D08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E2F809A0-DBFE-EA58-5572-A33994CB028B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C959FE0A-54C9-25C4-1837-374A8CBF3B00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3F481C68-C8FD-2CC1-8E3A-7AF989259FD5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D03AA0A7-B97A-2730-0A08-29943D0F06E9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4C205A5E-FABB-7946-4E7A-6DE62D0958C1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91E19BCC-F658-F707-76B9-40B0F8A2BBE0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873EC54-C32A-4351-FE22-43B28EC43D8F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631AE2F8-5181-B415-0CFF-A960C32EEEBF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7BEF04EC-FF76-81CB-2D2F-DCE29FFCD522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5A2B5B7A-75BA-70EA-5971-200CF1930C1A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14AC058-594F-D952-0029-6B572B0DCE6E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074EB6-9567-7EAA-A6D1-B211B281A5FE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FCF9F638-DAAE-6EFC-8DC9-1F9AA8B93C4B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13830FA0-91A5-511E-7443-8A63DEF28FB1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2B9D8CB5-081C-EE5E-9B8F-2CDFDF72D8C3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296CF8F3-ECB8-684C-7EA9-C9DD6419158E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3905C52-F523-B2C6-7275-E608FECCF95A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974F723C-5FC4-0F64-858B-2F4F2D50412D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1253851E-85C7-9FA0-AF50-57CB3D045026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2E8B4EC1-0438-1572-17E8-DE88DF1DF507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C451CD64-ADE2-6E61-EB45-56A7A8421D2F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A763EDE5-0E07-1B38-806D-357D6A4B904F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E22F9895-457E-5FAF-765C-7B1D051B3776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0CFA15CB-AC7B-8D5D-474B-B0FE748F1060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E3EBA7DA-1929-CD4B-1691-43BD9521AD37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FE48D3F-FD5A-B670-E41C-6173F7BA37A2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08EACC70-DFFF-56CA-53A9-C431E0B7B841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B317C897-17A3-8CA9-0FEB-54130F99FA42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1DE392C7-3F26-AF33-612F-1B13EC0A652A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0ECEA71D-114A-70A2-9C21-F372972A3239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CFE1B75A-8379-AF51-EDE8-CE541E978665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C456DEC4-D77B-0DD1-7292-E27488A29B40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8E07C6C3-ACB1-ECD9-A560-07430D85373C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8DD8DFCC-CA06-CD65-307C-2FA66F6B2693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B89AA27F-A6FD-B3C2-2B60-F2298AB491F8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83242971-D438-5096-A622-B0DD1DA4F87F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7C8CBDE-9986-CAEB-D2AB-AD72E7F51488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03C257D9-4324-098E-B3D8-CA964F80663A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1E26D942-39BA-DA67-008D-06FA83EFC2C4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B32F3133-5930-45CF-1521-6A1CEA15F352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04E3EEC4-08D8-2EFF-AEFE-001E8E6ED9DC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0DA9310-474E-A36F-53D4-FA5F0C9FD16E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ED41FDA-F62D-17E5-1CAA-CE6871005916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2A38CFE9-A6D6-AB27-6D2A-5FBEB111F3A9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93EFBA-A659-5B4D-765F-1FA0EB4B32C9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5ED8829A-0C3C-8444-B9AB-518C51E07666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BDBDDB2C-38F6-5E73-EE95-C655CB654692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3262BE57-7BFD-ACDD-B59C-25B55E5C60D5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D31C0820-8120-D58C-2E71-B32C1AF9309C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CB11034A-CE9B-75D0-94F9-01BB33ADD42B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D1C88995-F53C-507B-3DED-14C1605717A6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1BA6CBB6-3E05-C0FE-A3D5-2994F9C58236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A7D6B9E3-E334-3CD0-D3A0-BCF82365A23A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F3DE0136-C91D-D333-6479-111FB1087976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D77B66B-16EB-30F3-624C-63765026D3F0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DDF50FEE-5D1B-540C-294F-76E7895FCD06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C0B24E18-78FD-106A-6394-698B882F57FC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7F46A499-8A9B-04AC-5C9C-3F686982EB9E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D79EF35-D226-D1EA-BD21-E33C8D5286ED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7541832C-EE27-ACEC-D16F-2E04449504E1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B746588C-C5E7-CF67-7463-CE413AAB043C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4BF8CAF5-F8A5-2BA7-1DC0-130C6F44A05F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C09F8432-0521-E89F-B435-0C2B919B6582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F49DFB70-10FB-173A-D634-8F69DEF6B5A8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FF01D49-3DE6-F045-6A69-5628A1971525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2EEBA54D-8084-6A95-54A9-05BDA86BF02C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E2E1415D-2F3F-9080-1279-4EA01CC18E59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4622DF6E-85A4-EEB9-3DCE-ABBF0658F34C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CE7134FD-5EFA-989F-8C0D-71B68DD5E9E2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3B90942A-BEB0-CB64-F70D-34647CB69ADC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F1B7C752-2FD2-5ADC-53DC-2A985CFB4701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74103795-822B-9FAC-F1CF-B47B1DC223F8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37C64F6F-58C5-C82C-D1BD-9847AC6E1B6B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2A77410-9DA7-02F7-EECE-C2026182E8DE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DC43ACF-5507-3960-F70E-3340DC580033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553C07F8-16EB-6642-77A7-384970AE417B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FBC8BBB6-DA4E-D327-02FA-D1B2E96A4AD0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0F3C0843-ACE8-7494-8ECE-FF11620B39DC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C47DC872-98AA-F535-EEB7-6C6EAAB6B1C4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FC6025E2-AB7F-0DCC-CC95-8E3F0C65EFFA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B23A7B3-AB71-6C48-19FE-69CB126364CC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324F0C29-86F2-338F-1E1F-5F261DB2AEF3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4E6D368-A5F0-2A61-1AC5-9325617B0A99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AE88B33-907B-8E0C-5A01-23AB1629B399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DB0B37DD-1126-F315-2E10-D92E6453D348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798A4C59-7D6E-21A6-89C2-A3B4C8655765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6D151011-D9EA-47ED-8CBF-BC67BCE71230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CAD6D307-4CCD-F6F9-F594-E81368ABBB98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B6528932-9FC9-7F95-88D1-51E84249880E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C3CDA8CB-7E35-4C0B-F53F-F55218FD340F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EB79B30A-7304-A06B-CA5E-2D675827736A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0DD4465E-8437-C9C2-2B5B-9D65716AF087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284B36DF-FF79-9E3A-32ED-FEC8FDDADF91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47CC95E9-5995-DAAB-6B46-BAC7496F8359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BD77A687-2896-4567-7BD3-6BDD3B6D6775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A1364A91-5CDC-57C9-6AF0-7166A0287D3C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9D757024-C1D6-AFCB-FFDA-7D3D0528D3FA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BA96A3B-63F4-7112-B97B-831660D624E6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098F335-1D4D-89F8-8273-75420E2A5F3D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8BDCC8CB-600F-0ABC-6711-3C50915D798D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2E903387-534D-96C0-DC82-F002E9C6B545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208FEE9D-A0FA-3BFB-7B21-93923C86F247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E4DAC874-D415-F577-05E3-2D801016C00A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B5787486-F0A8-F668-D431-D256D361254C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052E85A7-8F5E-B53A-BB10-E3E3C4F32F77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8B83E9FF-C4FD-39BB-07EB-1B1CCF23E5F5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4EFA4AF1-0F1C-48F8-53F7-B55C8A565583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821BD88-95BC-FD70-B1D0-8C0466CF0AFA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06274C-CB1B-9D28-B883-860982F2E952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50623FEF-CE44-FCFB-DA3E-D3E067409214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EDC74C54-B29F-487F-2B50-1783DF4A5185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0E49BF8-2E73-93D0-BE37-DAA79D946F91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0E95D330-2E7B-38D2-3104-B1EA8834DB1F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81CF9A30-F109-D33D-BE11-B6176ED30C7F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A7D34BF5-5694-E18A-79DD-8624A6FBC394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3C89E778-26FC-2FFE-6EB2-CA6E784C23C9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0C64CA0F-01F0-32EC-4DC8-D1C704CBC809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0C92A595-9E98-9209-D7FF-4D3FD8577A8B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345B2BA-A3F3-BA2C-3F09-51944DF6749D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D7172E1A-4CC7-F299-865D-AF0928B45390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16D298F9-1407-1446-37B0-22DFD3151142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38F88DF1-9911-4749-59C8-FFF94D48B528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9BFB3741-D07E-2DAB-43A8-17AA520330E0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F4161D6E-8461-68FC-952C-EDA1D2AD77BB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45CB3321-3CBF-74C4-9FCE-C7BDD2780955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C1383EC2-5B8B-F106-7AF3-7B1E09C27FAE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B162F283-4FE0-A367-D374-4FF5974148E5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B025CEE-B851-25D7-8295-033A0F3EB334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C505C989-E588-305F-38BD-49445DB69975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07741EE-0083-ACF7-FA0E-8814B05BA4E4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BCC2099D-645A-D310-5251-7E0BB3BC9C1B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449D88B-2EE0-1DE2-A8D5-CEF1EC4426DC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20D01B04-C92C-7DEA-0107-5BDB9B6BFFDB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4A0B2AC4-F360-F3B9-CE84-D33B09D7342B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152212D7-CEBF-2388-6FC0-7868F8DC2927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8C3C519-1351-FEF3-3659-0AFD20E59324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2E724810-9A2D-2426-AF91-2919F88DEC1B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C65A959B-AD10-587E-B4DD-B79A389EE19D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511D9658-4DAB-243A-8A9B-9859F8D12177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340517C4-BA7B-E812-095E-837007091CA4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B234EE96-1351-ABAE-8A21-FE8CE4F36D90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71F549C1-1F95-549B-F750-2B7952DECF28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19F005D0-DC5E-AEB8-EDEA-7F16489E30C3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9AD6E13B-03AD-BCC1-EA34-2CEBE29B1AF5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D9C9D774-FC2A-DB5A-65D7-CD6FB23494E5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C32EE5A-D3C8-676E-D355-F82F33138A76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F4613E6A-4A76-0DD3-98BA-ED32DEF83C05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A01FEE23-1153-8DE3-A828-3957ED319AFD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95022A9-0452-8146-9923-3926F2A17FE4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F6A44DAE-D8D8-DD5B-F55C-08B6DDE36060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643738B7-6E48-2F65-6A64-C60EBDD35ABB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508D2A0B-F159-8EE7-DAD8-4FA09002EC62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1346279B-25D7-16E6-98CE-5003529BEF65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D6465C40-4941-E8FC-6412-BC4045D7B3A1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D9A5318B-82F9-8BD7-02D8-1ACDC93D91DE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6FE5AB25-A5F8-7B17-4C3D-5B30EDFDDE17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BEE70906-5583-FE49-E5D3-EDDA57F073AF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4B66B022-7D26-3114-3FD5-AAFAF0DF19B1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0DB6E3F8-772C-D569-D50F-D3C79152BFEB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8191B56F-016F-C55D-60E1-10049B858C43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562B0D2F-2B5D-0CB5-61AB-7E6DACAB03C0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AAC8B868-2E5A-5E7A-7657-880B05F4C889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453CDE7E-C38E-5E77-49DF-67548462A6E7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AA2268D-1CED-BF39-80C6-BEE24539A4A3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C514F85D-2331-9168-6C04-8C49B5CC1D94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BD3BBD37-10B8-A24C-75E2-F885D04F79FC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92AFAC61-158B-CF73-D959-D2C37788A5C4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122327DE-4266-DCAE-6B0F-E2938CF25D8E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6F178E40-C75E-59FA-A437-EF2CB0E3FB06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B91403D2-D096-A926-992A-3B0615EC625D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C4913AC8-75B0-175F-FA82-2F464FC0557E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5993512F-6330-1E25-3F04-F5D1F23753A9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BA4FB076-FAE5-1304-9D7F-01DC5E054186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BDAC42F-4147-CA4D-F41E-C761A3466362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496F88A7-8B53-DE00-9987-B3C8C579E65C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98F4B442-39CC-2F42-ABBC-DEC3D4456C4A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578C299-0FEF-8ABC-EB1A-6C78A807B568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B38465EB-77CC-4844-1B3F-F7D458B502AB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982C9672-7CA6-875D-B9F3-77B2ADF3552F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03B7C29D-3BFE-9AC0-B277-98B3B5F6DA8F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CE605176-410B-606B-978E-340F1CB81329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668F0241-9FF2-5898-31A0-5EDA8B7E0658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13E3695D-3F6E-DF7A-C8E7-29E5EA69EB6C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96810EE2-C679-A338-D488-A442650C568B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E8522457-1F32-20E6-DB5B-404DB84F3B7D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A28E57FD-6B5E-0474-3F7D-99C46C9ABACE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1F842977-2A2F-53D0-0FC2-7A74E100199D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EF0F7F02-D2D5-22DD-D720-D730280AFC49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0435FCE-666E-6D02-4217-19D616E6EDBC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447A68A8-1451-8270-21E2-2382B3A89E14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4807F323-831D-245D-4845-8F71DAEAF935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1CC8398-B976-478F-B5BE-56D8650876E9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710EF030-422A-D2DD-CC7D-CE04FE7A0F41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6073655F-6ED5-59C3-805B-6D6361695862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4B7A12AE-460C-F9A3-F1D2-48DFAA5A3213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5450649-89C9-49B7-9603-21153B468001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0A39DE33-969F-8603-968B-043E69019CFB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CB4005A9-74C0-0362-75CA-1C57462C90E8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492F263C-8519-5B54-AD08-16E05E187CDE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0CC9DF65-DCB2-B2B0-66B4-F4C68823E736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4FF5A095-2129-A440-9654-C471FB5891FC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A84D6213-810E-716A-2105-995A3C974715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407C2513-1CA0-B5B2-1C09-73FDDA028884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ED4362A3-5579-6719-1818-7F46378B3359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E93B6D2B-5A91-9012-CD93-414AD799167D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AAE223D6-A5C1-17DB-8903-D3007F2B61AD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3579213A-93EE-6DD5-58FF-9324022E659A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822520DD-C2E9-E318-C681-C25742E5E800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7B9E101B-18CA-C743-64C6-B7821C913CD3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DA022FF4-EBB1-305E-0510-34EC7FF02225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3B6A7872-C2AC-5A0A-58A4-70657C0DE5CE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2854857E-EB4D-B962-E2E2-381C5F631A3B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C582370E-AC61-E837-68F0-1010F65238E8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30DF8010-664B-F8BD-7247-B012335BFA63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F0CF11A-9742-C868-311E-74452F578E57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2DF0DD2-59D1-71BA-D838-44F32C950B58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5AF6423-98FA-07F9-197C-CE95C6B86D4F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35D2DCE7-8DD7-C126-DB7B-9C54F078603B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25D45650-C048-7B3C-9AB7-6CCF9DB370E6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B77D2145-1CCE-AC3A-834F-ABA74E9B64AF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E01875F1-5527-08FD-E1CF-1EFED09D304D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427CF2F7-66E7-B36F-0B94-28AC346BF0EA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AB0FA87A-9DA4-4CEE-2272-830A8E0548F9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2334E21D-AC78-1C3C-0DF5-BAEF6088AF23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BD977D5A-9D50-CC2D-D5A0-F90CA478AE3D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B2D3661-3029-3163-179F-C3B59DCCEAF5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C3A93816-FCCB-A157-1A0A-9E13FC611A68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5D055D2D-A6C8-C4CA-DD06-32CB478252B9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7CE4B9DB-DD57-2654-16E5-77BD1342AE6A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7BD64F09-6878-FE47-0127-5C06F6FCA3F7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DF247014-35B8-8DBF-CEAB-DD49AE62E4FD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F14F0A8C-BF32-8029-0267-CE9EC5B6069B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AFA24B43-9D62-A84D-9713-0FC92A0083D3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A1725EB-907E-102E-E82A-AB093575437F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403EEC0A-E24E-24D9-0914-4645A7CB1DF1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4A20FE4A-5840-40CF-5F75-2696082702D1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A709FC05-8B99-694D-67F2-F4E87EE36705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8E88AC70-BFFD-0CF7-600D-A5B47DED5541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7C25D880-67C4-89BA-8D8B-B8D795A71315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467BEBCF-A1D0-0DEE-044E-554335030F75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E23F7C25-2959-0741-64E6-90689793E0A2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D146EB63-01EC-2986-2D00-DD9282F574E0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202BBD46-60A0-2B3B-021F-DF2999CB00C0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AB71D74C-C45D-67FA-50FA-E7596CA8B10E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AFF3A88B-C70E-7246-E9DF-DFD9D74F278C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24F6104-2F39-5AFD-AA6A-DA24EB9DE83A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C802BB9E-B2B7-A6C6-AD2A-1C9B4075A3F3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B11B47C6-7D71-2166-50AB-31CA6CF4D3BE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B99B5FC6-0E06-0F3C-5779-020470EB3B3F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2EFB69D7-18A2-702B-38D9-A9C666BA3302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C7A1F0FE-EC83-7FCD-2B45-9F00F678F007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4EBE2CC2-CAB0-2D58-DE21-CAEDB91E2FB7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A3DC6FA3-AA95-4501-F95B-1B9DF98A860C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26461AB6-F923-689C-07D0-30EB0B8DF367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03B2D028-51D0-76D5-B6EB-5E615A680777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4E7B5396-ED3F-85C5-1684-0F5856E005AE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4155FA77-2EAC-4112-C0FC-FF48DE0FD465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A5C23E42-306D-09C0-E85F-5D3EA19774D1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94091347-4D53-C222-FF57-C5645CC78D41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87472248-AA65-982A-04A8-674CB3618BCA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3BF402E0-C09B-E48D-50E1-22BB9D2BD7F0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44C593A-490A-7827-5D05-EB6D6B33419E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F44442E2-46FC-F142-F94D-04D2B602C785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02EE4878-C65D-64C6-53BB-42D14953DC0D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569B3DBC-0570-8080-D227-DEB51C4A4294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D52DEB7B-18DC-7632-2D32-4D1CDA4BCF6C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4A0C2EF1-623F-F116-00C0-959BC3CB73BF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068B5426-725E-F072-0365-5FB8D17EB3CC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ABD15FA6-81F7-BD8D-71B2-C19D717BB6DC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B6050091-142B-D22A-516B-029A9D31DAEC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5F54D541-3365-0702-11DB-91ED90666E63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7FB668B7-EA45-C6B6-CC25-3F530C5197A8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9D450E67-5D8F-1DC6-A02D-CF01346DFE46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1B75A31A-F751-EA9F-591E-B932DA4530DA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23D16C55-E40F-4C89-3F1C-E805526965AD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BF814256-40E3-DDE4-F66B-220B9488DCE2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288F7DF7-B946-2006-6CD1-7379B006A5FA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ED46DC0E-9010-E240-F446-A8A05919F55D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ABA06CF5-B54A-7E2B-DA0B-96605D710D0B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01B0E773-B3FC-54BC-289E-5E71E7B5E1C8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5A82FE6F-8A0B-4E6F-DB6C-9E39B790B9B6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5A9D09-702F-9748-7421-BF73528844E4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4B25BA04-69B2-4314-19C5-177AF1CD97C6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7690DF02-9C1E-EF3E-0A44-7B32DBFB2956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A7B28A79-6850-BEF6-E7F5-258950A772FB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7E881797-A980-E7B8-F85F-BEA03AFC53E1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4CBCF30B-6DEA-A5FC-833B-D76DF06B363A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312F42E6-2CCD-990E-7527-C883F02DBD50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0CD63A00-F9E2-FE6D-71F7-2ED6DD719D55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17F24699-AFFA-9ADE-70DE-4C9D565EB1EC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89BF7715-2B0B-A0C1-C984-DC7AEF37B5CB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A5EEABE0-A08F-843E-CE98-99FE432D10AF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A88E27BF-1FDF-33D3-0DE1-D5F7AD9BB940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D90C071D-CC1A-263A-8A8D-DFA12BE4E602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3C78460A-0D62-5D3B-4D53-8E060C74495E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090BED03-5359-8CC0-DB34-93EB63B6C317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6E1486B8-3252-E028-B01E-D2816F87C077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2A6B2273-1BA3-2195-79AD-015E92509473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EA402529-C911-393C-A05E-7C040B772D6C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F6ACD4B4-5C7C-40CC-5988-B4FFB0124A0F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2E26FB1B-6D10-81BE-8251-30A8B4DA37C2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F21F6973-B7AF-DF86-5226-90A713B73A8C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38CB19B-4D82-6D55-8F22-54EE45C00EFD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1E1D1B07-46F6-17E9-E813-071FF33710C2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94A882E4-11E0-1E03-8C92-091056E70288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16E46B7E-18D3-6F16-4CD0-7943FBE0F041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5742B41D-B056-DA13-7947-0D6DD2DD7FAD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A0671D64-4B20-5EDA-7FA0-C15F44635AFA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F0060DE-23E9-35D1-0D4E-FA80A7F67112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21D67EB1-8881-0FF1-66BE-5B963294C839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94B1EB8B-2418-D302-2826-118192E9C148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15157E5-CE45-3273-EEE1-20A65345A613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474FB63D-F9F2-8F71-EF20-51690A26A52A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C76DE813-DE26-8C72-3856-261EE827CD92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8066DC48-8FC0-D2AF-CD60-4EFFFAFEA0BF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062E1A14-33DE-E23E-6EA3-2E84C2C3803B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F1BD4A65-8726-ABE5-E66E-A6BA2BDAB2C2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3E92BC56-CA45-0713-44A4-EB0A3B8E9FC6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D9B04895-6296-1A2B-8B9E-FCE829D74953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996EB58-0701-BA7D-3A47-D9A177E87A84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70E3467E-A4DF-AB3F-0AE5-3E89A054CF2A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5808C12-E07F-9BA5-1E5D-80E01CBBA6B4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1BEA6D6F-EFD0-726F-9F9D-3D4E2690746A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64305111-7FCD-B9EB-4980-7526BC72D439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F8CFF474-C567-5D9D-177A-77F8FBB50C32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0CC3EADF-CA3A-0E56-B695-4E6CB28BAC9F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4EAE32A1-AB3F-D26D-D047-2F1AB80B92C3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242CCCDA-32A9-0B1F-095F-614A3E31260B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01E1312E-A74E-A3D1-2078-4A0814635D3E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5D5CFB5A-6955-235B-5046-C16876ED0D3B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3FFFB653-099C-1497-8C80-9C2EEDFB034A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813884A0-F082-5023-43BE-8B10B5A60682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56629BB2-5FBA-EDFF-5FE1-856982D547BC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512068A1-410A-45F8-3636-4100E97AE2F6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F3FAC926-AF9D-3201-8918-917F8D657FBA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FE2EEDE-A480-8292-9CE9-28384E575F25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737A044-5209-8567-A68D-692938438399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1CE48209-DC00-4704-3265-86674944DEE4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96CC3201-6358-952D-C5E4-D9ED7B9A181F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810C96A4-F2D9-2E80-9BA6-01950C880FE4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E4A860F5-0B8E-5E2E-7173-DF4CE7498AD6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CA000FAA-BBAE-99AA-0C61-37C2811A5D97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277F06DE-E552-57FC-F7EA-B1067D35461C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08F5951A-4CCB-A759-65C2-87416D5437FF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CBE33240-E8E5-ADAD-6143-760DA382E673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8635237-1C39-0FE9-7DD9-CB08D9D0A8ED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E62F768D-6944-3423-BC30-5779A6551B2E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EB1920B6-8719-ACCC-1605-AE2DB0FD4B7C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B97E12B1-8ACE-C975-6544-C32AC32CD58B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257F7E2E-2D78-0871-4512-47C81343E980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446C52E7-A43E-77C9-2308-8FD8705A15E6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1BF4EB55-280A-BF95-FCEE-1B06EF0E78A8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A90203B0-3350-38E8-7C72-E4813611B8D2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B9214C56-5BDD-F9FC-9F4E-07DBBC181354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EA2DE001-3556-B5FE-E31F-F19F58D93B88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BB92A7EF-515E-56D9-ABAD-9E50793B60D0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F8B7B3CF-E6D3-59E0-95E0-B6509500716C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C5F973A6-A7C0-E38E-191F-E06FC8E88C2A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BA2E2810-4936-D6F0-025B-2825C11E0C69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E8706329-F94E-C175-84D7-1CC566AA60DD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AB4F440-D801-1CAF-8B89-F5F2CEE80C6A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C8A8A475-57C3-2D23-7C47-50110BE76A7C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F7D9818-8142-2B98-2CB9-192F5EBE9D68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98C701EC-7953-D91C-028E-7B46104AD99E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99504D-F9FE-C61D-3000-1B1E2C9EF5EF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548BB2DE-8065-EEF0-380E-BA8912A50685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0DE9B03-BB7F-1A26-C276-7F2B32287CE9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C2BE6A54-0FE1-EFD2-47A9-9FD4F6AED50E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39674FEA-024B-3020-1FFC-4D8671711920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67FEF766-F03E-8F71-75DF-2DACCB7370E1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B811004B-7BEC-20DC-F0F9-435DFB35AC14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3F23C442-FA8B-4A86-B97D-127271BDF887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DF095504-141D-9F13-78C1-9A5DDD822175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5946477-1766-2066-DC01-099A63A4150D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DA4F54ED-DEF4-12D7-8230-055A92ABC374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DAA7F20-9FA4-6412-3623-3B6F9AE1B1AB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76AA3960-8563-AB3B-10E1-45B33DDC18AC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DD21B837-BF77-F803-F85E-3E578858B5AB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F4520D09-28E9-9DEF-69D9-083B0D9CB660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8920CD8-E5F3-0057-F87F-7EB7D9A1EFF1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24DE2FA1-94CF-1655-DE7B-6A45F662E959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62EFB6AE-D4DA-42CD-4633-5D90E290CDE4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BB2304FC-C4C2-A47E-B96F-76DF1F792C37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902E5953-948A-3AD1-4C4B-7CC6016344D7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F540EE26-4C48-DB74-276E-0540FEB71559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EA586417-28A1-8D12-3948-6704927B64DA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B1B57A10-76F1-AA05-6413-75F877019ABE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CE8727D7-D336-F785-D5D1-29F2C42AF608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DD3F2264-1ABC-978A-17F7-6A7163128FA8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3739F937-A637-5A03-5561-41A06BE36B79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6B8E172A-1676-7F9C-BED6-9644737F1E58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4677E264-4A22-8AB4-4B2A-3239D0A0631B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06FA0767-0012-E261-EDB6-18DC8DD12865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28686F8B-1B37-2974-D17F-D438AC71B31B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46C1494C-EDBA-B14F-C6F5-1927C3C58A5E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32D0BD36-5847-3727-0E75-34C59529FD1A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03BCD441-424C-87EC-B33A-91920C5D9F81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6D9F0686-66E8-C60B-AB0A-CC3ACE85ED07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824696-C4FD-C03A-630B-6D25FD77F93E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7BF4DF7A-78B1-76BA-53CA-CD55519579D6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7186FF34-4692-F1C4-811F-876F5E6E3CB7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91A7707B-A52F-82E3-F2BF-0FD3B9AA8005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A15464EE-DE1D-810C-5E03-4E17D4FCBCB6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275FAF51-7519-1813-65C4-470A29D4414B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D9F24784-BCB5-08AF-5CE0-D603FD9EDF2A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C4E6DD35-05EE-71F6-8151-3C9B5B01B3AC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F5BC82D9-AE3C-E0D2-7E23-707AC4EE419B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770AF8A6-3D23-81CD-4745-AD96A03C22D0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B13769B5-3640-D2C5-DC21-A83565BD4052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680F4503-E30A-6C24-613F-46D73865F2B5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89A389E1-727D-58CA-8D79-9A23A8A2F7AB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08384103-A372-3231-D5D2-8CEFAC890B19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CC5F1AE3-4C30-B1F1-7BC6-3E94F5FAABC2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3A42E08B-7334-E83B-AD5E-72447E62413D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9B4DDE43-25D6-BC81-32ED-31CA24BC9C81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A94A8772-DBA1-CACA-E7E2-0B05AD9B2A1F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BFA8BD19-BF75-1C8B-B18C-24F4B3373D06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DFF71DF3-DB3E-81D7-8A55-3C4D57753291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2EAB16DA-65A2-13B2-217B-95D0291F572C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244E2862-B34A-0F07-E427-6B8B6E6CE200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C6A30555-1F0D-BC49-601B-28090B0F7A9E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2154612F-8916-F148-EF4D-9156C655A6A6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AEC49C2-85C1-110B-E8AA-320EED5AA3AD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7BCD8BF5-3455-E94B-C065-4632160ED40C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844C850E-4D16-2F04-A815-7C8A033F348D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81E9E91A-87A8-EBD4-9C1C-3950C3E9872B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7B28DCB7-88C1-D6CB-4B36-6DF91A0D0033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73E81A16-D375-5260-8325-CAFF2073C294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C8404947-0105-D7B3-C120-5F8C4BA4887F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1E0A7877-7B4F-3945-45DC-85805FC0DD51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BAD4614B-1D54-C850-8A84-7CA584D76032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C320B49-524B-2E4B-DC6D-9609A871C205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28DD3232-AD79-87C9-11AB-5F7C1D7E0835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E547AFA8-925B-6073-F919-E47A4B40846D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2CED7745-3013-F1D6-9586-3E41B2E323BB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13B8ECE3-E31B-9AA0-0C27-DEE1F07D9A65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17DFECC1-7CC2-1872-DBC1-E3D7E8CCBB2D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9C0C795A-BB9B-58BC-D966-16F2AD45D352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6912FB05-F8E9-CF20-494C-8387E6331400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144D7727-BF51-D757-2AF5-4A1914930465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23C000B6-02C1-BE6B-4D3D-17593119887E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BCB356F1-969B-47FC-6035-9270C38D6FC4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4D19D67D-7D2A-2B30-FF9D-4F4360192032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8EC05DD4-262A-98D6-0499-956674135809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0AF1AA2F-219A-5220-2DAE-917E8DD0AB1A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9E81A507-1060-B249-DC15-915AFD1ED514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A3BEE478-0113-B411-D274-F3D9403A8747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5AD3FA97-396F-490F-74FD-6B194DE557FC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EF370CE8-8A7F-4E54-E8FE-136A6E2C4A7D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F0CA8101-29C5-9B8E-5976-CA08FCE3EBD4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A7922681-E838-92B9-7D9C-C7AAE79E643E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70DB7010-75C2-FC70-EE0E-CDEAC8564D37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C687FB9B-C3EC-CB8D-6DA5-A1075E40F6E3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26B7E082-F1E0-F6FD-054A-9598CBCA6C17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E149385C-5317-1ACC-AC54-E2AE91B27716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8C187BA0-D9A1-713F-84AA-6733B82B53BC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33E75879-8C7B-0D9B-DDE3-B5FC796C024C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14700279-EE97-CCA6-8254-AD3C68339382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35E4E8A8-9243-7EC1-A809-0EE9CC558896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B7071D93-D708-93A8-AAC2-29CD4B5E0B41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DD69D29E-FAB0-71A4-657D-CF12DDA1E342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28C33023-D92F-16FB-EF3C-8C8C03F0C9C4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7DC3FF85-5D3A-4573-0346-6F81ADEA9176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669C0BE5-4CB6-A823-7B3C-9932FA8122E9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BB3A780F-E096-7B95-A52A-6317C11C30E6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29D3B7C8-5F12-5981-5F71-F732ED190F6D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71A8FA16-E488-7DD8-2FD6-63B0EFAEA65B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AF41F14A-A468-AF5D-B974-3EF84544DC89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FDCF21D8-7177-49D0-BCCD-4DA9BE627CE2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5FCDAD30-0DB9-4029-3063-A4505687D8E1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1A0F2FA1-B8BF-BF13-E724-BD197C4E74AA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BA8B27AF-1D9F-F58F-6FA5-372EBD37A260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6DCB8B72-B628-865E-2A8A-AF69CD8E633A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AA53B5AB-6FC7-E3EC-5C87-EAC68F6F44F0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C4E529FF-6DFA-4C10-0F41-06FD9DC17B10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2909C63-2263-7CDE-E7EA-3BE3C4A96755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05A38700-A4F6-C1B2-69E6-7E818BB38738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3F75FA13-C6EC-AADC-8535-97E999E8FBA3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22E47F2C-8B92-042B-D5C3-E39789160636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6D85563-76CE-1990-87E2-F5671555AED0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3551EFB3-A92C-C3B8-D805-817AE931171F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D2DBB61B-91D9-2DCE-BC01-9D289446E7FA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6CFC5B7D-EEEA-F198-141B-52310CCA05FB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E0470CD1-D98A-8FE2-A49A-32EDA58D3B5C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A01BC615-B3D1-234E-A655-6E5E4584E2BE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911C62D4-A9E4-FF19-6643-2D87B7BF9E86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9B66B799-EBBA-9847-8E9F-8F819475F386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38D7DC33-9DFD-95CA-4BB9-BF91F0C1A951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56DD8D1E-6F1A-DA7E-548A-D3F2EC4F7B14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A6D61040-86F7-3979-8B2B-53582621AC8B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6A7E7FAB-FF26-DDCB-3086-0C17A1CE9780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2A63C206-B8AC-EAE0-C3C9-F62E8219A0A8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B2CD211F-68BE-BDD8-EB10-88E5936CE536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3519D3CC-29AD-D4C8-0B57-61727A690A3F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AF61FBC-B31B-4EC3-5B4B-3392B8E7C92D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203F7138-ACE4-6619-271C-D01AD18A2B61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B73AF8DB-104E-3910-A6FE-A61364670C89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ACD826A9-050B-5960-878C-F2C17803B92B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3E22EAA2-1601-E5EE-67EB-701E26CE939C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65AC924D-7930-EC29-E9E6-30423D9DEC05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06CF1676-B320-CACA-68CD-C4D07F92D677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425AD1E7-A0BF-DE95-E389-8C0919549350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16840F08-B1C2-5BE8-4547-0E7A62384066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5991CE63-C11E-AE3A-7207-D31CD8EEA3B6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C608D684-7460-38BD-64DE-CB42C7FC0FE1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80E99B61-E9DB-6222-D78A-F605640A6513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2012589B-AE8B-98E1-8772-241A27BAB7B7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E0A57550-EDF2-24E7-1E92-00FF04B7A05F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395EDF25-7E8D-A6E5-6854-235F620606D3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D13CA945-5053-2CB6-5EF0-FF77322E82F0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E6033FC9-AEE5-020A-9574-94949592E41D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C3C50F97-55DF-DA39-430C-2F51E6A50DF3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04B2E8DA-2955-9283-E026-75F76ED1D629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6E4F88F5-5A01-7909-5654-BB1D76B19B83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62B8D6-475E-60FC-C171-0C4EA6EE3E24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5D74C4FB-95F3-1546-80AB-8EB870757A4E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54F28CC1-26AB-3651-CDF2-157E9696D6DB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393FA484-E066-55CD-0D5B-94DC70F66599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A3290E3B-DB78-D8EB-141E-F41B039B265B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C34BCA34-C657-4128-C909-143A810F5DA1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E3158275-4DD7-9141-9E54-277FDC14C1EC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81C93E66-7499-7B1A-5F72-373C47A4B915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27A4934D-10D3-95CA-0D92-086216387DC4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156BF2E9-63BB-4EAB-7DAB-80A0BEF4E63B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10E2C155-C6CD-356D-FCDE-B267BD938A99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5F0E54DA-5369-0DB4-E902-5F5E526FD6FE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E375A6C8-E2E7-2C3D-B3AC-84CD3DE570DE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BCFDC71F-CF5F-524A-A2FD-684ADBA85573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46253B17-4AEA-3723-A135-4F039B995550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95444E74-0042-9C4C-CB7D-BA4D19B17A44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83AD8C1A-0358-04C0-EA65-534D3AAA4574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5DC1DFA1-ACFB-3A1C-C3B1-8443C79D1F4B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9D85D95F-1ED3-BA1A-8B2F-254AAE0AC922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3F8B9B05-B348-ABF3-73BB-5A737C8DFD4E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8678CE80-CB6B-84CF-BD2D-354A99955CEB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BE1389CE-BCE4-DAB3-BC38-05745009FDBF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9904E383-C462-1E35-03C1-1041C5AB46EA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6D5DE348-24CC-082A-1434-9E05A01447AE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94FED8D5-B1B5-D362-A89E-F4014A0EAF18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D69B26BC-1296-F42E-CCD1-74260447EC1C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C6F7D27F-F930-08A3-2649-A71248D4B59D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84D58D19-9CE5-EBF1-61AD-A03094F3B555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657E6A54-4CE6-9106-FF72-C9AB8F1D7E10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DFA1472F-3EC7-D3E9-7C8C-629C23D59152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4E77F1BD-C389-2D0F-BA4C-5D511E55A203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61D2851B-AB80-020F-7375-37EE2A98FDFE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684B43EC-9D10-F223-D577-C53E98EFDDED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6A2EBF23-51DB-BDEB-5442-33C23768B6F7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81220A7E-C4DA-55CB-D40A-108DE67141C6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A926A7CC-DE28-285C-EA30-5D0C190F8473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81F32AD-2382-BDEA-E736-B09BC62F98B0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21E7BE32-B06B-9160-176B-ADE1B120D380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BA8652AD-9A9F-E315-548F-FAB598188B93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EA3C036A-F1E5-DF02-54EC-BCAE4F9D7C0E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B83D536E-19B0-01B3-0CF5-0D1440A0E914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4397466E-8762-73FF-B215-E0ABFA938D97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6AA3F5D-F94C-4FF1-B176-6AB452243049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9FF2A52D-AB8B-7660-FDEE-48C235F08E88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FB624FD5-489A-C14A-C714-20F877270E16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B93ED465-C2D9-BA0A-4501-3BE773A99EF9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EF5132CC-F589-72DE-5CB7-8D055DB17FCB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6DBD6563-97DA-05F9-8A7C-254D390E0D1D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C3C24EA1-D72D-C1ED-117E-625D8ED13D08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3F32A718-40E5-4304-7350-89CF021F51BB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51B316F0-5027-F42D-61BC-8105D3D16517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1A33F299-9F71-8328-0486-4B11B8CC6327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CDDC3591-47C4-922C-417B-E373FDD96354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7423E657-7D79-9C94-0CAE-072DD53B3BA4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CC807FCA-9509-6E5A-3F01-2F35262A5DFD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2FED4020-7155-B0E9-8FFA-5ADBEEF9B7D1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7E3A764-FB15-2EA1-7BBA-B59A613FE3B6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D19A258C-67A8-AB1E-B3DD-7D6C85856DF6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D7BD1DF8-7512-D382-F90B-25630CD62699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96C57768-D26D-59CA-6B19-B8C29FD51562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2977078F-4F2E-6CF4-D714-2A7825B607D2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1FD46774-0A5E-1B6C-A7A0-C9E562371E88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9D1DF109-5A43-979C-1474-A4A3D9E6296C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3CE671D9-A8CC-D3BA-CDED-27F0B25E342D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58C40E80-17DB-CBC9-5591-6AD19E2F4985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922B4614-8A1C-73C2-F970-BDE2CF068FAF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F92947D4-6ECD-4E59-8C83-BD90C8B288B9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510C3FD1-DAB3-6AD1-69FF-FCAB43563E86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9969D7F3-56DC-C4B2-AA66-A1BF256540ED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B35B913D-9370-FEBA-A068-1D16B63CBDE0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B55B202C-B1DE-7002-7CDC-EF4E19767EA9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096BE2B4-EDD8-64A9-881E-559C100B1313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8E0FB838-EBEF-245D-D649-4FB5E2BA12AA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83611B8F-62FA-5326-FB95-1D1E30E584A3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478ED605-A684-8E4B-B9DC-BACFA306AA2D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9E71A983-5D21-51B3-E72C-92B1BA2504FF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577BD9B-3C89-F0A1-6173-5C37168FB56B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D567E404-3966-18F5-1C2B-4CA937D92E0B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CBD27158-95C7-14CE-A564-69A5465C1242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8F782628-C4DF-845C-5C8D-BCAA20D51AAD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D3B7823B-665C-8136-5DC2-293638C15265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12FC3F36-4500-7AA8-1B6C-362A58346233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A64E7DE9-ED7B-6D36-6510-777C179C335B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8221A2E6-F692-B200-1596-CBB0DCFFB681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AE9C9B16-A4AB-AA98-7AFA-95E23227D5F3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48463184-455A-D3EA-BFC8-632AA747C4FC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6F57AC53-4A2B-5998-82C5-A8E1C5E61E6C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22C10EFE-A040-CF85-2D25-0614B9FCD9EE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78216A1C-F6EB-3714-5130-361200826680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319B69D4-9D5D-71E9-D9EB-8466CAAD14DB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BF52CE63-F0E2-28AB-79FD-0D8DD305D490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3731CE-EC3A-AD22-ACC4-7542827D9E94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8B05A625-B2EE-5519-F01F-E0E8BEA0DD88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88C1D6DE-305F-1E2A-12E3-2DC6D45D6702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6BFCD9E0-99FA-93ED-9A6B-F15CB0F6431D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2E382FA1-7DD6-2A50-1982-47836CD20688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2445319B-38A2-93C6-C95D-3A47B3D389D1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B07B2542-DBC3-7873-2EE8-FD0F0A91BF99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0A032CE2-0192-18D1-2C70-96E7BB6D154B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F6EE51B1-7877-FE9E-292B-3DEA000AFC3E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ACC77371-469D-3FED-A5FA-94EABFBAD8E3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93720709-459A-7807-DD80-E8E22C2E1F93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1F6F67CF-1F40-6E9D-FBA6-352018E3C994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285043C9-C086-F53D-792E-0C9428F1903D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25679D0A-CD41-6DF0-9994-FDA1A78C5E68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A8130406-EB6F-135C-9A87-0C0FA569F133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FF8F8520-FEF3-1D7B-2FBD-9FE32FCF1CAB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4B4AC4BA-81E6-97E9-E6F1-CB2B5D5705CB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CAAEADF5-BDA0-6DDF-4ABA-CBC260F20C9E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7A9DCED9-504E-2D51-4A85-01B836F7B4BB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3DDDCC02-3264-4699-BCB3-B65D11BC373E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E4753DF6-8612-76DB-4C4F-B3625A3EACD8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24643AB2-5546-97AC-B700-B76AB2CC1C6A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F59EA594-ECAE-EDEB-7D63-8FE135834257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321F0CA-779B-6FF6-216E-1F54C0905626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51F77409-23B3-491B-D751-4FEEADC85B1E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D289BFA0-25C4-38C5-8B97-4D2E7D3C3803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1B0AEA25-5B02-5BEA-DE66-C62A3693E0AD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590DD35A-8C31-BC4B-D92E-82065E64845C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7D86CBA5-CCF8-D260-28AB-A0746A508472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15D7627A-52F0-E33C-2A72-FFF47F62AF8D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0353AE42-9B6B-627B-ED03-184E101C25B0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1A845256-8611-6971-EABF-31C27B0860E3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0F8D79E7-2026-1A85-1166-50DE6E320F37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0B5D1384-DD81-4001-02B9-05E0C5B0CCA1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87B98760-E1CC-B1EC-EAD9-337BA4F1930C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7A806666-C278-8AA6-722B-10AB794CF811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267D111D-E764-5C0F-4334-2ED56BA0A816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D9871C93-381C-B790-148B-1CBB0BC64F93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19E35A56-57C5-8067-F8F2-45208B415741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B8C944BC-7AC9-82FF-622C-3DFB89C16418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4A200ABC-D110-FEB9-3B65-9D07C702AA71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18132C49-896F-2B07-154C-27AA0F671BB9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CF86EA92-FCBE-DEE3-FE51-BBF36DDD4D14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27943613-81EB-24F1-857B-088CE282E4C0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FB29B884-9553-B326-D61F-37235B7AAD20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AE13AAE-721B-DADF-5E03-E1C49014A4DF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4B607ACA-34C9-4622-AD67-BCA9BCECF929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90CD17B2-9710-FB6B-6AC8-8C5A66154706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D71DF573-6FC3-4B53-CA44-A2647A702053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CA5AC459-351B-3C9C-ACF4-6B72377F1915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DA02CCC-A425-BC05-33BE-56720F4C5969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3C21E172-A983-9E4A-2054-E7CDEB33B6EA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B5152913-6F70-36B4-1821-0E19AAEA2666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9FD960A3-5152-B857-2D7B-3EE9FFAE554C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46CFDC24-3AEF-97F6-36C0-F30652F6313A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F747AC28-A363-F96A-0A11-3F7EBA93571C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0D5DB22B-E10A-62B4-CD5E-2C48B51F5569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227EC1C6-9234-C37C-2CDA-24078E9A447B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9CA460B3-E598-2F16-18E7-41ECC534D1DC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14C350F5-0B72-6D6E-6675-94A4D3505937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834899B6-B410-9C62-EB33-E1A569C55A93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7897B762-80EF-BE1F-B202-0BC44847DCC5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1177983B-9188-23C2-A304-3C8F1DB5CF6A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3C219905-FC50-EF1F-D28C-93ABB83DAD37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2122E5CC-8006-E2FF-980A-50FFE7F49D52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29D5363D-2E78-7B74-9070-894DB2D1EB4A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4B20E320-8FF3-C23D-02B7-FCB9EE083025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5F7CB386-B6BC-9B1B-E2A8-20A5A6D76335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9CBDBA2B-BEBA-E545-D29A-F88682425222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BC04C7B1-D78B-6AA9-62A7-B5A115F7FE2C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57AAF7A8-74C1-BFCA-11A1-4B1C07E61874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B479DFB9-4EDA-1397-407A-689D932B6139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4DE1FE85-AEC2-F07C-A018-9C989AA2C853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C36EBADF-B42D-2DC4-84DF-46EC7147CE74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53F9DE61-F4AC-1732-DCE9-43BE8D7B73A0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AC088E9A-8D7D-D392-8325-313892628C96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FA1FBF28-A8F9-7FAD-59B5-B9FA394EE3AB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175984FE-EC6D-7233-248B-C6DE9CD40E23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2B0A5F49-317E-04AD-8DCD-0CEAAE5276A1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C4D5806F-6887-7BAB-824D-EFE8D9422A3F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0711DFD9-4BDB-9CB7-5FC0-DC547F275772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C662E40C-038C-DD57-8DF5-418A87C7FD01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E877F672-4669-76EF-7E00-8F3D7C2C3AE9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E0718676-AD11-8187-A8D0-5BDDC96568A2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EE81EA92-B06E-3BBB-B4ED-57F2299D9DAA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D3EAA62B-398D-AE1E-4ACA-F076311FD5E3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9CB45695-E645-147E-85FB-26A4F4A054D8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E0C6D653-6307-9825-5464-4A3773AAF0D1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B8623204-7100-445B-E87F-E4F12FC0E90D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ED58CC6C-E74A-36D3-B585-DC143BB453D3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F22124B4-5927-C15E-E0A3-D7DF293F84A7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C030CA65-52E5-F8B1-9501-93F48F1CA5DC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CB115586-5E5C-0B94-2D62-B1625179932A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D5B48CE0-32CF-28DF-5D0C-BD606C658A0B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F04224FC-A70E-B1F1-25C2-7FAA905E1DB9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760362F9-480F-B69A-0A2D-ABDD3892D2AA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0F961C9A-B600-7697-C1DD-21226939AB27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0CA5D474-15E6-8854-EEB2-5928966A4789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3CEB04DE-DAE2-125C-47D5-0391657E9ECD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2ED3210F-0213-E909-AAD9-7345F1298D53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5268C53D-047B-FD88-DB0E-B14166445426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C426DCCE-5BD0-7F88-1ED8-426AD249F3D6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0BFC1FF3-4D30-D3D2-C0DA-92ECD526A981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22ACEDC0-05DB-11FF-F481-8A5B7F35810B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C5B1C059-2A41-0F5E-7F4B-892620577AB5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30CFCC4F-004B-7DAD-78E8-5943252EF506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82147944-3BAD-8A0C-24B7-06CF2F84ECA9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A0806A9A-7B94-E693-1550-FE3E4C350F08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4B7D91A2-1613-80AA-CE36-8F0855FEA7D2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86535B80-757F-09D3-1312-81BB3C5E06A7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7CB4AF07-66BF-8629-FE82-E0A5D1011451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7C76A65D-6190-7756-0729-F660329A19AB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152E80A8-9C20-4FD1-FFF1-63E49AFBA187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F7FE0B5B-C940-E1F7-9B0E-1CB6456484C0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58EEE194-E878-3C31-EE99-0010D07CF70F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6AFC99EE-3CB5-C634-AEEA-13C205605D09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29F0C74C-233C-CB5B-9E95-C420F7A54EE7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3F01D510-CA13-0FEA-BFEA-ED0C88EF7765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62AAAD72-D731-3703-0FA1-D5EF6A24646D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5831F785-840E-163C-90DA-E3C4AFBB4A3B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1F81B822-5992-4CBD-AF6A-8F99C07E7445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DE03097C-B5F1-C6B5-6CC9-44F8FE1EA7E0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E7C47EC2-F986-7403-E35B-81E9CEA0B919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A96899FD-B6A1-8648-844D-D12B564E1D6A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13ED3E67-430B-78CE-4C49-CF9BA1986FCE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32AFC7DE-99F4-D7EF-88C4-8304BFAC65F8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DE768CBA-796A-7D10-B481-7EEDD9F38CAB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A5B220BD-48AB-0F13-4A1E-130EC5762C95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4027FF7B-E135-EA3C-6A2B-7B4617334432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E5EB2488-6CEB-6F6A-3D18-7AB7EDB106C3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B3E66597-464C-5745-6D25-F4DFD9260343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91BC0861-0D76-C5DF-23BE-5E11E93097B5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2FD06BFD-50E5-A487-68D8-34871D5F400F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C41A581B-733F-0DB5-FA71-6329D922F90D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BFC98BC1-4E0B-F6EC-F59E-BC0B52932FAE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4784DBCA-5929-A252-11F8-168E37F4942C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4CB1EB2E-1170-83E7-8073-997E49027833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0D5E8724-97EE-2108-E5E3-2A0B16CCD959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D920DFF1-D63E-AE28-D955-6D6EE88D4DBF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9475DB19-F6F2-7205-B29C-DD694463436F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D540EAE7-A289-1CAB-656D-470386EB3B8F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74FCBCEC-8F7B-4FF6-5806-5EBDCAFDA471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51CF22D4-548B-28BD-2230-E53352920869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C0024D2D-C67B-93FF-D210-7F64EAEFC8B6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A8B224A3-B023-37FC-5755-2C98C8C88D47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7A0772C3-CF6D-5695-7467-695B2621E58A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9AF71E35-2476-0B6C-8F32-D46EA74A9A35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17A0974B-67B4-5E62-4292-EE70731693CE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89142508-3B8C-BEB5-A104-C47EAEF41A23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71D0AA36-F899-90A9-755B-AABF130A3619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0996A089-9D2E-1765-3B2F-7A4E96EA759D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93083571-6A1D-719E-E533-7E13CF2961D2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1F9E4726-FAFC-8F38-1E08-BB66264F9C87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8CAFA059-421B-8143-61F0-7F3D25081932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32C8309F-15FF-E64D-899C-74BDF6499041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AF46AC0A-BEA6-5849-8C82-D7BA639EFF20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4DD85145-C2F9-0DE7-E865-1CD1B7E18419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D61E5CB1-394F-A88D-C655-1ACA76494A22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67A96556-9C73-35F2-B8C6-DB5F1FD49AF2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7CC69F49-5D50-5A18-8151-4832BC8B9594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9AE82221-437A-DC37-15A7-B0BCAAC949BC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BBAE3B19-A8A0-12DF-1695-A14ED3D2C1E5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A13F8BD3-A244-E635-C207-61FEFFE0DAA6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F58F18BF-3C88-E308-DF75-20D40A36EF9E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3233EBA7-522B-AC23-C2ED-AE041562947C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F411A020-5A9F-EE00-CB83-25058096CDAE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16BA021F-4AA5-75CB-85C2-7B892885CDF1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9F44049C-63DC-AE5F-98D7-4C101000D261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EBED0CBA-821F-2D93-218A-7878FCA2BE3E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2D612EFA-8EE9-5ED4-FE30-8052B078A69B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60F2C17B-5219-A463-C1FB-C8411B4C66D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D14DD890-3976-8F93-62B3-655A6235365D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C9AC1702-9730-1437-9F48-6DFA120BD783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DD9E3187-04DE-B7D9-B037-6440A14F8A1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E9C033CF-F454-536C-5695-7D73A525FB4F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8C9FA5FE-8099-69F5-46D8-27D9EE2D419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59C9D899-CBDA-28F9-616B-086D9A76165A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BB13DFF5-265D-B5E4-F171-AB07C73A877A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292EEBB3-FD5A-53D4-701B-C29B05820B9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484CEBA9-C707-5446-7DBD-212894994C3E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43D2EAB6-C4DC-4117-23B8-8E396661FFB9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B8EBE6B5-DC57-BD1F-EE2C-18D5898B851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0EB68F79-10F0-DB58-B9FA-F4FC17178B00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48C3B54D-1E0A-4838-BC57-FE49F6081C88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38DABE4B-99D5-35F2-B58F-7E749FAB447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A3BD02E0-0DA6-CDE0-BCD4-5BFB9B07039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B2EA0D7E-35BF-011D-EACD-EFF5CBE7265C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B893A9B2-4976-2645-DC5B-ACA41E14E5F3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E2D376BE-2BE0-6AC7-93AC-E4524C6064E0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194DD5F7-CAAB-A842-D351-4432B74773A5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73D8E5BE-99A9-62D8-A5E6-6AC17F93C1B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715B4719-C20A-CA8E-9211-90BCB891FC8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39BAEF2C-E5BB-686A-D71E-0A76E1B8291E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1610A52C-591A-B809-1989-43DFBD014A2E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C716B43D-6732-EE1E-33BA-5B4058D77923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AB798BC4-3994-AF85-BE46-ED30EC108C06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F91F379B-92B7-8AFD-4F30-5D92FB7387BE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3E068675-44FB-68BE-40A3-52010554696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580832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87333C-6319-CB3B-78ED-C8CFF3DCC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C2E510A3-CEAD-DF4E-6DA1-F7F48306FF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ORGANISATION DES STOCKS PHYSIQUES ET LOGIQUES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0C7B74DC-4F68-5058-E1CB-BB9388A817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r>
              <a:rPr lang="fr-FR"/>
              <a:t>Illustration sur le périmètre BOARDRIDERS</a:t>
            </a:r>
          </a:p>
        </p:txBody>
      </p:sp>
      <p:pic>
        <p:nvPicPr>
          <p:cNvPr id="9" name="Picture 6">
            <a:extLst>
              <a:ext uri="{FF2B5EF4-FFF2-40B4-BE49-F238E27FC236}">
                <a16:creationId xmlns:a16="http://schemas.microsoft.com/office/drawing/2014/main" id="{FA476C3A-D499-9B33-3CF4-215544E429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71071" y="1941888"/>
            <a:ext cx="3730313" cy="4407874"/>
          </a:xfrm>
          <a:prstGeom prst="rect">
            <a:avLst/>
          </a:prstGeom>
        </p:spPr>
      </p:pic>
      <p:sp>
        <p:nvSpPr>
          <p:cNvPr id="10" name="TextBox 7">
            <a:extLst>
              <a:ext uri="{FF2B5EF4-FFF2-40B4-BE49-F238E27FC236}">
                <a16:creationId xmlns:a16="http://schemas.microsoft.com/office/drawing/2014/main" id="{EDD98674-4A22-8002-5956-9B66CC7569C7}"/>
              </a:ext>
            </a:extLst>
          </p:cNvPr>
          <p:cNvSpPr txBox="1"/>
          <p:nvPr/>
        </p:nvSpPr>
        <p:spPr>
          <a:xfrm>
            <a:off x="321155" y="4426238"/>
            <a:ext cx="706072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Chaque entrepôt hérite de cette structure avec un « zonage » correspondant à un type d’activité (et parfois à une ségrégation physique)</a:t>
            </a:r>
          </a:p>
          <a:p>
            <a:endParaRPr lang="fr-FR" sz="100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FR" sz="1000"/>
              <a:t>Une segmentation plutôt orientée « Réseau »</a:t>
            </a:r>
          </a:p>
          <a:p>
            <a:pPr marL="171450" indent="-171450">
              <a:buFont typeface="Symbol" panose="05050102010706020507" pitchFamily="18" charset="2"/>
              <a:buChar char="Þ"/>
            </a:pPr>
            <a:r>
              <a:rPr lang="fr-FR" sz="1000"/>
              <a:t>Sont affichés ici les plus utilisés, la liste exhaustive à droite (ils sont tous toujours en usage)</a:t>
            </a:r>
          </a:p>
          <a:p>
            <a:pPr marL="171450" indent="-171450">
              <a:buFont typeface="Symbol" panose="05050102010706020507" pitchFamily="18" charset="2"/>
              <a:buChar char="Þ"/>
            </a:pPr>
            <a:endParaRPr lang="fr-FR" sz="100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/>
              <a:t>Le standard SAP permet à une commande de pointer initialement sur une segmentation mais être servie depuis une autre selon le paramétrage</a:t>
            </a:r>
          </a:p>
          <a:p>
            <a:r>
              <a:rPr lang="fr-FR" sz="1000"/>
              <a:t>Ex: 1 commande sur ECO peut être servie depuis RTL</a:t>
            </a:r>
          </a:p>
        </p:txBody>
      </p:sp>
      <p:pic>
        <p:nvPicPr>
          <p:cNvPr id="11" name="Picture 9">
            <a:extLst>
              <a:ext uri="{FF2B5EF4-FFF2-40B4-BE49-F238E27FC236}">
                <a16:creationId xmlns:a16="http://schemas.microsoft.com/office/drawing/2014/main" id="{84AA6B14-1C8D-25D6-9397-2C25AAC9063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1155" y="2012255"/>
            <a:ext cx="7544188" cy="2152761"/>
          </a:xfrm>
          <a:prstGeom prst="rect">
            <a:avLst/>
          </a:prstGeom>
        </p:spPr>
      </p:pic>
      <p:sp>
        <p:nvSpPr>
          <p:cNvPr id="12" name="ZoneTexte 11">
            <a:extLst>
              <a:ext uri="{FF2B5EF4-FFF2-40B4-BE49-F238E27FC236}">
                <a16:creationId xmlns:a16="http://schemas.microsoft.com/office/drawing/2014/main" id="{61D8D430-C99F-6C70-4904-BEF15F6A94B2}"/>
              </a:ext>
            </a:extLst>
          </p:cNvPr>
          <p:cNvSpPr txBox="1"/>
          <p:nvPr/>
        </p:nvSpPr>
        <p:spPr>
          <a:xfrm>
            <a:off x="321155" y="1369433"/>
            <a:ext cx="113032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>
                <a:solidFill>
                  <a:schemeClr val="accent1">
                    <a:lumMod val="75000"/>
                  </a:schemeClr>
                </a:solidFill>
              </a:rPr>
              <a:t>Descriptif basé sur le périmètre BOARDRIDERS, mais la logique est comparable coté Beaumanoir (marques historiques).</a:t>
            </a:r>
            <a:endParaRPr lang="fr-FR" sz="1200">
              <a:solidFill>
                <a:schemeClr val="accent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43346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6BB85A-904A-0624-DF5E-BF25BA346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7AA70EC-6D4B-AC34-BE34-3B220C782C93}"/>
              </a:ext>
            </a:extLst>
          </p:cNvPr>
          <p:cNvSpPr/>
          <p:nvPr/>
        </p:nvSpPr>
        <p:spPr>
          <a:xfrm>
            <a:off x="5902960" y="421640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342FC98F-D17D-2AA6-327F-635F579B1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AFB87334-889F-4411-5A2A-D36D6DF4879F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3267947D-B164-272F-370A-4B7D11099C65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1F75675A-E2C8-593F-E407-827A45EC528E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A0AE2B00-5D43-0E77-CAC3-6E97B666F893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04651CE-FF7B-52A3-D5D3-08B774F538BC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EC7AC5B7-D7A8-F4C7-65C1-D3E437B8508A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948E686A-848D-F104-AE02-7F6DE13C630D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07F4A5EC-7146-ADDD-E945-AFCA6556233A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5E6EF31E-71D5-6616-48D1-6764E503D8F4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F9D3C272-47C5-9FE5-A15E-E60061EB89E6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C1E8E51-77E1-2880-93FE-3BC2C525B8BD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1203A35-7477-5437-3447-674F6FAA1A19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E6A89E3A-3588-7D01-2CBC-9B0C05BD3B40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D2E5048-F2B2-AB89-80BF-C076D8BEF2F1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8F97496D-B44B-3FB0-4367-95AB22CDE1AD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AA9D1968-5597-BF63-60EE-C265AAB34578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EB97AAC-D5D5-F197-1B1E-9EC038865558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F9946E50-95AC-E5F7-6C70-653DACEF20A2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DE3AF585-B74D-2A5B-6974-910C80293F83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DE563C-9888-0476-7D4B-D832C75D02A1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9211EEB9-18B1-C5B1-F169-3EAFF0ED6472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444AB1E9-E8EA-C675-E2AA-6F1B2DD8C3F6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1530D352-CA58-4A98-6BA5-1B944B2B8853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2B6576FC-53D3-3FE2-C3C8-19F87F9BFB0F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25D177FC-59E5-869D-3117-9CAB33EECBA1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7599BA1-3056-C2DF-BA10-F7D7C293E84B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45190AF5-427B-D063-84E8-22DE297BF35C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781EE01B-D88C-BD6B-23FE-C99B6DA23225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0C3F98E1-32D7-7BD9-54A7-1F0B8889808B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37313825-5189-E39F-0496-88B42A73502A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E688A15F-1941-E8A1-C501-601AE60A1F62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3FECC69E-3388-D80D-5931-7FD6F988FDDB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61036C2-63D0-6ACE-6E3F-138C430A232B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EED3687C-BF09-AE92-E749-D4303ED0292D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CB35EBCA-1949-4862-A44D-9F9290EFBBBA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4A6443E5-E813-B528-DBE2-ADCF768AF9F9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DC91F41-3AEC-C324-C6C0-81A17BFF7534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B18CA2BB-57DB-F48E-63CC-5BD08056B735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9E401CC9-FCF6-4E59-76E3-0E5522730ADC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649F778-974D-CFF1-31F0-3B23C3FDD421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5DEF6B9-C336-82EC-B788-D117C496AACB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CC761F87-D5F2-2C16-FBBF-316DC370487D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F52DF4E8-D536-2286-4DCA-95C6CCFC836A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D5ED3D5E-3B5D-1D08-A6DC-30E3EEE82F0F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CEDC6507-7DE0-6BB2-9126-1B08E65167CD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7952BC8-9BBC-B2E6-5F74-BE52D53B6504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0A8F41C5-F078-1EB4-1391-47DC535FE542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D1936695-A8CA-C420-C450-60510BC3C7FF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A0BAF601-4D34-B5D6-F34C-7CA83F26A64F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04827FB-A63D-3B0A-8C96-6F6C3CA3C9BE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D0838EE9-C041-0122-32FE-0ECB2B735A1D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FD7BC8D-C2F7-0071-6D4F-07776BFB2574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F60E40D5-F2F8-8B27-ED18-31AD0E99AC2A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488EA169-DF9B-3324-7788-2045C62D2916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1BFE93B-2994-7CB4-6252-2C4D235B6E64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23685E7-E1B9-D57F-92BD-1CDA856408E8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5AB4C96-AC16-F022-893E-F82F312F95A4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2898C9C4-F191-BAAB-A07C-B908D1E1A20B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26C9EFE7-B7CC-CEC0-15B4-4F5BA0612E04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2E667BFA-914D-47BA-3C01-F856267CAF7B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5CB3D9FC-2B47-A38E-99D7-61719B139380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C824FB6E-67E9-0602-70A9-6A9790E5085D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07257C9B-8E00-1262-46AB-9DE227708654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DB43B77-2904-E7B9-5A6A-5CB384B6F6B6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7C55596D-FB3C-A407-74FA-7B58B30EE3F6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D80F308E-404D-D54A-2E24-5B16FAA03E9B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47FE14B1-2EF6-8E7A-5F6E-543294E36858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365B3BF6-95FA-8185-AD1B-04C096E062D4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43A51DAD-F665-0486-9B38-21D540F1226B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72AA2A1B-7420-F815-B035-87BA646DA9A5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F860EB31-F051-A793-1092-653E8D284A20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C21F2C6E-5971-B918-2599-3B19DC32F1C0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C513510-F974-6F8D-A08B-77028A90B1E8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D6BBDDF7-FFD6-E967-FE73-454E8FAC91F8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A90E2916-0641-AAA4-399E-BAD31800F5E0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E48EFB9-4CE6-7361-9FD4-98214B02432F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B2443939-32DD-D31D-3640-872194A2A592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84D015D4-3258-6555-362D-AD9FEE43E3A9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7F4BF789-4755-EF78-956D-41010AD312D0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D06BDFC4-7093-771C-CE39-12465E14CE3C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998846B5-2B09-3999-6CD2-2FF60041B3FA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BBDA7156-DBCC-139E-0CB3-7C5DF5238880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C0467D86-1AE6-A0BA-8A37-8D39313CCFBF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0A4E75EF-592E-1A58-EC3C-4B6494F71071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D0726F6C-7EFB-478C-7DFA-6D5E656C806F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91E23F0D-F9A3-83F4-097A-2EF1E47972D1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49908C63-A850-E388-3D38-44DE1842116D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41121CE-3242-AC5E-16D3-8D47B176997C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29D60E8D-BF40-67F4-09CE-0B35FB8693E4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B6C96CF3-4B81-DB26-4F66-35F80E87C4EE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D3B7DD4-129B-4B29-5F0D-F3A202B95EC4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95F5CD91-8FD6-93B6-0BA0-5805B109254D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99F5D28-EE97-BC44-A244-7B3C7796ECFF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9C619028-B59D-B668-D38C-8A3EA487BBE0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DA97198A-BBDE-8085-CCB4-4E4337865883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CC97FDE-1977-D408-75E0-A401011FACA2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E78F4C3D-83C9-781B-2A28-6EBB32D5889C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A4E3A73-650D-0877-779B-BC577700D690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587776C-F5B2-6C16-3023-29409C8571CE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05DF1C45-8F63-634C-4E43-9110FEFFD4CB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96A0C0DF-51C2-7F93-8EE9-D5506CC735D2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590AC2D-BC9F-10F3-D28D-ABD438C5030E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DC202066-8F03-636B-2737-7B0FD96865BF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CEE39B75-6C69-84F9-864E-8DFFF7FF035B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87E7AEFB-6D37-4BBD-58DF-3AE4B6034D43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203D1D8C-6C5E-6C09-5002-7B3AB2AAD4DA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63DDB941-7ED0-993E-54E6-8BBA48834A4B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23396F4A-967F-1B7E-BC04-C7C8F01E0E87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3F441DC9-0B61-79AD-308D-E1D81A5FC2CF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BE820C1-7D07-8F5C-6124-9650C755B2D1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6E2FEC0-20DD-FF47-6B55-FE31AC9929BA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CCFB83C9-283B-9F71-8CD3-7DB53D0AA632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EDAFD415-BEAC-9DF0-BE72-68651A170041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548B235D-09C5-92EC-E779-1CC93294BBE8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C7146A19-BA83-63EA-E203-20DFE54C28C8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0B2DF88F-1728-A0BB-8976-6C0D51DAB9D8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1183401D-269E-69CE-B861-5E286C153FE3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2A2ACB0F-5AFE-5C3C-1D16-F7FFFC0B678D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756EDE1-2768-8E2B-CCD9-19ED7AD510A5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83D1ABC6-F648-95FA-36CF-127E10854462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9A1983C-353B-F2B2-26BB-67F63B1D24CB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F24AC5B-5CCC-7F6B-115E-7BB839031EB6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37EB8210-DBE1-4B39-1F01-090DF18AFD43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4AC76944-84B3-7D14-9153-9D38F02AF543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2CF2E6A9-79ED-DA12-C0BB-3B6C083DDA58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35DAF379-8C9D-1ADA-FCE7-D00874BC9A6C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F76A420A-D7B8-5A5A-A1EA-1BD97BCC79B3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733F8A8B-81C7-FFBF-3B7B-D4135C070E58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96A99F79-DDCA-9183-CE63-0CBE15430FA3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F7F9D03-E6AD-16A8-1BED-B5D570246902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14CDF1C3-56CD-F4AB-8280-43014410E738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F58649CC-F85B-9543-10A3-C134F1EE8014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9E4D20B3-EFE5-02BD-3992-90A838E5A3C8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37B75F3F-F78C-62F4-2B16-1531182E4CAE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5456319-0F18-A9F0-E7CC-0D22A6DBE978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E2F50C79-3F78-2AA6-DCD6-C926B73C018D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270A02AA-656F-07C3-A84C-E704686FD56D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8FA0D632-BEDF-8150-B3C9-0D8FC0FB29D6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5785903B-1693-3A91-9017-7B84A793D216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AE95FE7-7231-119E-57D0-BE9F9E83EC21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79D5877-01B7-1CE8-A90B-77A5903C931C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310C760A-270D-0619-2EA0-02546F2DDA1D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952AD08F-530F-A9AA-3CD1-4E137FA8FE6F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BCC41BEE-0ED3-1B54-E538-1A7EF79F6FAD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1295A481-2AA4-C6C8-8AD2-9DA35CE798DA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5EC9F2CC-8F64-26A4-F8FA-21D9000DFD1B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2B87A48D-FB20-45CE-0DFA-F86A4647B55A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3C9C8053-A9B7-5E54-D364-E137E00EFF58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F6E69BB3-16EE-A08B-DA58-038D73A52F17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6A7BAB47-C0DC-A331-355D-553D8D8E1B47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B3C55C1C-751D-9DBD-747E-8543828CD32A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900CB9A-933A-8CB7-BEDC-D0C38FD95807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83EDB740-D87F-8919-6A33-A251FFA4E686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85199191-2C40-3A81-5068-CCDF8726DEBA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CB351C68-03CF-A6DE-62CC-37DAC3452C69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1F023F0D-41D7-8197-4637-ECD4BFE21E54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52272B6D-CAA6-304C-9F95-D19A12190871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8AEBF9E1-3705-DCFB-4F15-67FAF499A961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5C55CE0-B4EB-9D04-AED7-6DCA58D60E54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7F5036B-74D9-947F-9A5E-0FECCC45CA6D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E11786DB-4AFA-504B-3F97-F03C2CEADEDA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7DE1D36-00F8-A367-76E2-57471527D19D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18C017D3-444A-0319-C9BA-189D42C431E1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EB29E66B-1139-5030-3D0D-9C92001C3AED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40E0FA5B-C752-BDE5-87FB-FFA276E03C10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AFE0003C-AA6E-B0A4-0FBF-D29262CF378B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2F3D1B5F-DD3D-0493-2E1E-4EF1D9A87DE4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9DE570EF-E53B-295F-D293-271992BFFF99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E728E3D2-3A35-5AAF-FE6B-C5AE6725AAFC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391779BC-49FC-746E-8980-D811FEDFE9F1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39CD9B72-F88A-5292-6B6D-1F319A862ADA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6AA3B4C5-9097-E2DF-E270-4361055BF6AF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BCAF368B-6132-4132-B39E-C484AA442FBA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DF5C59BB-E916-1734-8B69-F24F9C4A8D6E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AB6537D2-A30C-4F33-910C-3C9E2763F500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757146F7-E3CC-BC0F-0673-C61732C3AE80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EE0E25D5-212E-715A-EF2E-2BF97475DE57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E1F7A037-7C96-94F6-ECCD-A2D2A8A237DF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BBAE0A40-BA3D-807D-B02B-FA4CFE23A1D0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C2AF57CD-384C-9AD0-4569-2115E1226B93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AC0F9CC-C263-AF10-A3D5-4E3ACD0289ED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8FF5E117-8B4F-262A-617E-73A91F6CF36C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984929C7-2472-CC45-2C9F-649C4FF92C8D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C4BC2EA-4DE3-1950-BCB7-3CA8276598A2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C12179D1-257E-E8C5-30E9-AEBC2443F104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4D6244F6-550D-6424-2E41-5F330E9A469F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AB25FB5-BC28-33CA-E90C-D7501A4AABEF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24638106-F694-6C85-9AC3-B7F6171FF98A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CDD96D72-7ABD-353B-4AAC-9698B01B1896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90E414FD-710B-2986-CA5E-0729F7065B9B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F6A2E92A-A1E1-F79C-8E32-923EA04A99CC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F8D01701-44C6-1E3E-AD61-40CE306094B5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AFE2C73E-F37C-E7A6-E303-F12B8DA98173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0457C834-DD54-483D-294D-EEA785F242E2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769D3883-DE00-0AA8-9D7D-F35D153BBBD9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DEEDA79C-24E5-E70A-1E9C-D5AF29667E6F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68DF4906-5B0A-961E-4B23-A1BEBFBDF23E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5BFDF1-44BA-5154-BDF7-C38595068A95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73292046-9968-A4B9-D98C-40249E10F5B6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9E9A222-2263-29B4-D76F-488F2D74F6F9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D116643D-3E93-2FFE-1B6D-F4390735CB19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353518C8-23B6-54F5-2A12-48BE06442848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A1E6B2E0-B5DE-7F06-CA2E-E95F6D1F21B6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AEBED11-530D-AE94-7E3C-835407DC11D4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E9ECB2AF-4AD5-E77E-6ACB-7272E22E7844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68F5D37A-E7A1-2099-7C32-E9807BF958D9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D28CA58-D486-552A-C818-BB6ABD65D5E5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CF367A38-A773-4BF7-2AF7-156ABFB7D516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72AEDC03-5CF6-EFA0-BE51-DD1C6038AFFF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B1BFB422-B56D-34A0-D8BC-6C8CCF6C022F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A6E2704A-77F2-DF58-C268-D0484A1792DE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5A26FD39-DE69-9F1E-B527-A423EFED6865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657DB5C6-482F-9772-FE21-80F81403FFF4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095C6FDA-EFE2-E7F0-B806-B38202BE9B6E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48CCAF23-9D14-3F63-EC69-1A398161727A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BCD99DCB-D974-D9C1-7CB3-9379860A9BAF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1CC86864-EA18-5640-4F37-ADAA14B19CD7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4C22A148-9EB1-B195-44F4-6A9380C180FE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2865AD20-D0A9-8A3E-00C4-8E3646CB72BB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7B036A13-BD6D-ED24-09E7-6619B2F66DCB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45833191-86EA-C7A5-D05C-8EC301F9CE7C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250E0F1-1931-B51D-6D37-6B17FD26603F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5F1EFB41-352D-D677-D589-57B5C0656A8D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9C4C6B4E-5971-2425-17D1-1670DB290AC4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DC822E7E-A45F-2393-FBA7-860650282C50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9D83EEC3-E772-1F66-BAB4-6FF1CBEF2671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0C1CF1BF-D89E-31DF-193E-A37134354ECA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DC82579B-0343-F77A-846F-2EFA5BF84C4C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964D207-AF0C-D375-81AC-A2F9C30B8969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D7FB6A1A-56F0-8752-966D-DAAD836B34A4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67DDC994-0BCA-80AD-2DB6-B237D040BCA9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76881274-F7A7-2D0A-9BB3-ED4A217ED68C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45B4DA93-5739-88AB-A6F6-5BF4F1A1F10A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55976338-1727-8B8D-FDF1-0B1424E24AD6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B05FB60F-0B39-D611-BA8D-BC073D914FDF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83146BE3-5A59-50B6-A153-4E07F8F2C505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5671017E-CDC4-CE41-9E5D-AF9CC2BFC26E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8048FA00-AE53-6B5C-BA41-9749F1343023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43E76EC-7720-FA75-B3C8-9EF1D6C6E315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0159FFC9-EAF6-B9CA-559F-A3E95435D637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6758E3F-555D-8635-14A3-9980C899DE66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AC8D0A96-AF4B-B566-0F0C-D6AE1BC328EE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4124CCF5-F26D-118E-BC9F-87862E75A851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081EFAF-505D-0BEC-65BB-40A5960887C7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56A2B6DC-98F3-65F9-11C7-7300921D494D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66AE270F-907C-0873-A7B0-E9C4D074111B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5F9372BC-8F3A-B931-625F-C91853F2FEE9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55FC3A39-3EB1-B839-879C-AB88CEE5FD8F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6BDFE5A5-14D3-76F3-3241-1208966C1915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7C6417A3-011F-E782-5748-2144D0D41D16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374C192A-86DF-35AF-8434-4DE266A3F737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D46E0D30-D483-AD30-37A4-9202948C9A23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15583C99-77D5-04FA-2587-3464E27C1EE8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BFA0FE84-F0B3-1598-BFA3-0BB10444AB06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2D617804-EA19-566B-7173-5E1E0E885540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CE89BB8B-A875-9AF9-293D-7E723D5FFE37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70779149-C8A4-40CA-884C-63707AFAD4F8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685D57BC-5FCA-0CCF-E026-5A9C62D4D445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94A2205D-0082-413F-D9F9-36FF63CFD7B7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A5C92342-3EAA-4E7C-E0F3-86842A674155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D921BBD2-2A60-6B35-20AA-F5D753825B55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9F6E7DC4-6450-5D7A-892B-3B5C63243671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4CF6DC95-EEC4-67FC-A834-2BE2658D0E00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6CD6CE99-BD0F-6651-7BFC-8C420CA565A2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CECC2FA9-DB93-B479-336F-5F23E0A9FE54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2B19DC90-346C-FEE0-E8FE-5C3BA87F5443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7093AB72-0A77-4818-01C5-1BAFFC20F962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D7C52542-7885-361E-5A87-6FE7747D19BE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29A8CB2-960D-40AE-5069-D7C9B31D7670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AEB327F5-51A1-4AF8-A49D-57AD4BE9E82A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4601AA87-CB88-7DB3-B973-E9BD649CD759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089EB537-DA93-A612-5C44-C2C4FACDCEE5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E6BD8E81-E615-0499-15B2-B94657EEF350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173AC10D-FA73-33E4-B76B-1FA47CCD25C6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57B6F247-90BA-53A0-42FD-3513B8EE1A38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AE0844E5-739F-5EB6-FC3D-90CA708788D6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26E7AF7F-AAA3-8432-864F-D9F13EB639D8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2EDA9CD5-685E-E23F-C7AA-C6FA553FB122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341117E0-1A98-1955-5182-8BEF3FB84C50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C5647A50-A722-F4E7-A8AD-AD1D0227804E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76C2FAE7-06B6-8B40-FA42-678A845BEC5E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5C1C1724-EF37-F2AF-56F3-3437D29E92FE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A94D030-5CE9-1B91-0B50-03C388526EDF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B5C87969-963B-565C-CDD9-61CEA5EA3C91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AAE5DCF3-0641-A1B9-EF6D-A1B27B60981C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0A21A6-67B8-C98D-136D-710B09C4412F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39C8158-F73A-C9B8-3ACB-7F57162E0BE3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00657710-9328-0921-DA1E-CB3A6D237FAD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4353C258-A077-0AA3-A7EB-62616EDDFC70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889FB0E0-0F0A-BBFE-0217-E76BD506D2B8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C8EC021C-573E-0FD3-8A51-2A0B25B7C63A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E76EF7EA-EA09-613E-C6B9-76B9348015DF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9274C91-970B-E0F0-E1EE-A20BAB356799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32DD09AC-41EB-2D0E-DBD5-9B507D430A5D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5C244F67-F0B6-A97E-83FE-90895339230C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700BF5F9-DA19-823F-C4B8-AF0CD1F61233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1ACC2EB2-665A-8AD5-1907-EDC1BE7A31B1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D6B16493-DEB0-9381-BB19-1B21AA28AE54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C6FBE9AB-A792-3DC4-7CED-39018C47C1DC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1E55D34B-3747-833B-7BFB-4174BA8551C8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265CA462-5BC4-CFAC-13BA-A038358DD843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CD7EF383-2BA4-4307-C479-2A980C5346BD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4B2AB466-3B0E-6116-1FC7-4A796CE75349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D349483-C990-361A-EA49-8513178200F9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CC2C8BF6-FB5A-D8F6-26A9-5BDE9E9588A3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96E36279-2D12-90FE-7EAA-06CBF5140E2E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5E176EAC-2E08-60BE-1B34-7AC30C5985B1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57DC1D81-D1D9-CC0A-429F-675AD4AC782E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3D375292-E9AF-534E-1C0C-E7F085104266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ED035092-8A6A-7B0D-F011-FC83AC7D76E9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6C285D42-F534-08E2-A9D7-3A2D306C726B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CB3BB0E6-F5A1-2E48-3B53-3ECDFBC32F7B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A917DD91-4E17-71CB-6FE1-B714789876E0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6C8881A0-B400-4CEE-15F2-82480C5160E3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EE82CEC-718F-C655-799C-092DFAD32EA7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17D15D91-C6A8-5138-D62A-CC9173677BD1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8097D16B-4FD5-01EB-7794-BAAB0770D240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6AD0B2D2-C421-3C0D-DADB-766C8CC171D5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B6EE7887-1F79-620E-EB1E-50D5DC72B82A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8F52764F-7A38-EE39-D215-00C7CEF1D868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E6469D0-1BA9-D21C-44A8-1AD5FD595F7E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A7EC67FA-3F69-ED77-FAE4-2F5E9719D377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8350E19C-7F5C-3D10-9BCF-8EAC0007869F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89789E36-849B-AF0F-285A-AA7A29A18FFE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9D1831B4-C544-B0CD-0555-E1D2241E10B1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2D875ADE-EE08-82DF-CEF1-0D4331318E91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EFA7527F-77D0-CAF7-39F1-DD855FA3744E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08198D41-4F39-8268-A827-44C1712755AC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C4C84AA2-0C5F-7A01-A57E-AF6B0EC0DAC0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0ADD4E2B-76C2-A21A-3431-FE05F2D25D7B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A2E5AB7-1997-549E-BD72-6590EE85C2F0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A925FF07-01D9-D2B4-A344-A6DCDB67A0CC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F00F99A9-5883-9361-7425-C6A46E9E96F1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DEF5F034-D143-A98F-CD06-A1D0D2409FB2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BA946664-3830-0124-5F00-E5ED4353E4BA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FDF63E5-5157-9364-3902-2F2E2F202B59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C29D60AD-C03E-A1B7-FC81-C38ABA4897EE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EA8AEFC-BF9F-F45E-65C8-F25028505695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250CE9A2-0FC1-0791-610C-707B86AE1559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EA08F7E4-5ECF-49DC-3C45-5ADC81D3EFBA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102DB29F-EAF9-6B3D-E796-71D70CD8F719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01F85105-8837-D042-61B4-E6F6235B9EF9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DA7A840C-B01E-C04B-DBF4-64A502BE2383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2D723CE8-0A3E-4D41-CFB6-0F1228CE5356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40B5C9A9-7145-E572-E846-07CA113CF898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EE174E5-4877-2A94-D7D2-D118795C1550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77091417-302B-78CF-BB05-158CE0F9CD8E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B2370BEF-7D3B-B0EB-FC6C-C92E1294F101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1509BD1F-DF19-A4F7-1D74-964415E38EFE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E2DCEEB2-6CA5-D252-AC2B-5E1F8785ED59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E8AD8A08-5E8E-CC69-3801-C161AA8312EF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28C1CF34-650C-D1C7-1D54-6F51065F8398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F31A646C-A776-D6DA-32F6-396498FBEE89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806BED3-F182-DF21-EEBC-E7C4AD33BFF5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3EB1C530-9A62-BD73-E25E-BAD9D5AB38BA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475EC896-D3AD-682A-1980-5C56E58DF869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D23DE7C0-4FF3-D78A-F963-8C453333A2E8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13104FAE-810C-69E4-6689-9B2A04B3894B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60AC7193-DF7D-A87C-2C31-8E0C3856E498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47C60543-12B5-6815-73E2-615733021617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F4CF3F2F-606A-9581-EA32-51A8715595C7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89AFF930-1750-3406-51F6-B4CBF9735439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EFE4DEC2-527A-9CEC-E213-B1583E48EDAD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EC6B752D-DF9A-E6A9-C1F7-E77D1B9BE5DD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B2A59271-6293-FCEC-7153-312A44C1C2E0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C8EC7A55-02EB-3A19-F0E8-27F68589FAB5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9A8E86C6-7F28-FD67-C391-98C882F72CF8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77AF1D18-DB42-BB7D-D02F-E03F595C6196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3ECA3B04-BE0B-B566-CDE9-CB141017B8F8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0F5D070E-AF4A-2871-0497-0ACA558C13F1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F742DE5C-9676-8A39-9385-840D8438D75D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F6771C5C-7EDF-2054-BEA6-6DC77DD713D6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8F77EECA-945E-312F-4E6B-A8E957F03805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DE1CD5B3-8AA8-AAA5-713B-D3DD33F18C7A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519ACBAD-567E-6DEF-4F70-D4048BB18EAE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D5343C0-3B8F-DB39-8599-A05E05D8E80E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F1ECBC48-345E-A644-C175-8F647F1B76A8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1732EF7C-F9F3-0B3C-6DD0-68B9008A7BF7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135CC0A6-0750-E54F-6B28-2B27FA43995E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88F94119-E387-935A-A510-12E03D059895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A0B3081-E5E1-1410-F104-78FA243351D1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13F39A29-8D9E-5621-0AB1-3B61B9361D24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C5757F6B-86BE-6953-ED4E-E539B16933B1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59134801-0731-455F-37D9-ACA04C0DBCED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FFD4B67-6A6B-7883-31BB-5C6CD3F90557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D13D4E22-D2CF-95C6-E2F2-38F9CB083EB4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C76B7D44-1EA8-0DAC-9FAA-1C311B7D2FDF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678BA936-B193-AA67-4774-5F6771ACEBA5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634BD57D-7DD9-AE66-CD77-3BD5FA943376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CADC4A65-8008-87A6-693B-06C2E4A0A80A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597021D0-5877-6602-0741-A05C8A3FD4F3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3480AF5A-CFA6-EBAF-141D-A877F1F888D2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6E6CDF20-E0D0-1B96-DB7C-E1E7FB6C847C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7D4160F9-EE7D-4123-93E7-A8E1E175DC19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9C8BB745-AC8A-4205-7F16-FF6B01440D51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854AEDA4-B431-D2DA-E4B5-37442FC3565E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99C6F07E-6FFF-EBE8-A599-C29352F3FEB4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E2700F65-4228-2BA9-8FDF-C7D72DE9F7BD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A7D5A32D-B0E0-41A4-CCB4-6E24323A9082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CFD4D5E9-6D0F-CCB4-EF31-27BD3CF6CB6A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C2C4376-F429-D7AA-2E5F-A24580D6FE5E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B182CE6C-DF2F-F614-8C5D-66B9067C06FC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06088228-7787-1FBB-97E5-6F0AF7EA24F9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23B6EA4C-1ABF-68DA-3A28-920D0189F750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356582CA-C00C-6607-C099-2C10DA21440A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D97ED0DC-0BA4-9463-898C-7C28BC8E188F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12D902D3-41A3-A853-8B2F-FDF62FEDB683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203E5798-8678-4003-9341-5B24B2BBE55A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8A564270-5426-3E0D-EF7C-49B9AFB863D2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BD98D849-071E-5505-EB14-FBF90D327394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6D07AFAD-3777-FE4A-3BF3-A37EADBDB4DF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AD28E028-E91E-537B-736A-8B83307D1973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4D7AC15-397D-925A-FB64-2EB979D2836D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61B7817F-5703-7451-BC1D-009BC118BD86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9B9A9C5-A7DC-BE10-99E8-66821F92480A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D68C194-11F0-D15E-2254-E3D22C79D0EA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EAD070BE-46B9-B005-56BF-C071131243D7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E4E4BE1C-E93E-EA72-F093-2C0EE4BC1704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D4CFF32E-FAB2-5B26-4A69-BAA93046821D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1889220-1ED6-6D09-468D-0FAABE8D95D4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937C55E3-3E83-03F1-62EE-4225FCAB492D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56F5B460-DF26-4CFE-6CE0-BD3B8C2746BD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B30BA213-9BF5-D75A-401A-539D66A0D240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8341BBFE-2485-8D4F-0F05-E80C49CB7D99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2D2C0EA3-FB24-70B6-8787-BB909E928FE1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9DE3EB6A-A874-9239-5A1C-F706AC15E620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CE3A9A06-6095-77A8-5111-5EB7ECE46036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9D64FB50-A303-A371-67F2-6FD7D946E598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D4DE9FA5-3D33-9BF8-35C1-07CB92732AD3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5B8AABE-D97D-CF8A-2292-0DE750FEE516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92E88B63-DBE6-2B35-B7C2-581D205CB57F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155EC451-EAA8-E117-DDC9-69D275178AF2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6CEDB8B4-963E-B6BE-F032-00712D7E8D6F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6EC9C9FE-5148-6A55-0E8A-0810925BB469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5B5AC4C5-A35F-98CC-30F5-ED0CC7B13E4C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10F8925-B6D1-D18E-170B-BBB2690D8910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6670E848-2A4D-1C12-F624-5B5037351699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0C651D5C-5BAE-0704-EEB7-EDC2FF3E5198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22406171-6479-59BA-39D8-2FA91D3BF734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32D539C2-ACFF-7026-9FEF-A5C6D6613ECD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7C2E163F-7FF5-2336-6D1B-BA995451937B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1F068766-7B6E-5AB8-2697-E587EF958B76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41886800-FC5E-EB48-F2DB-61BE8F40D3AB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EAE6EF0F-1AF2-564A-1CDA-EB11AA8BC40E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6DDDB3B7-2F58-7EB7-A155-A96DAAEACD69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194E675D-86B3-799C-904B-1F8C8882866A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BB5C796-29B6-1D3E-1792-10BD57558E99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A7C804D7-73E6-A886-8B3C-4980D75409CF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82404905-9B88-2200-0EE5-3E24649DBAA5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7C08BA01-3ADA-765C-A90F-A38E4A8250B5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9561EB2E-C579-0F2F-8CE8-49C76FF3DE22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FEE58C74-329F-1661-9895-D1375867E5E5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E0C13149-F424-F1D7-75C0-39F799C564A0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59624684-552F-9D54-24D9-7865F987CF83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CBB72AD0-1B77-8922-E191-5EAF699B5075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79C3B979-D497-5164-A1DA-450425070550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18E9EF16-48DD-3B90-DBA2-B0931F404FAB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21DBFDDE-B7BB-B5A8-0C4A-78F2D639C924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7B8EE2EF-E599-93C7-A1E7-F562FECCCBED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AC55B8C0-D1E6-B769-09C1-2E880FF68B70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9DC2D582-8126-C8ED-4569-E2D3095194D0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6E5D135F-47BD-0013-859D-1B5D5A3B45B9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022ECFF6-4600-9C53-4B3A-5FDBFFD9333A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50661872-B6A9-B9B5-7F3D-F5766831A42A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F8A967EC-3559-02D1-1AF3-CAAD81FCE17F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57C3E5FD-3A1D-7DDD-0EA7-247A798C91F8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85C6D20-E493-4D76-990A-F226612A4B53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2597DA2D-4D2E-E73D-7410-CBF64598EB36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59F3D358-AAD6-620F-BAE5-785BF229B65D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63280CA9-817D-F120-777F-8F18223EC3AB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1727EF13-688B-F890-C4D9-34576DCC80D1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861B251-55DA-5AF6-A7F0-3C6AA42C681D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23A89895-19BF-45B1-82B2-C8354FF00409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5C9325CE-6C0B-019D-B554-36A54A482554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729E6ED7-EA42-E218-3076-34222CBA6D1F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1CA99245-FC51-D999-C9BC-3F14E1686F92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8656C677-0260-5057-9627-15F089641354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DA24531-8ACA-137C-A329-8CA3ADF896DF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B44A6654-EC8A-9E73-A8DD-5D11C329E631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4857C11B-A9FC-174B-D1C0-9EDBA251EFD8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4FD22C4F-18AD-21C3-C498-3779417DB315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D76196F4-9A67-6E07-9DF8-4AE094D14E5C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C1EFDA7A-3F32-1B29-3F1B-3AA05077F9B1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D543B350-D0BE-8FFE-3B95-87FCC579DE7F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63B71840-0EE8-2891-511C-9B1C453AA07F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09FA1A-C01F-90E3-D216-1A2B91D67F8A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BDDF7EE2-AEB5-59A7-DEDD-DF80F538DB60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C7CBE05B-A15E-1C62-49E7-D2DA95F6B341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43AA4909-E768-E466-CE7E-F63296A9CD7A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388B8420-11B3-252A-9FE1-9A9AB92E6592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22D85BEC-CD27-AB52-2980-BB5CCD5A50DA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2518BF15-A409-B936-E399-981CACDBB9B8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B1FBE1CE-717A-61F7-2350-55F356207E21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90E7613A-BA98-8249-C463-5F2253B53A15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01344C2E-D6F6-2A16-2C2C-6C15F41E8997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1123E6E4-5535-A62D-ACFD-2A6D301D9199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07381B91-AD6A-61EC-54A1-AB8895CCE6BE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DFB70848-D537-0D72-FC94-B72364C720FE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B103BD0B-5C0E-B413-CAFC-D014E64008A0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6D085C2C-0994-BDCE-99AB-1F32014FDD1D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50A7A485-5CDE-B453-F0C0-FD196D288C4E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EDF65CC0-D775-27AC-CBDE-BB126B41F7E2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48CEEE67-D0E6-BD0A-5755-45E2794E9E4E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AC88B15C-EDDE-21B2-BCE6-1FE7CE725185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FBE34495-F4D8-104F-BBD6-B29AA323B0D6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3F5E0B32-0AC6-1276-9BB1-8359CBF0BE59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A436CEDC-5BB5-4703-8DC7-198AE66EE55C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E3487085-EA80-E3C5-FBE6-2E24253E7057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B128B873-3059-2273-E82B-BD1C69AC0047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B3228B93-49F4-EF88-9AD1-8F3465D46D04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74A112B3-9036-AAA3-53DF-1A1FA1B90DF6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BAA1864B-46F5-5EE3-64B0-6392A8FCC6CD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C3BB161-4C84-2637-2A6F-AC680E9BC89A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DCB20807-5832-5A21-B2C4-5CBC03AA094E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45145599-6899-ACB1-9BC3-324F4E6DC515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DF2744DF-0262-D192-9DCB-406B4FFE9DB4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67EEE35B-69B2-BF0A-5A4B-CB42442627AD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D3CF7EBB-69D4-EA27-6F0B-601D6647D80E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980BB41F-A13A-7735-83EC-A0D80A3F3E5E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D4908E24-5B62-5472-0C3B-C47C5EE209D9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5ECB607E-DC22-1B88-8E2E-029B017F50AA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02CF3077-3153-1F93-394A-90A4FE2C49AD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20F62FF8-5076-B864-7648-E9B74B367872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74A8C1C4-0408-91E5-EF37-27252FBC470D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5FF366E9-5C9D-98FB-88BC-D3D97664823B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2C82D94E-E16C-D7A0-6291-04C583324E79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A6FB1C3F-02A2-1434-8615-D5F6A7002BBC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5ED7A534-796C-00B7-F56C-56B8F72BA050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27A8558C-1953-F98B-B982-2BE40F37AF73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2D40CDBB-1785-4D98-C533-9B207F594F20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C5179AD6-E81C-FF0E-75AC-41B50F1432B4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C92C6BF0-CC26-7666-B3BE-C7E37E02750E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C86CB88-DF26-E5BB-3DE6-EE16011A7D42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1B6B2760-3F74-777C-30CE-CEA526602799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D69A31AE-5FAB-7395-B7D9-4672E2A91DCC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7A63254B-2DD9-B52A-33D2-BE2A1F27D674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54DEC84B-77A9-FF33-279F-305B93AF782C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C2A71ADB-5C0D-4402-EC9E-729F09F1E205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AFDEE91E-3D1C-6229-D32E-BA181CF92284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04649651-9455-33CB-3051-9D2764CFDA92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4A2B41EA-8CE4-9D21-B9F5-FE0EEB5DC04A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8AFAAC6C-7AB5-BEBF-F896-0EC33D88BBCE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1F81377D-B75E-2CDF-8B96-7115506DA096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6957B8C3-6B8E-CB45-FAA8-19287BE6FB9F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15C45D37-D315-6464-0A16-F4B98B1E4D65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0F7EC60B-D46F-F601-ED69-508E8C9888A3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4DC301C6-E54C-A83A-224C-76E53899B710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D411C69B-D140-8DEA-12EF-B6A6322DD30B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DB35E6D3-F866-6738-F0AB-9ABA2DA8FF35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B149D9A6-9FC4-5460-25DC-DAB65BD4557E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1EDFED7A-DFD5-C21A-6089-0F0DB42D2DFC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48FF3231-8B3A-F47A-C2D4-C59A71FA5A1D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630154CE-BE46-8F93-F1B9-AEC6EC7B08C8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26DA6C4E-0045-79AC-B334-A29A47E866C8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497715C7-3B50-3BF7-AC29-03590F8B88CD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C464B2B0-FF38-A658-153B-7C6F081352E9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3B893895-AAD3-2724-4904-082928CF1E29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BA1430FD-8A81-82BC-AD26-4B1F01564EDD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94F0559E-067A-99A5-6226-5696CD275405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E639A255-8FDC-D376-3CA9-0116CA241EA2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DAFC6C80-24AD-99D5-A0A6-01215EC8F4D4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7136D74E-2A5C-DF12-A8F4-3E3041773679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60BCE3FF-6EF0-2AF0-144F-875CE0684E54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A6C901EC-D2BD-4C52-957F-A17DD5380D5A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CFCEA7E5-D817-9FE4-42E9-0115111AF3A0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AAC1CEF0-3459-02F3-EBD2-36F410FF97D7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EBC945C7-DA22-8F35-E4DD-3CEAFFAE2C44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90B20E3D-D895-80A5-6952-FD4F4A27ACDF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E8B7D139-7A63-F9DB-CE3E-FDBD1C9FDDF2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4943A577-C350-3EF1-41C8-E435A6023FEF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30D8355-0C46-5C4F-E36E-BC97192D5269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67020567-8986-04CE-F3AA-44E9CDCCD82E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AB39E91C-F33C-1F37-E228-48DC26D9D3EB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7C504254-7450-1E10-5EB1-BE8A97E54B61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EAA2AD79-DB7A-A94E-B509-BB85D58F3A98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C17F39CC-D748-BB72-97BE-5118A217A434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A45FC8C4-8B9D-B364-E498-B85993F7CECA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1329C1A7-A6F9-2FF0-C8A5-C96D343ED2CC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01FAAE2C-810F-6B26-8586-276283998A0B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B00C9ACD-F9D2-2DC9-1BDE-714BBAEECCF3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571C82D0-B400-14BF-DFA4-A333EDB86A52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F768383A-7AC2-C7B7-9B3E-C4D3E23016E9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B8FB6DCE-2D0C-EC62-BDB4-99714503C394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38CEBBFC-E97D-3783-1D89-2F214411715F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1E6AF22C-77D1-35DD-7BFE-E57FF4A948A7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BE3B000D-7F7B-4DE4-F232-BBE00ED07FA1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6EB8F695-177D-4800-9C88-A11ED556FD9D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D9F78069-836D-CE14-1BE7-FDEB09198D58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39DCB378-EE54-4F87-03CF-FE31D3C0C4D9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6881D409-5007-422E-9238-E29BEB840A3E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D4A02C86-1249-7762-88F2-E2B8626D48B5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11341A24-2E46-876F-17F6-5FC902AAC88F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E293938B-B218-20A3-502D-417F57F8CA06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22A25C45-5304-725D-13C8-7B8766F696CF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7EC27E6-4024-2629-C3E2-B315A04729C7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044F0BAD-65B9-59C2-BB91-32AD80F95206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060CB7F0-A866-AD9A-2880-592B1233CAB2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5D5D21C-E540-14BA-5115-698271F0ED79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97631DE4-2F84-7832-434D-7968CFD5C1EF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BBB4B4F5-C972-ABA9-5B98-E3D127522897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312F29D2-93A0-9838-E581-B575BD94AD53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0FBD66ED-984A-BB56-5A7D-E7025218758A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3774057C-A5A2-CC4C-73FF-2CAB710E63F0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7C182291-3829-8D11-7BBB-9E8CAD631007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6EBA8CAF-6442-A729-EC8D-5CF47315C680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77A22211-CDDC-E442-2D20-AD60F89215F2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0D01349D-5BC9-D45D-0781-544FB6FC32C2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6A905795-85BF-7304-9C03-602FEC9CC602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4476BA53-E578-F6EC-E30F-8B07806D7407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9A87778D-9C2F-9DB2-D21D-28A084FC47FB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3805DB8C-7155-ED6D-CACA-C0224DFEA36B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48E366A5-8E3E-BC40-746F-73CEED059FA8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80D0F1B4-946F-37AF-0B39-B3D36A4046F3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F14D9AC1-B99F-763A-0016-D61A648C6E9F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C3B1DFA5-891F-A725-51CB-34E3891F2BF6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43D12AF7-9A2E-BC6D-1880-8B037C988974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869497B1-54E9-748F-4EB4-4FDA4B60EAE0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73ADA605-D4BC-F15D-EAEE-8DB17989B043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C61E241B-BE10-7EF6-18E0-357DD809E253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1FF4EC50-DD9A-C338-8EC4-1B8F062CE6FF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9CA9721F-60D7-5E1F-7529-5246DDB73198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1DB70A07-1D4C-8087-D010-27EC49C7C933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014A2F10-ED86-2708-058D-3F4583CB3134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2B335CA0-ACB9-7A4B-776A-6B1075278537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E8DCA684-8E36-9547-5ADD-8C3F626F8924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4820C794-3A75-7765-0B7C-E0FB075AE67D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CA9F3B19-CC2B-7D32-827A-5EEE3A281614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205424CE-58BC-F926-0E8D-853F9F1E085B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C3F18075-4342-0E40-C0F4-C708205F97B8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30AEBC02-9CF6-22EF-4615-0CA622CCB431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54F371FE-FEC5-DBD9-B9E4-483F1BC8C4AB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D8D89D11-A843-5D77-F81A-46047FF1B339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38A73F33-3AC8-9DDF-C304-AAA4C9F8196A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4A9D8446-8C75-2084-FF62-665EDFDACF95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426C852F-3F7F-CD67-3BEB-0DF876D8B7EC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DCD612E3-66DE-00F2-3A17-B50D6EDF12DE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E4F3302D-AA2F-A327-8DAC-35D0F0869B9A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EDBA9E92-036F-DA98-2D5E-E0EBF12F0017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92520CC1-8070-5213-086A-0BD262A3E3A0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8A3F139-986E-195A-2953-60872F41A177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4722007E-151D-CDA3-F670-E40FCDB9A2AC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850E4667-DBFE-29AD-0070-14079B0E2B31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32608CD9-3FA1-BEC6-51DF-20122D44D327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DEBE0270-70C0-CCF4-EFE4-FBEBE4C5104C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8BBCCE41-E3C2-1E04-0241-60271C4F1E73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BEF3FA1F-C633-7578-E890-9F7EB4CD11A2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0D49348B-B4F1-7F76-48D0-DA98A3FCF221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332FD04C-99CF-B8ED-5279-977C28FBFDD9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E2DC1871-FE51-C9C1-ED1D-2B64CF4E89D0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7809533C-1968-92F7-B41C-C2ED9A4E1A43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5C1FE8B8-E091-2173-5642-DD1D85AAE83F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4544C59D-BD3A-E71B-4D96-2D170F62E66C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30B8953E-0525-47BE-0802-65BAFBB79341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320F33A3-6FBA-8E41-08F5-F5A1DB8F4ABF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E0433CDD-10BB-FE46-5EAE-B548D88C1D7C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0F64B1BB-0708-54DC-AEFD-132A854FE554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520DB262-B180-AF90-56CA-B7192C5E3AA4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2EEF7A4E-B902-BC65-2A31-289475BDCA4C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058CFC2F-87E4-CF2A-FD10-CB7EE0B1DBC2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55EC0228-71BE-0BD4-1AF1-5CFDFC23FD24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49A00278-CAC3-BA1D-6692-A3E8D6A7E13B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F78269CB-9772-394F-D0C4-C875677CB6D9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FF0D02AF-EA47-D28E-E3CA-39225C9B5536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21E0C344-C9C0-877D-1214-B69E19D3401B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03B10F2A-B9B6-71B1-1CAD-E3BD7E1323CA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AEF4ED5-FE51-7AE5-E3D4-9656EDC32652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742D0271-25B5-C522-AF64-77658D075AB9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F38EBC6C-6593-2001-5A5D-C28E7876F2B9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624392E7-6773-499F-41DD-1BD471ED6491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3A7D2A49-80C8-0F37-C5D0-27309FB5CE08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C6E0F716-AFEF-EB1A-67C9-55D8CD4461FE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FE3B203A-686E-A26A-3E05-C914B8A8055A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528876D-7532-F9DB-F2F9-59D6B2050A48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257E3887-7836-70C3-5A3C-9B0215CEFB77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B13406C3-5BA1-E6A2-8370-D752C05021CE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8B697A2E-A61D-5824-D3DD-F0CB173AE163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2D544AC1-CFDF-E4D9-B0C6-E8CCF8D89969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87BB7A1F-961C-EC5B-1D0E-8AF7D85C9D4D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FD850294-FBD5-0259-944B-F25487B6E8A2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99127D2A-24BA-37A0-33DB-A0BC119A9F59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73B93376-834A-16A6-9092-DA46FA4F815C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B26FA594-46F3-B009-4BE1-BF542DE46A5C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48F8772C-C124-B75C-6586-B6A1454A7316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03146062-8D95-A24E-7721-FDEA9F159BFD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AD5CDCDC-DC82-1E4F-C252-78A440595602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4B2C0434-37E6-2FAF-49C5-44810E7FF488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2F170106-CC4B-8489-A196-41EB5B8624A9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5BA1FD93-7A22-C1D4-A2FC-00DF032C961F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5975D4A7-78AB-A42F-0685-F548FB7CB413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B5F571C7-E881-06A8-3FAC-A82FD3D02096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10D135BA-406D-83C4-F819-2F2CA646DF37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68423DEE-F6DE-E554-4C88-B42FA7A1C32B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9A396920-9646-C74B-BECF-5A0A40566284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0BC0F6FE-E8D9-CA72-E63E-90A2FAF42DDA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23A15791-9191-A2C4-6B10-16CD201339B9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3B3D35F7-A9D3-7C55-D0DE-591E5D79146F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8FBDFF26-D3C6-E9D7-F2F0-EA83DCD875B2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D13D3E64-45F2-3BD3-70DC-2F4B484F424E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7861CDA6-C7BE-9D40-6E63-EF56AB8CB6C1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727BFB92-85A4-E9DE-2C5E-F116D4AC17EE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76110155-EFF8-D24A-D160-2BC0A3CF154E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AEFA0394-9827-ADB4-07C3-6CA2DA048C88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9ED70ECE-5A54-81DB-1353-CCCBCFA8F443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78940778-3751-CD92-C07A-58E1399E3CA9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3FB99F41-A848-909C-7AB6-7F5C206504DC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FC93FB2A-5749-DB8C-8C6B-38F98CFC159B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F97A2190-CA82-7321-C3C5-8A735FFCD6EC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E4B56FC1-7A5B-9AD4-1366-5D9C7262321A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1827ADF4-7BF2-AB3A-5001-13042A3F0BC2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82E18D11-1D19-AC9C-EFB9-695FBEED5898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4D28D9C7-C4C1-BCDF-C6D8-70191A6A5750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1277B0C4-CA84-6E2F-810D-FA040A3A2D63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7C8E1A81-CCDA-0F11-EE1E-4960DB9810AD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F298AB41-8B2D-0193-DD9F-BF30A3FA3943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584A0F12-72F2-30CD-8FC1-191AE6C1F03A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43BA1537-D416-95E1-6E7B-D23DADA3634B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C13FCD55-E9BF-87CD-94B5-E79E810E408A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788F013F-3215-C0EC-276C-388D10237CF4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006C28EC-4858-0969-C905-077815B7C608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D8EA4E5C-7812-8DCA-980E-A68EF80876A1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897604B1-65B3-1D25-CBD0-3BF2DD01E8E6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2E59F1A6-D8D7-6278-9383-267363D4B59C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6DB880B0-F9D4-5110-EBDA-E3CC1275C667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5311195A-EF31-2114-6B67-50A5A7C18FC1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EBF78C4C-63F5-F808-6C7E-58361E1F8585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5E6A445E-71D5-13A1-3A03-194BF93EB0DD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286A73EF-D1C8-4FA7-DE68-180AB5F9F69A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AF607B84-759C-0B87-D50F-13F68476FDF5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EC35BB62-C089-02BF-5D3A-52397B92C2AD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1F7AAF08-4870-AB2E-F41A-784C65CF9565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D11D876E-29FE-2B75-DE1F-DC93618744A5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0111F9FA-65F0-DC5A-1AEC-1F6848219B54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1B43DFF4-2B84-8CF8-1EB5-1F7D6CAA755D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26FB739-5278-F55C-F414-F84390652771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D08EDF75-C800-3594-731B-6206F675CD79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F51292A-7FEE-8AB1-6CE5-9E6A1669CB06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19FD21B4-A9C3-860C-C83A-744D079BB904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4FFE6569-21F1-2275-CFE8-26F41AF87DC2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F341BE4C-6815-0943-C37F-BFD7191CA859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DC9D52BA-0E43-E47D-15A4-B4775CEE5246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0D0E4486-C419-4AE0-BA35-ADD449EAEF3F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EAB92876-388A-F1E2-350A-7302E5A3FCB2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49E5B891-29D7-8A58-D723-AA263DB0F7A8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9E6C22F8-D5B1-7952-307A-BA8AE8A42971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BC1CAE20-70DB-657F-85B4-4E4CE7E8DA69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823CFA27-6AA0-E87F-655F-2737DB94A643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CA447017-5AD4-B6F1-AE74-7F2E98C94BC5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984A30A1-7C5E-77BD-6548-E3E600DCEEA6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43B15A6B-3794-BEEA-D8A8-2A3BCE48FCE3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4077524F-727A-2231-0F75-306A10FC263C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F700E8A4-DD1C-081E-A1B3-CE82BDBC2260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BA7F36D6-3043-E812-55C4-6569369786BA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1811D3F9-9DA7-D496-ECD1-60144EA3BB59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D76E1404-D62A-658A-5451-B225A6513AFE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93875752-1372-5A9C-F03B-7F1BD3805558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18E96620-5CD8-3760-F6AD-5D220DC10B91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FA901BE2-AE42-CFDE-95A4-83A642EDE52A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A309792C-18AC-AD2E-1ED1-9FAE37B2D3B1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A4D7EDDC-B24B-113E-21C2-6CFC74533749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9BB1455-24E4-DD3A-3D0F-0100BCEAE250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A1A9DAC6-4C5C-DDDE-DB6F-FAC0F178A649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735A6146-B468-90AD-6BA9-ED0BE4CBC712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3BCD4A50-F11D-CA32-59DE-8660A89EB8B8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562D78E1-24FA-8FF6-1E84-1C190ADCD86D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72EB8F9B-CAE1-9A7A-F6F2-6F35C91CCB1E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EF50CD81-AD38-80D3-9ADC-965833D333CE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6F12A6B4-3795-F4CB-BA3B-D6A4362E26C1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DF3A787B-5E66-F325-6F5D-1011D18EC6AC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B72C5BF7-0CA2-AEEA-EACF-ADB4C19A94A9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2811D00E-9BC2-6591-14EE-DFF4A9BB991D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9BF48F33-EDA2-2BE2-9CFF-A52792038479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ED804D56-8642-CA33-17CB-8E7A71D8BAF7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90A6752A-7CA3-F535-7CFF-8419B1D87B4C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FDB9734-38AA-8398-57EB-AA6D563CF6B6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6B643190-D5DB-2D42-28CB-5868A6936B41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277E62A6-F0D4-7022-0A33-54BA6A10A807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A568A3C2-C845-92C4-FA96-715DDAF783C8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F34EEFE0-0BBA-CB85-4332-7D6D147FB3E5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487A3CD0-9D56-A590-39FA-1AE266286014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4A12C47F-9420-20CA-CF7E-43F0FFAB53DD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6B96434C-6C84-6843-5A65-3E26922C5ABC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5172973-179C-B5FE-53BC-F3A5734EB6DC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0F3B22B7-276A-CED5-D2F2-8FFEAB2D29E3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8BD354A7-FF42-DBC4-9BA7-98CEC834346A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C808BEE9-F046-A69F-F466-2D65F89AC2C9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7E771C1C-CF5F-DAD6-4932-5E1E675E3037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ACA9419B-CF84-47E8-4138-A42C844C668E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89555860-8374-8280-6E3A-B07E3B508E0B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A6BBF698-6960-642D-EB8A-59AB6AA17F6A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38999B9D-AC40-2B2F-F889-FC0706DBFB80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40463500-58AC-E6D8-0942-9ABB9754D984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CF89875C-F4F6-94EF-BE71-5BDF488EF3D2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B44DA93B-0A1B-8854-23EC-A0D10F82D8EB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D17C2D7-3C2E-68E2-A847-F4CFF276F4EE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010EA5B9-E1CA-B0E0-748F-E8A26FFF9093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BAF9FBF1-D114-7F09-252A-8588DD0C72DF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6569508E-38A3-8A79-E3B6-137AF5380622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A9FA60B9-CF7C-3042-9A5C-6EE6E26B6308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77DC4202-06A2-9366-B591-30DEE01F9B0C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18B629EA-A976-7119-BC54-D330FE94D12A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39F11CE-C0DD-79D1-51AB-DDADC27475F6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6D93D4BF-6AFE-B45B-6963-723EA0E8F814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9AC667F1-BF82-5539-9B8C-081763676318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1EC7E778-D3B8-4F2D-23C5-7CAC5FEAEB92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6A91ED4C-B0C9-F6A8-6AE7-00581A344353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89D73696-6164-71D0-A31F-FA51B7677A44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ED20873B-A9DD-8847-6422-377088E60793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FEBE4A54-E1F5-87F2-23D6-983143F1F079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8C80C292-4C5F-4E21-148A-C3E971A4B6EF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E6000A5F-B9D4-9219-E70D-1C8F6BF7B355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91005424-F20A-6A20-20AB-E2D1AE0C76D9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5089A66B-FEBC-1E1F-48C2-5F4933C7A81F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E3541DB0-CD54-A24F-CDB4-297A2BF4C546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9920667B-2EAB-DF5B-2FB6-6D0DC487DB02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B30A76C7-04C8-36ED-66D5-BE41E9937A30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E0165DF9-D1AC-AA42-EDDD-30330EFC641D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2891A0C6-467C-909A-EF4A-4E3C11E6157D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7229731F-2639-4316-E988-528A7A99268D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46DF8A3F-F144-C428-FC18-08F2BDE52B27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ABD6E621-731F-9468-B341-06A3A2EFBD35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6CC502BF-701C-729A-FB03-D47B7B052EC6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AAF317D6-9458-914C-B4DC-D6A3EF5031D9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0BAD9FCD-0A9C-DF32-1983-2E91F0081398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7C2269F6-40C0-14AA-4CB6-FF8836AE76EA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DEAC072D-9A82-2A43-9D25-90CE399449A1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1BFE2735-DC68-4341-E431-428156529DE7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71F2556B-151E-AB8C-6476-C51207515E83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C1F845F3-6026-9499-67E7-DF48D447DE1D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678DD6BA-1917-1486-DD86-97C8AB01D2F7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9447C91A-EC64-8575-5872-296338D4DFA2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6F55D540-80B2-C3FE-AA28-42D2CC528C0B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0820B2B4-25F0-BD88-ED92-D56FAA47C782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ACA508F0-3F94-031C-4E06-DD592D505850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B0216EB4-EE15-5802-4D81-1F7951C52D7F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C7698FEF-6452-3EB9-C24B-82569FFF0C48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29ECD4D6-3342-1C72-A226-823306F53CDF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2DF99DDB-64E5-7DE8-E625-DC56A882F2E6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BC9FFC34-D0E0-2A28-3146-194CC7FB3FE4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77E08EAC-418B-B80E-5505-AF68A0B0A1FA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0BC552B2-5536-42A3-12CD-25882B368CCD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0E6D8FC3-7AAC-8C7B-5798-C003547DDC78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71F3832C-3569-239B-6C85-9C69EF8EBF8A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64FA63D0-52AB-2639-1EAE-6B247CE88584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5EE6AC84-1E15-5953-F2A6-8695C5CFB186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566405AA-5244-3BF5-928B-12A9D269FB0C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1BBADFD5-F5BE-0488-1B38-264E44D2C4DB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0AEBC48A-CD74-F06E-B9D5-BCBF72AEF895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383F5B7A-5242-D03F-E47E-27195143FE11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AC76E3A9-53AC-1AD9-FD10-DB1714E6E37C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F54AE423-590A-86A1-184C-9AE38E77AD73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2F80736B-7CE4-90A4-896A-89EDF44F4AA5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7F622B31-2F81-EB46-B45A-845BF0D725B3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51E0E7C7-CAD3-3C61-27DC-4C0EA2E363DC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2067A8E4-2E50-80DB-14A0-95A0D77676BA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D12EFCD2-D719-40B8-4F5B-C051DD5271B8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E02927C1-2E6F-34B6-1C5D-250DFE876E9B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11284B43-C146-B029-95B2-0165A6B850B2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881AEE0B-4DE2-5798-6758-7F722A13405B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00110164-F8DE-8D77-3562-66C112DABF46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7913090D-E376-500F-B72A-B7641A5576F1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8A42ADD4-8008-8D64-4AA3-F971A94809B5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A37A1078-2061-4A99-4428-B28E602709FF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47C1DC05-A010-D793-1629-6BD9E179FAB3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63DF2D1F-4660-E266-830B-1A6C408117BE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D98E5CDE-7EAC-30F7-1E81-36A302759A4E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AF2ED62F-0046-7C08-D433-F2D181F4CC51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9ED2D020-434D-6A9E-99A2-3DE1EDF5F946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4ED57260-FB1A-E769-86F9-C20427F110C1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8E9B1D2F-62B8-E796-102A-8C356FB85F86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4ECD109D-22A9-BC75-3379-1B0964971C04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6D5ACB70-F424-5B39-92F2-57ED0CB75F04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E2B302F5-FAC3-6B0A-7E66-9FFFB09EEC55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3E3DDE7A-3B6E-F2C2-D9AF-124535411B80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BA04A10A-13BB-1761-0861-7C223EFA356D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9DE5C9B9-FF95-C4AF-97FC-872623BE2E36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1813D922-D6A0-3997-5421-A6F1F1FA4D67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8360189C-5AD1-C9BA-C2B5-BD59290DC44D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73ED3979-6D77-1AFB-99CA-356E3821DC88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ADDA7BC7-B0BF-940D-434F-B52861002536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682F845A-EE64-C66E-C3F1-53E95E9C7326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834E73B1-0B02-E9A0-DFF9-B4C8D23F422E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B729EEEC-613A-012D-EDD3-17076CCFE736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ABE247BE-B7FB-211E-7F15-C5F532FF90CC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0732200D-FD8A-7366-2622-36F1B0BF0586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08459978-11A2-FC2E-0BEA-EE548A59358A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7FBB5E16-E667-833A-B890-E2407D2A4ABD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067336D0-F669-ECD7-4536-494951F31930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994A1894-BAE1-D4D5-394A-7FBD0B6F5CF4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A9BF3420-AD4D-005C-5AC6-5EC233B9EB10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6A8D3788-B077-21C9-D4B0-7E22FE929F1D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D9FF48DE-FFB9-7300-3295-99CE1557DDD4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65ED5613-1554-D2A6-46E9-A9342DA8447A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002037F1-AECA-BC4D-2DBA-08C274C10EE8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07E8E2DD-ED09-A545-1DCF-65FFFB457B8B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6FAA0E84-2C52-C659-5268-936EFEA6C3B7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F1225AC1-F668-9EC8-DCC8-2D903A406713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8A1521B2-2F07-95BD-DF7A-FF8C90174722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26286B5C-8037-2986-104D-BCE6BD02D3CE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BF9E45A6-8916-690E-C363-A5FC5DBD7261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59149E86-E6B6-5932-FFBD-5CD80F4E10D3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E6336B45-F11A-070D-978B-C71AB5B244E1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8EDCFE4A-5588-19B5-E0E6-328DE524C01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5EE99167-2514-938E-0064-F821DAD0C4D7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E6565AC6-D52C-1F3B-B215-9BE0924EEDC6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A85B95BE-4CE6-7336-F223-2FD80A1F3CA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9F69A5C6-C330-BC20-11AC-3B1DD488B581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74E3C027-5609-A6DB-E71B-F7B7D77996F8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1082D78D-5A25-C022-2B16-09DE58E39F35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E8C8C696-4F77-66C8-BE9A-E369D277C25F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E53681C0-3D9E-61E3-B3FE-8A13D98DBFD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72AF6B25-AB10-6AA2-40B5-1E6DC00E6591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A1D400C4-D9D1-B212-B59D-EC38272B4051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301A4910-3CFA-D1DC-25E4-44F502E6BA81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289D87D6-1C12-3731-CFFD-A0056AF6A71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3D03D358-F877-041E-2F09-D7B209AE8344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82BBC6CE-F61A-A01C-54E2-449AA673237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741959B0-5C60-1048-70C2-0B21BD8371D7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7B40A935-D2DC-BEA9-CBBA-507E07D2F3A1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F6D035E4-C648-BE2B-ECB2-4F27EDA1BD9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A688195D-5351-FB4E-3190-9ED357D5C22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A12B6374-33D3-A6A9-6717-898F7B847015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80D243BE-D29F-FC76-879E-D32D40B8350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F98B34DE-828B-75C3-0F05-A5E5C65A0243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B9ABAECF-74B4-9044-4D82-588779D1E224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1F8F3932-8B72-FB6B-D2FD-4EA9F891EC8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30A6B120-9383-56C7-CFE0-64BCF86058F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63D7599F-51FE-5A6A-48EB-B56FE3078BC7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8EEA7448-C8D5-90BB-34A5-AF2ABAA91A66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60E98BE1-A166-2F2C-FB17-E2DED5552D6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99196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22B9A2-7D8D-825D-FBA2-37A33E1D6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1B87F481-B7AB-9456-603A-BD2BDFC335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Volumétrie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7587D1A8-B076-9A05-2203-C6AB0A3588F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C9128625-34D8-69E3-90C3-1BA3E0A5D7D2}"/>
              </a:ext>
            </a:extLst>
          </p:cNvPr>
          <p:cNvSpPr txBox="1"/>
          <p:nvPr/>
        </p:nvSpPr>
        <p:spPr>
          <a:xfrm>
            <a:off x="507318" y="1111648"/>
            <a:ext cx="11177364" cy="44473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NOMBRE D’UTILISATEURS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2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Licences complètes ERP :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 err="1">
                <a:ea typeface="Aptos" panose="020B0004020202020204" pitchFamily="34" charset="0"/>
                <a:cs typeface="Times New Roman" panose="02020603050405020304" pitchFamily="18" charset="0"/>
              </a:rPr>
              <a:t>Boardriders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 : 250,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Beaumanoir : 700,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Total retenu : 1 000.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Licences externes (partenaires), pour le portail fournisseurs :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Boardriders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: 700,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Beaumanoir : 1 200,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T</a:t>
            </a: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otal retenu : 2 000.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>
                <a:solidFill>
                  <a:srgbClr val="6E8DFF"/>
                </a:solidFill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PIC D’UTILISATEURS CIBLE 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solidFill>
                <a:srgbClr val="6E8DFF"/>
              </a:solidFill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La solution doit être dimensionnée pour supporter </a:t>
            </a: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jusqu’à 1 000 utilisateurs connectés et effectuant des transactions, en simultané.</a:t>
            </a: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ea typeface="Aptos" panose="020B0004020202020204" pitchFamily="34" charset="0"/>
                <a:cs typeface="Times New Roman" panose="02020603050405020304" pitchFamily="18" charset="0"/>
              </a:rPr>
              <a:t>SCÉNARIOS DE VOLUMÉTRIE – PRÉCISIONS</a:t>
            </a: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La volumétrie peut rapidement croître, de manière significative, avec l’uniformisation des pratiques (</a:t>
            </a:r>
            <a:r>
              <a:rPr lang="fr-FR" sz="1000" kern="100" err="1">
                <a:ea typeface="Aptos" panose="020B0004020202020204" pitchFamily="34" charset="0"/>
                <a:cs typeface="Times New Roman" panose="02020603050405020304" pitchFamily="18" charset="0"/>
              </a:rPr>
              <a:t>core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 model), la croissance du Groupe (nouvelles acquisitions) et les sujets référentiels (gestion des variantes notamment).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Une hypothèse de croissance x3 semble réaliste et nécessaire pour anticiper ce scénario. 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Le scénario x10 est moins pertinent à court terme mais a vocation à tester les limites du système. </a:t>
            </a:r>
          </a:p>
        </p:txBody>
      </p:sp>
    </p:spTree>
    <p:extLst>
      <p:ext uri="{BB962C8B-B14F-4D97-AF65-F5344CB8AC3E}">
        <p14:creationId xmlns:p14="http://schemas.microsoft.com/office/powerpoint/2010/main" val="31267762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489724-3A95-82AE-00DE-F0453D6FDA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C6467EF-2CFF-E378-9B77-04EBC4829BE2}"/>
              </a:ext>
            </a:extLst>
          </p:cNvPr>
          <p:cNvSpPr/>
          <p:nvPr/>
        </p:nvSpPr>
        <p:spPr>
          <a:xfrm>
            <a:off x="5902960" y="478536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02ECE643-91B4-D697-C189-818859F351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109EDA19-A4A4-FE7C-0DED-AD1E8FCA27E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9FACCFE5-3730-DBE6-8DBD-9A508C287DD9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2DEA868E-5D10-DB83-F082-80F6D784136B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2086D40-5319-79E2-546D-5EBF5A572196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97A0E20B-480D-44F6-4495-7F6F74EBE1F8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D2C6C82-D655-B514-BB6E-704A4AE2135E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9F7D76BF-B772-8224-F045-1A04A9BE4572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C074140C-741F-09FE-80C1-7D11B3214217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0D1F3FFE-B966-9B10-F745-B58B356BA202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ABC9EF6B-3F1F-C7AD-A44C-7B827BA71067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EEFFB30F-95B9-9CAA-39A9-4589921D776F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38A1636B-1279-5333-C867-4612907CB703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A656D27-C130-EC58-B97E-07F71715149F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E79AA024-7995-3885-5134-C1DF40BF0970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84D431-963F-DCD1-20F1-8AD655D5177C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5009542E-4FDB-4644-9E74-90D4DF94EDD0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EDB37FF-CB3C-3C54-1460-5E8C9FF63761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31CB9CA-0A3B-4486-0FCE-C1AA1FABC738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8450B4F-219D-D77B-9540-BBA206324D16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6E70D47-65DD-8E11-2E0F-593D2F773FFD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59C41CD4-F655-919D-9AB7-17A408D8BD7F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21EE7AD3-85CC-DB9C-F408-E53989A171D8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8FAB8AED-BDA1-0F07-5191-20B0E22E528E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8B7EEFBD-4888-1C1D-2D21-54A21DA049E7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3A185412-3780-0796-2C19-DDF3424577BD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AA9F54E7-4173-D787-912E-7D505184327F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BC71F9E6-B402-3C47-4140-71E1524FAE76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FBB46B7-D369-032F-E1EA-47B33A3FC1B5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347C5FFD-39A2-55C9-4D7F-2B1A6D9163A3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532E482E-44BD-4D34-09AE-9D3CCEEA3428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8E0DBAF0-B9CE-EF4B-9DB3-8B7B8B285606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F942050-72D4-8522-088E-5239BCEC92C7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9C41AB79-EF44-554A-80E1-F611EE16F8FE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21B902D-A50F-3E16-F227-6AA4092D9DDA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5EDF53BD-9DB4-AFF8-6802-F04E16F511CF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30DE28E1-8FF8-E4D3-7EB1-10B90D69E1C4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4469FFD3-51F5-30F9-C059-72BA0B1C1E71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3C5E9ABE-58AF-3084-7E30-27E38EAF6F89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CC9CD6BD-79C4-75B5-3100-4677B6FFB2BB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E3D5F32B-B5A4-6467-43F9-2CB3D7CFBFF9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5BF4720A-BEE4-FCFA-2289-A3BA5B99D21F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1E98AA75-749A-087C-FF2B-4E055418E93B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7135DD8-BEDE-E29D-FD76-A3C7FCB9A336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DC83EBA4-B424-52A4-84D5-3ABE01B08FFE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752B3B3A-FDB4-3BF1-FF82-FF78ED7C76F9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4CAB109-5D71-C315-2966-868245793A62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DF03DF2-0C9B-9908-6D94-375C5EF46ADB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6F49876A-8BD7-5AE7-F351-4921A29A2541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A55900D8-C0C1-9990-53EE-A000063F2BD2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DDBC9F1D-CC57-66F0-74CD-C2E9C8AE7437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B0836EB-4787-E164-0E30-8832300C4A5E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3B320F7E-C19A-0036-9B1C-2C4FAE015530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6668986-91B1-CA93-0593-D4083DDC8A89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38BB6391-E3A3-2756-D259-CA4A376235C6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9704E2-892F-F85E-5105-BBE7B02E7E61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C0658BB3-38B8-48AA-7B18-98075F87ADB6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1734144F-58DE-886F-1065-EF42FF574161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B99DEE0E-8454-1DEA-E54F-8E2F14F516B5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7E5EA957-F363-5E8A-9DDC-6DF6DBF93237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CA049F0-EEB4-1A4D-25FA-9228497AEC30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323CE9F3-6260-0D54-8D9F-97208A18C361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DD668F27-AFCB-BF01-4937-75E1C378B3BB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03AD16E-B94F-0E61-90CC-6C4E7993E17F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E0657D88-410B-EA35-17A4-7E1603E078BC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5CDFC6D-1C77-0D26-E248-60E8487DD060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453CD16-5763-D7C5-8C23-DE0CE1E9FB40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3FFB55E-502E-0109-D203-C078EF5F882E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39A1A372-248A-3229-F653-63328A3306BB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9FCDBBD-250B-C419-21DD-FEBF6B5DF59D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0C3B3B25-6FB0-ED9B-6ADE-B574ECF7C069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F24B5C3-6871-10A9-EA78-0D69D9F6C294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57AE4F65-77F0-0CE2-A88C-1A2A8F800771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D04B5582-C582-7FD2-912F-168FB9BA75FA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FEB12D-4F75-90EF-5CBC-8F44592DBC57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824243A4-A059-595E-727C-E0107B8C35D7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D8E5C742-E6F7-4350-0B53-9610B32CB538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D04D9AD6-316C-D534-9C95-2B67479FCC41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725B82C3-E7A1-5BD6-44AD-2A293AF8B56A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287D0707-335A-FBD8-C261-68D550ADB48E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6C3B63E-9D9C-DE8F-24BA-0FBD9AA44821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CA8FEF2-5E06-49ED-3C88-385D940B1962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43D66EBC-4FA4-4257-3DC2-E8CBA2F97D3F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10998C2-C895-F6DD-CACE-ECCF3A522E64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ADAA626E-E4B7-E517-4FE0-2BAE4BC9E158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85AD8500-4A0F-B1AA-490F-57915142181B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6426507A-A636-277D-CB13-3A9759F5DF3C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3A6BC5C5-D573-07BF-813A-A2D7303FDA55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F39B37BB-AD28-E752-EB92-FA0AFD9EBE18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EF3D9A08-1056-CFE6-5330-3A4E34955AC2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A8FC74D7-F405-B1CB-EC94-3D20487A8468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7ABDFBB8-61A6-69C0-630B-FA3A5FF3910D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DBB091C9-ED1D-F9C1-5E4B-819CDCCF5CDF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984EDAE-4D12-119A-1BDF-694E7FA2DF5F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ADED5879-25CC-7EBC-D031-A0440AA995C1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7E8AA87D-030A-23B4-8B2E-2A9C8933F446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2F7FB275-3BCE-8C91-8407-2A18D06B3889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AC59547D-0722-3C97-E146-633995DADA7B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EC1BAAA-312C-77BF-8D8A-DD77325DF14E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7C328A44-841C-665A-B495-2DFD42BC0C2C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020C9FF4-C564-B985-60DF-5CA7D43FC1F7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BF88865B-A1CA-1B5F-FB17-6D135D87FA2D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A211ECF2-2FC4-1954-6DD8-1E0E4AE33246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7B2DF50E-0987-17BD-799A-8A4DA39520F3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DD88DFE8-1809-7E5D-F862-660B9BD14240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7DD75E86-3DE6-3BA2-3531-240FAF307578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0AFC6060-4B19-3FA8-5E7D-C05B36224696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F9E4F33D-4AEE-3010-3EF5-5114DCA6D677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30DCE93B-5713-D5AD-1BC5-2F4229D7F309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0A0ADF0D-8BD2-C840-478F-29A05AACE8E2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0F4EF498-A849-56F5-6A8C-D2D72F981055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3B1CEA66-4EB8-0D29-55B5-81604AD3D15B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C2417524-CB3C-5DE2-BFE9-616160F07D9F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34BEDD4B-7814-7982-CC21-541114B74811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179727D-F5C6-FE13-B45D-C3042E941D8D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AF27C9E6-48DD-7448-A968-86421C132ECA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8D50469E-8727-C0F2-745F-31FD469EFE4F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5B6E7752-0180-A065-59E3-8586465F821C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E661254-6BDD-7FCF-79F2-996C8429A2EA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12858198-3400-9EAB-C35B-2DBF31FED1AB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60D4EC2-6C09-F4E3-8353-6170284F929A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B01A22EC-DA24-B4BA-EA6A-6CEAA10351CF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BC11AA06-4D3A-9E37-BAF2-2D212718BBD1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7783B169-F196-92FB-F4B3-22560AE4042F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3EA02578-6023-7D94-6D87-754BEA826BB5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8EAFCD68-DD53-6E00-B030-C06E6592E100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B9E2BC2F-F8F8-5412-CCF2-03241EA790C5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90578D02-C37F-57FA-A895-D0A2844C16BB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2175D42E-474D-2006-0EFC-FD5A747B8241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2FDD6D20-D77B-5BAC-4613-FA60A08AD02D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A59B1EB1-101F-6B44-131E-1FD916FA396B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C3A711A7-396A-7762-A015-4F20F76D8C3A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1A10A11-F798-0532-769D-7AFE004240D0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9201EC78-AF17-1121-E4C9-FEFA49F5F210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1B898EDE-D44F-FF28-EDA3-63AAB114D7FC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427A5A9E-CC09-1E53-7E93-586168CE10F6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87D5263C-C93E-933E-B4D5-C0977B2B0F48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96ACF31-B3D2-6B4A-1730-39CC16816E1E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EDABCBC-08E2-390A-3146-CCCD6073D202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9732A7CA-A4C3-106C-1D6F-9B0EF07190A2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1F29576E-D751-7AD6-5D1D-042225E891FD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3A493561-3E5D-4BD7-6A11-4FECDADE477D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E5F11D6B-DA2B-9418-0B12-2B862153B7B5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29187CBA-1FE6-B23D-29EF-3C3B70C10C35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1D846F1C-1BB5-D946-43DC-EFBE79BA510E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16BEE703-8C68-9E90-12E4-E1F1F7E5E669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6D64A626-9DA5-20A1-9B5D-41AD2CFA71E2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243D74E-54CD-7E09-9DCE-B6AF4EFBECDA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304F86D9-907F-001A-D632-D48F6C8A24B8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10C5CF8E-BC42-5005-619D-E4B875EF0334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1CCA9DB-8596-2CCE-F3B7-706E4D82B867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9E9B5C40-5A01-5273-2044-765727DB811A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5E103CEE-B426-4ADE-A194-38EBE0F2AF04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59D4903-AD30-5CBF-E65A-A0A57ADB7685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D82A80A8-4E11-DF5C-AF3F-85C35BDE6CC2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2C3F7378-64CD-ACA4-1B81-96430840B562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B3345297-92F8-E2F3-DD6E-52786DE17892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C440C257-1776-61D6-C84B-D1F2941ECF70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EA6D7CD-880D-482A-C644-8936FA5BB280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279992E-1FA0-7675-49CB-2C86561F7413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B5E9B331-2F63-F54F-7AF8-4C17827CA0DD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05A9E265-812D-75E8-19F8-0693B4D26D58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25DD1DB-3B21-0EA2-9014-D4D6835CECA4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124E40DB-5C77-D508-E780-4D1CA7993C50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3F6944B9-1648-8C35-B255-7C4D2325F69A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EB989D08-571E-BA13-419C-0C7946C2FA5A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5226CEF9-4D96-99FC-8B25-A257375EFA68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BC2C2C87-8DAA-2103-3DA2-DCBF797EBAF8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EE9A5D4C-D95B-17E7-2C3B-8C1D3953EEDF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FD84B5D2-FBD6-DBDA-056B-EBC57AF30501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118ACD57-D58B-C530-9EB6-E79A7A9F57BA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123C2BB0-5B8D-1CBC-D40D-F3DEB20CF88E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14A3ADA1-9820-6373-591B-9E394D6B7F06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635A6961-BB32-1764-2BEE-7E08FFD7228A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FBD9149E-EED6-07BF-6108-3F4A5F09A2A4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A5100B1B-6282-A34E-3D49-EE615F9D03EE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7CF37AFD-4133-A41F-97D6-38F69BC89976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CF72691-A8ED-5A3D-4B12-8047D968D50B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8C7F313E-CBEF-DEFB-4592-1FB942E4FD79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EB868B1C-BDD6-5176-4930-31928A95C406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44BDD2-191B-A178-FA8D-18043373CA4C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C02EA201-A41F-FA8B-2A1C-612CEB25AB0F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ADB0078D-5CB5-1639-57F2-D1AFB3F35E17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E4B97402-FF47-5B0D-2DA2-236DB0A746EB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06D25953-978D-64A3-C5F1-B6325B66405A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E88AB0E8-A1C2-D33D-D1DB-05719DD2CF53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88056525-65EC-CD45-D73D-6337EE45384C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DA0C6AF4-7CC2-E2DD-5F19-A74A7A8E80D9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13BF6E01-607A-16B2-35F1-A7DB97FBF3BF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8621CFE2-BC0A-46C1-A7D1-D03186BD3B34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67DAE5E-1FA9-F2F0-D7E3-77842171D6FB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5BE2423A-1BDE-64E7-53D6-69FE5A361CE7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0ADAB456-C529-0FEC-DB71-71CD5D511CAD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B9163D5-6571-EF66-0E54-B765A0A8F2EB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7EE14B87-9AF8-C894-4194-005754C83D38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96C74814-CBD7-B967-C0AE-1328855FDDBC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D5F21089-AA9E-8A49-5F7C-21B4E9F0A3EE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14A3DF2E-671A-E0C9-E998-E803ABB0B1BE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AE2F914-AC4E-24F1-CEE5-ED419645E2C7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7AA6C65-632F-4F33-FFB0-3D181890D3A3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AA1682F-E897-C134-56A9-CB5A108B7B37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1ADB1819-C0D9-6A75-988D-B6E884A2447C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75990791-C7E1-E657-A776-D68203C260A2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5E635B93-BDD4-20DD-3662-EBEBF854DC5C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A7B73D27-99BF-595E-98DE-C6A57BE38A45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74F52D9-BC87-410D-202C-581E0C349B01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52AC26E9-8D23-60AD-7018-0C7C645DB156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E94C8929-5C34-9514-1F62-569406A167A9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F4FEDEFF-AA0C-A286-CF65-613A4DDA6003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B38330E4-FFD9-E840-58A5-BD599E2B4ED7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9103BD5-75AF-6BC4-2E83-2D6DEFCFD55D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F32D052A-BA1B-FCF9-6C31-9EE367ADBB70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5C6FA3AD-7D22-D79C-0976-DFDC6DC806AA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0D5273F2-EB84-FFD4-36F8-BF2554F3B305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DCCDC813-9605-B6A4-FF9C-9F3352C65AF1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D368267-4C9E-271C-B320-23E4C39665E0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009DA979-F90D-9AAD-F9F7-6462BF5D3218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507BAC25-B43F-BEF3-363F-10DC4731F671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44FEDD4F-F47D-6B3F-5163-43599890B0BD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7DCCEA5F-AAEB-DEC6-851F-B5B89C8FE421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87BEA27D-F670-CBC4-80EB-352963F09925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A7579A65-89B0-656D-6848-5285123A9617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E8E2297F-DD8E-9C73-C2C9-DD46304D79E8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F8A5942-87D4-F804-E2E3-F2002B5F8D7A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F4503C05-6C9A-77A5-EA80-29EADABD39B7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EE3B9E36-D06F-E7C3-EFB9-68434008867E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92300C4E-CB09-13C1-920D-5336294DE356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9BA59032-F32C-6B28-0757-49CCBAB891EB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6970C377-D071-0208-ED31-745CC5C22D75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25C67A55-77C4-2D80-FC05-CC1E27A4A1EF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8783EF9-5041-699C-423F-F68E35B7DE23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2F8261A9-ED6E-C22E-DDA5-91D42DE1BE08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166BC7F-AEA0-7368-1D28-5F988E79926C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BB048E6E-FD71-5848-4757-E5FD320419C3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722C7AFB-C012-70E4-B67A-888C0A435A08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789D1DD2-488C-347A-103E-69F4A9B953AC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9A3D6134-D879-8B60-F056-58E4CF9147D2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8960CD0A-F92E-21B5-3360-E144F52C87FE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7B469F50-AC3B-09CC-2770-0D5A14BEF334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CB2ACE9B-3D8F-FFCB-7D0E-04E5C1C9BE10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238B339-18A3-E93C-D5A3-4C63FB07AA9A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B4B553D3-468E-A386-AC12-829D79DAD480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3CDA5EDA-7231-24A1-3ED2-613DFEEF55EC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FBB9F7CC-3335-F7DE-DA60-E495001F4EEA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212EA485-D6CA-65FC-BAE6-F50AFDFF1CF8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B77FAF32-A947-3DE3-AD70-3DC51AEEB49D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314F7D2-16B7-63D1-59E1-4B26A939B3FD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2F3CDF67-99EB-19D9-D473-CA441BA82BA0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57BA76C7-EF34-DD91-7EB9-23DED56BF342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59F865D-77E2-F453-4D60-34A9CB1DD549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D00BB8F-EB86-F396-964C-B24C2FED5888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B300D56-939E-A820-593C-7B01EEFAD5FD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3DABE61B-6F5B-3CEF-5D48-4D5A42550311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D2ED5DB7-2213-41D2-5EEA-405B7E531C48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D04DECE5-B533-6AE4-736C-CCA28FC25AF5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DCFCE80A-1E14-9E1F-0012-89E765C41079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4777937F-9B1F-718D-02DB-1E46306BEC43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2A27E99D-C538-E04A-3240-8673824B73AA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A68C6B8E-E526-718D-9242-21576DD65C0B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9D20E869-21D5-0E07-ECCA-41BC59FC3A7A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3E861904-C34D-A21C-E3B2-4DC94595DADF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ACDA8657-C5EA-D986-E492-1AB692D9775B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D54C7C7D-FB5C-5F6B-A3E1-10BA569663D0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293971D9-677A-3635-717C-917F562800F9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C3738D09-70A0-E88A-A3AB-B0629353B320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A06C39C4-AA87-21B8-5B84-5FCE5B85766E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EEA728E8-DD18-2D40-009C-99A570900B08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4CED9084-8C37-B36B-DCEB-B57CD2A79F46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1395C53A-608E-5020-BAEA-2FDA98D12074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85D49A98-4F38-9B3C-74FF-BB545416A6FD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1290B546-079C-9A56-83F7-1580173897BA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5C59F65D-8707-6C1B-0C2A-E3F1936218C5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64C2803F-01A2-D2AF-4141-03F84A4A0581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ACA3091-6469-95CD-8095-1391851FD2CD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4043DBC6-29E1-0CDD-31CA-4788C78233A7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84CFD160-849A-3978-8A7E-DC1FB65AA4E6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D4AB8FDF-1B20-53F1-F28D-742D4A7DAF50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F694263-9623-0F82-88E5-EE854B56F741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7CA4CBA-1317-AE1E-BD80-6635D49134D8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D484F265-A7BA-18B8-9C36-A1DCAB0B2266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D1FBE48E-C00F-2E93-11E3-A9A3FE51A536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A2B1D316-8303-0E92-838D-52D28D120BBB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FB7F8CA2-1EB5-28CA-CED0-9A090780088F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18B79743-EDAA-7185-75C1-4274190CC5B7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CC410F08-8660-C78C-E690-ECE9A8EF7F00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075ADB92-E4FB-C652-EBF3-47D00F302A2C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72097353-6799-D852-EA1F-163D8488BD21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4B05F481-9C33-FF2A-2A21-908E16752FED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CF941D6F-1932-4788-8FF6-E3D3D98F606B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70FF5C94-9BC8-D92A-FD75-5383443DDC7C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88BD8043-B57E-39B0-38CD-A35D57BB31DC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7816DA58-17F0-E931-9EB5-6EA1874D218C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C302DE95-A8FA-E156-F001-7B5F54108FA1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EE0D4E5-E67A-6EDE-584B-448138EC8022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93DFA9C5-58D2-3CB9-6CE0-BFE4BC3DD080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8796E4D3-19FF-68E3-EA31-9680A6F7631C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27AC6D73-7563-AE5A-6074-75E74F97BA6B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C8A36889-11E7-8A94-DC56-0014DBF43ADB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F25891F8-4C7D-14DF-8F39-8BB66DFE04CC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25A1693D-36A8-507D-D2E9-2D26B2B1F6CB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F5B12356-CE0B-1743-3C81-DFC5D1D93B0A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A7F4BDBD-4DE8-EBA1-2441-47B343485FB6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628E51DF-5DA6-09D2-7679-82336F07A4B6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F0D6CA18-D974-9CB7-509F-0B228139D1E6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A9AEFD8E-9B46-42C1-E2D9-A7A020C6DE13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96697D38-BEDB-07A2-2DF1-45621EEC49BB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82DF1DA1-5CCF-703F-009A-A59C759758EE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DA324016-F108-40D8-BB4B-586F46466853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39AFAC7-F57E-7987-A0BF-87F0582281AE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14D16EAE-307A-87BA-FAF6-7E149862E5EE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EB233FA4-673A-4BEA-0D90-8D2AF0E2FE36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9B77C211-4980-60E7-869C-22BFFFCD5955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2C955FF-C62B-CAA3-7B1B-D0AC25C2BC76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029D375D-5E66-EFF2-7EE2-9C1758250EC8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76F7896B-2CE8-5958-57F4-5D68237E07A2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031441D7-6153-4ED2-3E57-3A3419E3C4CB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BE6852B1-5E24-31CD-64B6-B636CC815D74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8A283225-B9EE-B993-2CCA-99263324D7FC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71655EF2-8DFA-D226-764C-E8FC0A069400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21F9023-ED7F-AF38-839C-9626114A0F92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10C046E-CE3B-C9C8-8C63-3934093D5714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A879BB3-BA3B-1DAF-F0DA-4A7A162A353B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127E2279-C03F-B877-EA0C-DB74E12573AA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4F73B88-4152-89E7-EF5E-F26DC7B7116A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DFDC3B97-9A10-D2D3-79A6-0BB2523B7A38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DA0843B9-8B13-26B4-D454-B90FB86E7B6B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3CAAD8E4-B11C-F52E-74CA-F93141F23754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C3B1C8F8-2105-7D6B-A21C-801F897271B4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EF9FEFDC-885A-E964-3F2F-F4313497DECF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3A8EAF29-AE1B-5DAD-13EF-8D33BDBD2AA1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304DCA88-B318-F2C5-310A-EC2B8F8B06B4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ED14883A-2412-32C0-9CF2-A50EE9944752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2F2EAF25-F7D3-0139-BC81-C2056114B189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F004A0E7-E138-3A00-8A91-4873BB21C0DF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2B3FAE33-0F14-657E-29E1-B13CE54D913C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6C833A4E-AAAA-9DF7-0D64-013E4CEC3BBB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3B854C1B-1C63-E49F-5349-1CA527AB8C6C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D2FAAB2B-3F88-490A-E02C-21B4BBE125E1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6AFA7FB4-2D2A-91B0-3A8A-B82533F3C866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D0FD5092-F4E9-9CEA-A109-CC4A6C9460DF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B32B9E92-791B-EB05-597F-FBFC8FA1DDA6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5F7D8B4-58CC-4C0C-B0E0-339F46CC96EC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4AF4A8B9-3EDB-FD45-F06D-1C4A47B38620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B30288C3-C230-009D-6CB6-CDD35A501740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0C61FF51-E815-B15E-2470-6A7A37C0EC2D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90DADFC1-FFBB-1B44-D8E3-86DBA6D2F71A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D13D0DCD-8038-2A50-33FB-404145078E2C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0C72463F-E953-6CB2-62DF-540066BBE649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EB145CA6-26BA-75F1-97BA-554C13A4521B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7048B42-490D-5D6A-0999-AA5506B87913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E1B743D4-46F0-768D-E06B-3A878D45303C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6C1FE955-FACD-2C81-1F20-E7EEB420949D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21F0C191-725B-A42C-A84C-E846A642CD0E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3B6F4975-13F7-D24F-CAF2-B7EFA79909B9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5A2F64AF-FE4A-7042-D91F-F77E9B4A8855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855E536-C77F-E326-450D-ECEECC0332C1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F98EE7AE-18EB-5CF6-8283-A880F9694ACD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6C129235-97BC-431F-DBE7-2E45170DD4C1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F0DE0884-2F51-59AC-6869-C55C58DC6E70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ADDBC4F2-40A8-E1D0-BD48-E0CF391BF6D9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9219CF0D-BD89-74F8-CBDB-91A47FA639B0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B6F69848-B29A-86D6-6892-3727D566E63B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BF687E5-5E51-18F1-49B8-07491C74B86B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522F9D35-CC42-437F-3B8C-E016182D2EA1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111F8717-D933-85A3-EA32-B8CDCCA9211F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CA061AB8-2665-FFF0-CF0D-EF423DCB0F20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1039E33D-7586-11D9-3F6B-9362487AEB1D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0DC5CCB-12D5-953A-8EEA-FEDECAC5C9D9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6E07B827-0BE6-A1F5-B04E-C04F2B08E43A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12DD27FF-3AAD-3010-8B99-16743CCE14A8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AF381ED6-093D-71C9-A04A-001E494446BF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BE1C2428-3540-2EB9-D53A-1ABEA0D69799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A94C4BD-9844-B50C-0CD1-57D5AAD39D3C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A8944E79-3501-57FF-2EE7-B2C83D3E81A9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B853B7B1-994C-5DB8-1CC8-1A267D91738B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C5FD218A-3A0B-48E4-51E8-659C1FC15D7D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2CF500D5-D62F-3DF8-039F-706D8C5CF551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4C0DDE18-116F-47AF-8687-87B32D9C91DB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69B5A864-40F0-2FEE-03C7-714650FB5408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5297AA7-26E8-3FE8-3B3E-A3E1A25D65CB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8D2A225F-C1C7-A08F-C07B-B28D41C0B964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6FB40173-936B-F01D-1155-44CBCC425F28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7B030099-2DBC-4833-D047-512FC90FF218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29EAAE75-3ECE-DC33-30DB-37865903C93E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91CBF53A-0523-3131-A406-50CC47EB52BA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7DFB5EC3-1C7E-2288-05D1-4F3D897E0763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39073C93-3942-63B3-B6D2-2C0C6EAD75E6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CAF03B2D-F7CA-3D60-017B-8708F328FC10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19BA0311-EBEA-2D49-68C0-56A8F367C4EC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C25F8CF4-0E81-8049-FB92-0FF72DA73E79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DDFFBE91-D27B-FBA6-F19F-4FFBB217E14C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703F4634-DB03-AE58-5401-9E490280008B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0746EF8A-829B-F651-A168-427E5CDEC879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9D8217F-5B68-425C-0DF3-A589681C8599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D00A4688-C45F-AF95-4B25-F669AEDBFE87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0033D855-E408-0470-BA0A-B0C598C2AB34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EC13ABD1-A056-BE7C-BEA7-E013DB65ECCD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223CBE9-81D0-8047-195C-AEF2B786B891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46591206-9BE2-6257-46C6-63D947DD758B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7BE2C32-D91D-6D58-FD1D-E77DFD553134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0F1BC3F3-60E3-BEBA-AD4C-F048FDABDEB4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EC12AF96-1838-AE41-9C9E-6614F0877026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4A5FCC17-2DCC-C6EF-96D9-171E9D7C40D6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2EDB69CF-6FD0-1BE5-2B35-CDB1B43A130C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DB24C315-A99A-515D-EB81-A7D79094959C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77B43E3F-ADC4-3430-5EC8-D29D2CF99828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E47D1E6-AACB-A495-4602-10473DB7D7CD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082018C4-B857-E9A5-E11D-8EFCFAB9EF61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F677AF0B-D517-D1E4-A961-ADC6F825DA47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B2C6854C-6130-385B-13A2-322495F68593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4462610C-34B0-227B-D29B-A725F2828482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FB0D960E-61ED-A289-EE0D-27CEC61083B4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9E10E9C2-22F7-4712-1C94-04DA3E705C8B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1CB894A6-CBFE-A450-0A34-0C1D52B15543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58777536-967E-2AB0-1122-8CA4176F772D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DD5BFCE0-AE40-A336-5F32-99F0B5BB0434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7D208BB1-E8C2-00FC-1583-C37E03527083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916141E5-0F5A-C4AA-46AF-2EE572C07242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2A64CC1F-F541-0558-F098-553121BE2C0B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96F8C412-7D77-4290-FFE9-78AF5499DA6F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D65451D0-FD5B-9129-488F-B4869D54AD64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7782F125-E510-CE00-97D5-3B89FA9205FE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2D352323-BCDF-7BBD-0AB0-8FC50BCB9464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05C2021F-3D3D-96D8-E9C4-E48E8BCF00E5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8B44A4-03ED-E53A-4118-B09B73597BED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20A77F8D-72E1-C26F-04B2-CE55301F7FF8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6CE7DC3A-7D99-1E15-BF54-6E444F4D4866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C1361ECE-BE34-855C-A6E1-F87CC35D0B80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B20B0C2E-F3B9-0C37-5EAC-22B31209CBD0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A4B95B8C-F5F3-B053-4046-96852E8ED32C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57F584D0-CEA7-3226-CB7D-18021DBC6B07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C84F57E-D343-97B5-3035-4FD5E8C73CB5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C3DA6B41-A948-5C68-F93E-C8536E638343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6FE95F9B-7DC0-7E43-A88E-F3475B4D3272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58616A8C-A3D0-6D09-B98D-9E8C4E0FF782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F9DF325D-0F6C-5E98-3A82-51BF97F2857A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2C4B1AB0-B14D-4D24-E428-A938746B1001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3E6C964A-AA22-FF3C-4E3C-009ED6383133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23A1D705-A6F4-EB79-5093-C612A6188C49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32E623A8-473D-37A9-5E82-6F110896161A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788A30EE-DEC5-205F-98FE-423A19D9198B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AC63D9A-6DC6-4018-9202-650E785DA683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B44192F9-7F82-A04D-A62F-AB4D68518629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182DBD22-E724-9693-61A6-63A409EE84F2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E605F051-6C99-5A23-B427-10CC7DE827AF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F003EFE1-B178-09A4-BCB5-2854FD0DE689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39DCC721-9A4E-F76C-F0B4-D5A0F87CF5AF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A22D873E-BCD0-29CD-5D20-2E24104FED96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DD06B02F-F213-BC9E-B2A5-4680EDFEA993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69544FD6-9C5F-2B41-4993-01FC7586CFEE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7C98B7B0-0373-7993-AA4F-DF0A63C5CAA2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00D39CE2-D5F6-3C97-CCE8-63EB0C89D736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F12BA98A-03E5-22AF-700E-6D8C644D09F9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2BA6D792-0EFC-90D9-FBCB-1D84D7E13984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A72D312A-FE87-9656-FE88-A5F4F11B162C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5C369C04-DD45-4B0B-2242-1DD3E08E9531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99895835-025A-80D0-C1EA-70AD0488E4BE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19EBF3A8-B2EE-7C8C-BD23-A51901E22255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3298FE5C-B4B3-5905-865A-C433D01A6F95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763546FC-6D5E-C8DE-B8B4-8CBDC8EE1997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D91EA17E-AFE2-79A9-4817-DB58E4B932AA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6A5DDAD0-A8FF-2E85-16D8-A65596A4D40F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09A8BB9F-F7A7-2724-CB98-654EFE708DDF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0204BA0E-4ED7-C50F-9694-9BAB1BDCF76D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99BDF12C-21D9-47BB-5DB9-97389311B889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275583BA-7149-FAAC-B4C0-03C9F35F4743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FB35F1A-DB8F-ABAC-AF62-E7DD79236B5E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9062C436-F127-3941-6BF6-DF54241FC1BD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2EE6C0C9-3018-1706-C99C-0E90106D4DF8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B044B414-E80A-752E-CDC5-D78126C8A86C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CD08E2BE-F532-D8F8-E264-7326C966CA3E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B51E76A2-E8E4-4BF1-AF5A-30E9EA920132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A8E13CE-7396-007B-8D42-70F063617BBC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9FCF1D2A-4CE3-03C2-AF0C-686ECECCA4E9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9694C076-4086-5AA6-DA6F-7F5562E424AD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706FFE8A-4F2B-611C-8169-67969DE4A45D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A90C45CE-6E5D-C60A-BCA2-0FB9A954C181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E97AB788-C1B3-C766-0157-8F196455C849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89D365AA-ED7D-1EAE-E363-D6482624BCFC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73093CC1-FF27-BE99-E7CD-31A0CAB35963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251D3DB0-B8BD-E609-0E53-7CE7ECC4BD28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1F7ABD08-BA77-800A-3214-E5B4F85E6CDE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203C3E31-6A13-91F7-C6A8-7303C439A402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1A18AAAB-B847-8EF1-EEB4-A5D52CECFABD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85580362-2769-AAC4-0D96-C6B9475499E3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7DB38CE7-41D1-BCEB-6BB2-03BA9A0627C6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CE257232-71D2-D69C-A7DF-8D43513B05DA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EAF1CA40-4933-D779-2E46-F3001A410CD2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48D2A4A9-419E-7713-49C3-A3831FC6AD61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07836F97-FE92-7BEE-53FB-16851D68069D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8E727EC1-4AFC-0264-91B7-C614244417F4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A6C41209-6236-98BB-4276-A38474A003D8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74BE5EAD-C0DB-920E-6850-B0E1848A01F2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A0FAC5C1-AF3A-6498-823A-50BEEF9D7B53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7FCAE710-BF5A-A4F7-9BB6-61144313B745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58CCD0E2-A3B8-1A3C-94C2-4EF6FB5B5182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6A0B150D-2180-55BE-6A91-180865D49F57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10C2C437-150D-3A96-01A4-1A052A731DDA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D3DD3725-33D3-3291-2EB0-7E42024D10DF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C32AF0A2-BCE9-61AE-D88C-77517981D93F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E7F789CF-B29D-0715-4040-F679AA03CBD9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E9307B61-3E8D-1D94-040D-0E53363628F7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4740A42E-6242-9B01-1FB0-F8750CFAB9CB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3805DDF1-74C2-8976-254F-656D8E27EDA8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2BF09E86-FDEE-F489-251D-B4C743DFBD0D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13D3264-1DBC-A8F3-7DBF-099DAF1B8629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57578A15-EF47-8C81-168A-32C5012741A5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5BBAFCA8-7BDC-01DC-EDBC-7DE0E29BE9A0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72F3F962-2C20-5DEF-F04A-64C5A0162C86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ACB4BF9B-4469-CE10-B1DD-E808EB272515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8D173B72-A2A9-99B8-709D-74EA1350C89C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7C30922D-B831-724D-E4E1-16AC4A1056D8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77E419C1-955B-4D80-97D7-B159FE123D5A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682FE08A-451F-A409-7C96-F3E1BE76249D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7DA57926-518D-CD42-9B17-CAC330AE6707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66E3FA90-FE5B-C116-2C1E-ED48FED0E4E3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6E0A308C-51D3-8E73-9652-B9E15D90CFBA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F7B68403-4A4C-2476-E3B1-059B4DB9B6DB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FF484BE1-3CB6-9197-A9F0-352DB3D11947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42604C00-FF76-B584-71B4-53D1DDE9B253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0BC6CADA-FE35-6888-85EC-2B1E5D4229A6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97B33D00-67A2-9F51-2A6C-4BD117500CC5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3B91ECE-64EE-FD73-0933-D9445B694AAE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E674929A-9A87-71FD-28EA-DFC2AA623341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591F8BBF-B452-F3DC-9ECD-4FBD47864C80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E1A45A08-A0AB-9D20-2121-94C975C3DEAE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C9940D03-5703-1E2C-84E2-25D3C46D12F1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4F52A524-70B0-113D-14A9-7E0E4AE5F17A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C2D5CC28-AF2D-417F-391E-ACDFECD00DF1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127277F2-7F84-9159-4DA0-E0E7C86DCA4E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E2184E0B-5449-CAAE-405B-61D8978988C3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B1DD1E0E-A54B-8345-FCA2-AC9DC2670850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C9E22A0A-0724-CBA5-C0F9-E26781AE6878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2713A6A-D868-9F6E-C170-E8570F3A1EE8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F79609C5-65D6-B888-9A41-AF92E717476C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18DE2CC7-2985-924B-3E0E-524EBD63DE36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A3F372D9-9B78-E678-67EF-14CBFFAA53D8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C70B782D-9FC6-1B81-DB88-21AF55998092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42777C07-E9D1-CB94-05F4-8FA6B911FE5F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E843DB6E-CF8D-BEA6-D756-D48426AFA8D4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6C640304-A3FE-160E-3306-5508ED9D1B52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18C5B402-ABA9-FFE5-7766-641B3AE48773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6CC648FD-23EC-265D-6F8A-456A249C4413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5E078B05-7F28-97C1-48A2-ACD8438763E6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BBB94C78-4240-ABDB-0512-8B07314E7DFC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EBC7C163-8DE0-C955-4AEA-CF2B4C75AA7B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AA815A7C-C555-6D36-154B-4BFB292A72BD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1E6023B6-9F3A-0FBA-2C3F-83AA5D62CA36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A04FBE33-3BD4-4994-C615-2DEAEFD6F6A3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508168B5-E94D-414E-6C4D-64AF6B67E347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DBDC0229-7AD0-DE25-3CA3-D031F571BEAA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94C51C1B-881A-ABEF-80B8-42E490F961EB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092F3D5D-CA27-0E92-522C-49C9405A67A7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6F37AC26-8CFC-8AFF-9900-1DD8715A04A8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853904F0-157F-50BA-D922-C6D54A90FF70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4DED33AC-7F81-70BD-5D12-4A033F11FCDE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0B952BEA-1E1E-EDB1-C659-755C9759DADD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13B76EB0-371A-74AC-A41D-614859B0FE53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C857E3DD-C246-68F4-DB7E-FFA7DDCA2F78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D56D4390-51CC-D339-2515-847248F27DD5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E6FBC73B-F117-12F3-7E77-2CD1EBEEF9FB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B4B1ADDC-61D5-B2CF-DEDF-FA7ACCCB0E8B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3CBD8135-1C33-F5F0-8729-33068347E880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18AB9F0D-C718-E22D-B72F-D74DBE467ABE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ACD0D844-DE38-91FC-13D9-26E8C421E538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1DD3A39-6CBB-AB43-BC75-FB62FE5D937D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3DBF34F2-734B-2BB3-7B81-C65ED2D03E8F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7E1EFE5B-6E8D-1441-B7CD-E775C8883F6C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9E0F31FD-1048-0DC8-AE1E-56FEC17506F6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CEE309A1-6FA9-F0B3-0EE9-BA093202F334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B519D2B8-4127-19F1-95E4-9E8B7A09F685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B35FE217-643E-BE14-6B98-D3203910DCE9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19C172F3-6CE3-1C30-8BFC-9D8237D23F2E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0E85804C-DD92-725C-88D0-1C6BA66FFA1E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05725683-673E-519C-5EC8-3136DCE65B90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1A285E3C-78F0-723C-C8EA-BE0D974A3133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B62DB126-44A4-FCD7-223C-637CFB65C755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003A2D7F-9E11-A385-6E08-F8163BB8E14F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3840A112-3156-CB66-A21C-106C68E94709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D39DACC2-7666-8D35-C400-010B32B2CBDF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13AAB5B7-D00E-8298-B574-D8F81EE1EE1B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4BB789A2-5CC3-9D0F-C00A-1947003C3B6A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0E3E7ACA-EDD0-F5FC-A369-8B3C8258DC97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0B4EBB5-378F-E7AA-ED6C-CEC326577DD5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3A88DCCB-BCD5-7F44-FA95-DAA688B47BA6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80B3AB0C-0F22-7130-AF1A-A2973BA0E38E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E1893CD5-9852-9C39-B58C-20515C4DA702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4E49BFF6-F943-AC0F-D68D-F42DA25B6AF0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745418AA-66B9-FD82-C00D-678FC2357A11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C9E400EB-DC43-E7EE-914C-7A60197F9514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8D246B6C-7437-5FDE-BB62-846B781700B2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73FC0292-C641-2766-B433-3988992C1272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E7BC09A0-A5C9-81A0-9A82-CB80F5CAF7F4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5A67EB29-781C-9F56-C081-BBD59F8FAB99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EA181017-A1B0-A8BE-2A7B-EDE1B30993D1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E48CD034-7F36-0977-F485-791DD72F58A9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0F64ACC1-F972-C031-5C40-3E1BF0096EAD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0A50A7B7-317D-384C-0A19-C408FEA4F06D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BD94F6A4-E6F0-8F39-A1FC-78F6CB50D130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EA66357D-61D4-F9EC-7A42-4857DCD63B82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48CBE2EA-A3C3-C290-0F5D-DCC3139DDCE6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04305DF5-FD08-C7E3-5FE4-E0B34B0106D8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2BCC93F2-4F90-8811-D088-732C321454CA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7724DF88-2EDD-88CD-AF69-0CD3C239B49F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C7CB0448-B174-FBAA-8E1D-6F38B34FE5B0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B8286928-5C9C-59EB-8172-18657A56437C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E4F39DD7-D605-688E-3B6B-E527CA57F36E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CF642F78-9670-7BDB-D69E-E6CF7C69A502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BA825588-7203-F1EE-0166-4EF574A1E915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DE3AA250-0803-8593-B68A-FFD6E01D070F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D09E09BC-AB88-B014-62C2-95B6FE4BDA79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8E6A296E-3129-F3CB-EFE8-57716BA4B848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B4F67473-7ACD-BCFE-E8F9-52E81B204D3D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E96B6268-3F36-0A1D-7831-86732941F322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4D8B4368-BECE-94E5-2FA7-1C1670A0683C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75A6ABBB-D29E-1FD2-2A2D-6B82F49E9E03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804BA251-7999-1901-6751-9E8E3D5E35FB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93CD1B5E-0C4C-F53F-6A21-8C98D4B8A4E3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3C7665C4-EE4E-E115-8974-8D617FFBD9EC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DEB336E8-6864-168A-26B7-9913B5B93271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054961E8-CF33-344F-56AA-F1F897D36BCD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B91A4CDB-30ED-CA51-05E7-D43FCD4EADD0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0384E606-A504-D34E-7AF7-2C876297B32D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5F9B002A-8C95-5B98-9E11-013A8905F84C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0564D9E5-1E17-C3CB-DFCB-6CA9DB08A10B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FA4672FC-441D-7BAC-E785-E9FA5A9B2D54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1DFE8A30-F015-747A-F42D-55CA8EE567ED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B4D7A765-2B08-C717-C391-05CF912948F4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C1DCEA2-2C06-A89E-553C-F24AA10C1430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FE852EF9-C1BE-4ADD-E379-6D60F0F462A0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6EE776E5-B2F4-0878-DDA4-812BA1736169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0513FA1C-5150-0FCE-EFEF-3AABADE2FB1D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B38B61BE-2969-8134-E9FB-0415EF1B3834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9605B9BD-694F-9AEB-5F3E-4E7C12E26C3C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BF267DD-67B7-B4F9-496F-9D75728B9CF5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F8CECFED-41FF-CDCD-CC23-E789A02B56DE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C155C23D-ACE6-F67B-E4F0-DDBEA53AD9F5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29D96685-91F5-85EF-9043-96B34CA035BF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BF2195C9-B797-4546-D394-7ECC98E99CE0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14E5E78-1EE9-3087-B5F2-F7AFFE22219E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9FC39466-8DF4-16A3-E8E3-62D665040DD9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80C00CBE-B3F8-5EAE-D5D9-71594154F229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F55409F1-EC9A-24D7-63DD-097E82DE279E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FD09C7A7-1371-7DA1-6391-D18410E50951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90AA901-EC99-B1DD-A5D5-720CC9916598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A88E50D8-873C-3C37-22FB-0F9C559FF005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5DAC6E88-6A20-36E2-A26A-F0C871EAB618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45EE278B-4492-5AEA-DE70-AAC5B31CC0A9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34F19E12-66BD-5B93-E426-201E9D364E61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BDE689F0-B05E-FF38-F205-26BDE1B0E5D5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B0B427B0-958D-CDD3-7040-2E06CA1B5D6D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4A1AE089-2A13-39AC-6465-AB3FCAABC76D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7851C13B-1AF7-A523-3276-39DBA651F57B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DCA4BE9E-CFB5-496C-9DD1-718B7E79532F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29A6B4C3-7C2F-CF18-F80F-C2AAA8C27697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FA5FFC9-9ADD-C9BF-24C8-9804902B59BB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8D7481E-5BCA-4894-EDAC-0AE4DA808CC2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580C1995-B40C-5EB3-F83B-F5BB1D780CD7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6FD33C40-ECCC-B908-65B1-FD6C5AC8717D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A09582DD-B645-0EB8-9196-44B8013E4077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66B8BAFA-CADB-4FE8-7995-84AE503E16CE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DF6A457C-3FBE-ADAB-D939-E960B47490B0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10CB8693-3305-C511-08B1-AA6FB7F28CA0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44E7B9BF-204F-0DE1-C915-34E7DF0EAD52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C9DB12C1-28AF-D0F6-4394-D3A0D903C7B8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7AA12BA2-FEAA-BE71-0E18-06E0F286B3A9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5DEDA3DC-44B5-8176-B54F-2453009E2EC6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90ABB426-BF2B-7113-400F-0809E106BB6C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961515F0-C6C4-C361-7DC0-B69045E33232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02FD4862-C14F-CFB8-B151-D4FA839B8556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6DE72688-5D97-0429-846A-1411455F2A4B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A8767239-67D1-B001-0ADD-8726505F4673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CE044558-CDBF-B493-8573-7B672CC2C483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43868DD5-FDD5-8440-7020-3F33838BF39D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8DFA8B41-EEF9-AC70-52A7-DF94CD18703F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958D472B-70D9-2956-F166-33EEFF36A335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0E1002E1-89E7-61DA-F65C-C8CFF98C973E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A63209A3-2739-6CAC-AB2E-BC175592F70C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3F7E0C5-FB75-5C35-A23D-D7737B0B983E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0DD2C07B-9979-A92A-02D0-57E39BF406E2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6BCB0403-C792-E0E3-FCAE-5F8E7E8585AB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DBE8F8C1-1747-F5B7-E5A3-76255C889BE3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A3905DC7-FFAB-E976-A774-884F4B32F62B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2C1EF670-837D-712A-3188-E2D69A205800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2085CA05-5978-8ABE-9C3C-283721EEB4AC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A228979D-39B5-7A1A-7429-7E39834B4A47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CC8EF471-2211-55C4-4CF1-0FCBA3F66E1B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81C309CC-7863-CD1C-D3C6-309B3E47BB48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4E0A296-6CC2-7507-A342-D0858BA30FFF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0EF55203-B388-CE26-0D45-BFFC21BDD963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09BC9F2A-D2F2-F5BE-F4C6-947F706AF93F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DA6680FF-8A3F-91F4-33FE-ED1E187A8342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9E1A0DCC-B7B2-8311-C26D-2D878787E9FB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6A82D99-8A2A-5563-7B83-9507E1239A02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1494FDF-6880-1156-E66C-6975385DAD70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0F2A2852-70BB-FA98-A5C4-C479D159E782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A95A20F9-63B9-6534-5A86-B962E084C21F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89B10F7F-401F-7762-D896-EBB3E96D68C2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1588B5EB-7BAC-B1A7-2175-04B89929C9A5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85BD76F6-FC8A-6CD7-A004-50780CDC8DC9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F6535597-E6FB-C58F-A0EB-2E17152B271F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C4F98A84-B0D4-DB10-8D9E-E9F17A59EDB0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F03FB2A4-3013-B79B-89B1-0D8658A42351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9D8F5920-8B68-BCDE-D422-659036B41D56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800DCBD2-9312-9C87-C5AE-B9FB8ED4FD94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7858E6CE-FA50-121D-60CE-8257CBB76243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4D25A469-E9BF-FA95-2D71-3CEFEA02B7A6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DD186DCF-88DB-75D1-68D5-C4C153587A83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4FCAA8C4-8423-558E-E2D7-D71686E6D1D1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B9771944-FFBA-31F4-FBC1-3A71C0C23DA4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62492AC8-489B-B248-1B01-D8C1435ADC27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1541A5ED-E626-F1C4-AD2F-BBC78A4DCCC5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87070B92-548A-A5FC-BDE9-4433B18613BC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5CC78966-5A46-D688-F84E-1B26B6C55AA8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585E297F-1F3B-9A6E-CC78-F88004F50149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01AA9C17-2E11-FB3C-7B43-B8DBBA844776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206F2832-EE5A-D010-A60A-422CD5177F94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AA708B55-B3A1-4A0F-CC48-343DEFA2F00F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796C10DC-F110-572F-EF1E-3FEF6923963B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D4F55757-EB30-52EA-4EC3-CFA250B11B71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F73C0641-7760-DCCE-50C6-32F103B75605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E51B3705-1B73-E2BE-75E8-287646291369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BAEFDE8A-2194-7AE5-A972-EB8150103873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B9DF0B97-5DE3-893E-7730-30E87666C482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A5DA5442-8EC4-DA23-9E8E-9715093B98FF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AEC7D8AD-361D-E3E7-2B47-E0C2CE45D071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0091665B-3F14-EAFE-7372-99F084EA8459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CFE450D3-6DBF-45AA-F9B6-9B0634062AA0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50A16B8-3966-3F85-4E29-16CEAB945A89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3B1D24A7-518A-9D43-AC2C-BC7B7C4D1691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ABC9CF1-E5F0-EA41-7DE7-67A219BC3A51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A22CEB96-E6D9-9CDB-C763-190ECB226B1E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37902FA7-2510-5DC2-6230-7541B0A7D4CD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8F7B21DB-9760-E394-9453-ABA7A28E96B9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C3461E19-A165-B3A5-FFAD-92577E67AE02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37D1459D-E39D-70F0-7572-2D644CA25FA6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AB04A115-9D4E-03D6-D3D2-B59B6E98571A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E8E23F0-D713-2712-C1E9-D23BBFC0C437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D36AAB19-19F1-901A-5769-8C64274AE7FD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B9F75468-DD4B-4021-7281-CEDEEE30CEDB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EE033FE8-7254-D96A-375F-84D54B06DDB0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DB988CCA-8BB3-C2F3-F678-E739A715E0F0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59C9661-9657-1EC5-078E-0844189D3414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362090E7-3035-91C0-F640-7092BB152283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DC26518A-B870-8EED-2F5B-4B73A8248B2F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65A5EE8-06B1-348D-9EEE-6E0C60E0015E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136870E4-6676-A008-164B-91C7C46C68E3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B3BFC9D6-3D4B-42ED-C41E-713FAB792160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9CD575A8-EEEB-D9B9-E0A8-D55792410809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BD151C3D-8901-437F-BEB9-356751A4C50C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0E1AECCB-49E4-35B4-0294-A8A8CFD1C6EE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81960FD7-CBC8-8BD6-77C8-8D930FCF8A7D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D0B249CA-D552-BC97-8E0D-E4D3B507686D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8441AC6F-8B03-E007-DCE1-A53B0580AFB3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2240451C-1D50-3B0E-BC19-62A5043C39E2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405B5377-D742-C776-8874-90B0BAA96322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D63656BC-620E-4205-5B0F-967FE3E55607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E13429CE-FFAC-8202-316E-D6598D5E0B3D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EBD97C56-9BE8-3FE9-A58B-553D7D572FCE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A3AE5871-5B58-7C0E-A4A1-EE36E70CD180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90566830-02BD-9361-D0BF-8F0A180C7A7C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1028EC7B-1963-CFC1-3794-7A09B5978B4E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5742B230-DE5B-5FB3-2231-91908E6B7FAB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B3BA1DAB-3E93-78B6-395D-A17AB50BD1FE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91B19898-A3C3-7E30-D533-2B12F5412C8F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A92CC625-B672-45E6-8BB7-4BBD554B6785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D4770E36-3C06-D610-D37B-F643E99914E5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852F06F3-F27C-4965-F1B3-46726D284BAC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8852C28D-DC3D-0517-EEC7-5E0EAF51C491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D908913B-8482-E440-540A-EB3D88ECA1A4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FF83F7A6-F652-FED3-778A-CC1F0C5A3179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AFAD5C3B-DF93-DE19-4F9A-6E0CA1F90D55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4812E3AA-A117-3C4A-3227-2D7E5AEEFFDB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6542BAB4-4F96-8D83-3FBB-4AD1C007526D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4CD4BDF-AF35-5647-259C-629425FCC61E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E7565B58-40B4-D866-2832-26EE19985D26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D90D4AC0-4915-736E-C0E9-D9BD6852A7E5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A1BBB052-F219-4827-17C8-3431C71319C9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3C59D560-968F-4EEB-FD89-23E8DEF93427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B859D61E-B209-E7CC-2314-9CE5C89A6341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8FB3CAB1-2C7B-9F94-081F-A7DC02EB3EFA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9F677C95-3853-EE79-63CF-A78A1FC7A8E0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14F152F-E2C6-E96A-5092-B463CC45F4A1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9BEA32B-124E-8BBF-43F3-FE9D6AB3A565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32097F61-A2CB-EEDF-365B-5CE4B0DC1207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A84FE58A-2502-67E3-3463-F47BC12E4127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75A2FB74-B3FD-DD68-278C-447434332B03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128DEBC1-1630-19A8-3BBA-7BC280B44C83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5626C8E9-B796-7915-089E-BF12D367E6E7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01FEEE64-254E-B4D0-3C9B-4859DB4A491D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AEF297E6-29F8-D58F-A75D-EACF33A1B87F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EC9169EB-F922-8BCA-C958-9629DD1ECB78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C43E6288-59A1-95C6-1E4B-6A9AFCBE5C0F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5190324B-FFC4-D164-97D9-9C1ABB7DD184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F84D4296-54EB-4776-6BF3-F5194D4312F2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794235B1-B7E3-4B04-711F-EB726808AA3D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2ED075A4-D930-5FDC-D821-3D98BC04E920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A2A17680-D4A7-3CCB-1142-9288C8744242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D1C3A86C-9E3B-F23A-9E17-22F3D07742DA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6343F90F-62A0-D76C-B714-CBE4A017F121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B5F8FC3-B698-6234-778E-BED2E31AF471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B8CED43-A8C5-A337-FE81-A919AD560A94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F8F0B60B-0859-64DB-6B85-B81E683CF12C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811C259E-93C9-DAC2-A7DD-FCAD5CA91106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C6F03C85-7BE3-C025-F1C1-889025368DB5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300FC6EF-E8FB-943D-84A5-3D1990535214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A5A026B1-968F-B18B-0194-112FF51F2F8E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A1F689B-5405-B820-90BF-C931FE29F651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3CEAE3A8-3B84-6E0F-DE9A-92432FE80B85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85F86AD1-2C94-C60F-0A44-103523411E02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2C248CC1-355F-C752-983D-F396E8994BA2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D3749A06-42FE-CDEC-2C7E-F30E2133939B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B2358774-E7E1-20A1-6A39-262E8E4FC3E8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BC3E79AD-3C0E-AC5C-A148-320961F4C8EE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834583CE-CAD1-0A88-3777-A1707999A894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C08E68CE-C371-AB45-F1AF-364041CD1114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6A4216D6-2C67-9517-DDCD-70DF9EB0BA8D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51C8AEA9-1F54-FBD0-3A85-7CB90D0C4EBF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DB22EFDB-3E41-DB3F-5496-0813A0259815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A2644A3C-67B2-9963-E996-CE62568E1567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8EE231C0-6BA3-8F8C-F9FA-3F7EBB450B9A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60675A61-BA3C-5798-4D5F-C651AD862BE2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01B393C1-ABF0-340D-869C-A192417C9359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1C50E9CE-05C1-0D9D-6D9D-A3DF36623D2A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B1D48B5D-CA1A-720D-8484-37B06096EBD3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ABE0B332-1F49-FAE5-C121-8CECDAA521C0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7F34EA42-2025-5517-0753-9D5E75EA8C9B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D7C65AE1-D464-AFE0-6BCE-5E359320DE0F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0B31C344-8ED4-3D5C-5EA7-81949F25A006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20A873E7-AB7B-FA93-9EAB-2C6042F95C7F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69BF599B-42EC-846D-DED0-478F76968547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E8887758-D64E-A830-F52F-FD87EF99D2EF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D9D296E8-6380-7CA2-53DC-CDF2E4396192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C1BC8180-FF0C-2662-F02D-D19F313A9813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B907DB75-3601-EDC6-8C82-2E8C18E9BF5C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7475413C-FDA3-B4B8-41E5-CA8C957D3866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A7CF8F34-DABE-F2FF-9CB4-93D7EBB0FADF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D6EBEF35-0424-AE01-7B14-66C5EE4F1CA7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5875B119-0077-B745-EB1E-08065AA3FE80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70B7B5B3-957D-5440-6845-9FF402767744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FD793418-9AF3-6E86-9F94-DE2C2B9157E3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B476FD89-B195-4023-3E29-3F83C944C2E6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D5559D93-0188-7426-CDCA-53164D6C6489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ADD5EEB9-E7D5-FB0F-FBC4-1C06F5C128D2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D2A45048-F681-07E9-B36E-BCD11DB6D6C4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EC9E8D61-CFDC-91D6-411C-96C44E7BAC2A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AE9DFFF8-1429-63C4-51DE-D0BDC54A232A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A1016433-8657-A501-9772-1ACE7B32060D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4E185BE2-7FF5-DFA1-8479-25111B79940A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1C4A9D45-C9E7-4C05-0F75-68E8CD5A844B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57A63F61-0543-3526-9680-BE7EFEE09619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55F351F6-444F-BD9C-0AF6-8E2C468D231B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2E331910-0CF6-636E-61C9-5065F606A7BD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E07FB2DA-A177-D8FC-DB72-6980D4F62AC9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7B124A4B-272C-61E5-CC10-9F0213240259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C38AE058-6D95-C0CA-E2A7-E590BB909533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1CD6E277-E54C-C5F7-9C7E-8F24CAAAAED7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46826D4C-0CAB-D1DC-9099-5E76D5A835A2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2587C88B-5D84-AA76-DD27-4E1A554C298D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5DB50FF8-3A4A-E29A-7581-4AADA8084689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C4450FB1-CF0D-BC8C-CAEB-8F3130A01FFF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56DB74F3-5904-92FC-1673-09DAC56E4D3D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BA04D38D-DB29-14FC-5415-56F44B6DE261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F5D86A04-082B-5165-2288-4782C3FE238C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A4009B8C-B0C9-863A-5F7A-DE7933AAF1F4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C5EFADC7-8920-9FF4-CFAC-B2B222D8777B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157FE1B7-1EA3-C850-3D89-8D46EB2C5490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0A208D0F-0863-C71E-BB54-6FAAD3E6E205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DE0712B7-2B25-7372-37A8-BAA862D44317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91DCDFAD-B41A-057C-3694-FAAFAAEC81D5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79645D77-587D-B603-BBF6-69A3427D170E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7FA03AF2-9C4A-4D86-1610-47FE44009D45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94C6E1B2-8868-6B05-3B31-856ED1B3F4AF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B058900E-B2EF-FE23-D56A-940BD3A17F0B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3799973E-78A0-F91C-D082-AC31D8EF42CA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3F22D3F4-C841-35C0-41CB-A22FBDE25216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9CF6043C-FAA2-CBE2-FD21-729D46404A6B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42D13530-6CFA-9FF9-BAAF-44BFBE0847F2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D155C4DB-13D6-8B58-1C34-4E48FD489749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81492AC6-75DD-7499-AAF6-1DEA44D4A442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7C927CB6-2C88-0C98-689A-0C2B4F578600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35F3CF0A-0C81-9EBD-220C-E9D853594E5F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5CFD1212-E10C-6C5F-F596-85D86987C478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BC615CB0-3689-DFF2-DB52-CF718F8181AD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B2342F53-CEE0-B68D-DBB6-7CAB07E56D43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99CFFC35-57E7-C2E4-C634-523B6CEC28BB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4E56B027-596A-BE0B-D954-A3AB53486ADA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77DCC322-7979-0A5D-D9CC-0BB9E33754A9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A8B0F04C-75F0-5CC8-B67A-4CF80BD5730D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47582C21-372E-AC4E-1DC3-E0599E5D28D4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ACEEA4C1-FF06-0639-DC26-AFA82DCBF1E0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0FCB581E-537D-874C-4162-255E8BF2CBC3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E5F1E4F4-C849-2542-34A5-AAEEACD2FDE0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6123859B-0D8D-FCE1-2298-BB89DA3DD95F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0C5DDD02-DB35-DD33-EF3A-0D8B98DB6B4C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B8787039-4EA9-3559-CB60-FA05F971B5EF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D0659635-9E67-F2B0-A3E0-86B5781110AA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631C5817-EBF6-5906-F273-B132B88A5158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E1BD6EEE-E03F-D9A2-AEEA-134502324E3D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2057DD35-A6F5-2ACA-4650-96742A4266EA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27DA3950-03E6-4E48-A858-DC8C58E56D3A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AEE8AB52-F4BF-C1F5-A12B-7F1F230F4288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C6A90810-0000-3F5C-2F17-7AB2708EA7B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8EF898C5-2DB3-088F-3A72-B495F2D0BB55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0BB4CEE2-E96D-E594-8C3C-B728005F1CA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DCC7A0A4-29BA-0E65-08D1-04F760EB283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CAB1AD68-F032-CE85-A7B2-00E45134BA1B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730D1DE1-3CD8-954F-6298-DD886DF42AC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38F1EA12-1FD8-4F65-B712-13FC8DA9FBDF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20A7CFB1-B04E-C645-16AA-614B5EB65E96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293092A9-7AB6-9C6B-7617-686EA37C4E0E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EBA75C99-D3C3-7636-5975-3616DA99D53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9FFF53B3-8E30-0999-D32B-49DB3046CDBB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68D4959A-3702-29F5-1C03-5C6EF9D39D18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55BFDEA6-CC3B-D8DF-6F21-8037DDE2921B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1D748796-9514-DD3C-4A62-7DC4CF70FF3F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88AA90FD-AE46-CA36-217F-D8652FA9AE0A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F0865CD9-5605-0DD4-FD9E-445F6865B995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E9D558B9-44EA-0A41-BA6E-889AC1BD6C55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1772DBEE-DE82-704B-98E8-B7A339A65175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6158FC67-4247-B2CF-5F10-4D35018FB20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47073A15-1D00-553D-75A9-A2E294A5AC42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5F55F9BD-4397-C175-4B27-81C69CAE6BCF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2C69BE6D-B874-BABB-2768-07315AE02CAC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7160D9A9-0EC2-7105-16C7-CC30B384348F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264B3E89-DC3A-3350-8D11-BC1090C8561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CE7EB613-713A-44BD-B8AC-CDB267C469B8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676B37C1-5142-B322-BAA5-FD53A5077452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3645B11C-8394-7B47-3629-78051946BC6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Interfaces et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98C04E66-5D78-FCCE-9648-94BFEE037519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82988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E5591B-E722-17B9-E640-8787F374C9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0C91A6EC-7C2F-6F68-F349-30B112A192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INTERFACES ET Périmètre applicatif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E9E8CDAB-9268-2268-538A-4A6BB125F9B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3BC8AB9-144D-9719-9B3E-F0FEF76CDC5E}"/>
              </a:ext>
            </a:extLst>
          </p:cNvPr>
          <p:cNvSpPr txBox="1"/>
          <p:nvPr/>
        </p:nvSpPr>
        <p:spPr>
          <a:xfrm>
            <a:off x="507244" y="1114039"/>
            <a:ext cx="11318995" cy="52475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/>
              <a:t>INTÉGRATION ENTRE L’ERP ET L’ÉCOSYSTÈME APPLICATIF – PRÉCISIONS.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Ce RFI porte principalement sur le périmètre fonctionnel de l’ERP : besoins métiers et capacités à gérer les volumétries de données et transactions.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L’approche concernant l’interfaçage avec les systèmes existants est opportuniste : identifier des connecteurs standards et directs avec l’ERP candidat.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À ce stade de conception du </a:t>
            </a:r>
            <a:r>
              <a:rPr lang="fr-FR" sz="1000" err="1"/>
              <a:t>core</a:t>
            </a:r>
            <a:r>
              <a:rPr lang="fr-FR" sz="1000"/>
              <a:t> model, les solutions susceptibles maintenues ou décommissionnées ne sont pas encore définies.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cap="all"/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/>
              <a:t>MIDDLEWARES.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 groupe s’appuie actuellement sur des middlewares (qui s’adaptent aux différents outils) pour faciliter l’interfaçage entre ses systèmes. 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cap="all"/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/>
              <a:t>CRM – Hors périmètre.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Du fait de leurs historiques respectifs, Beaumanoir et </a:t>
            </a:r>
            <a:r>
              <a:rPr lang="fr-FR" sz="1000" err="1"/>
              <a:t>Boardriders</a:t>
            </a:r>
            <a:r>
              <a:rPr lang="fr-FR" sz="1000"/>
              <a:t> disposent de deux systèmes CRM : Salesforce et </a:t>
            </a:r>
            <a:r>
              <a:rPr lang="fr-FR" sz="1000" err="1"/>
              <a:t>Zoho</a:t>
            </a:r>
            <a:r>
              <a:rPr lang="fr-FR" sz="1000"/>
              <a:t>. Ces deux systèmes sont considérés maintenus pour la suite.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 périmètre CRM / gestion de la relation client – au-delà des données référentielles connues de l’ERP – est hors périmètre.  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cap="all">
              <a:ea typeface="+mj-ea"/>
              <a:cs typeface="+mj-cs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>
                <a:ea typeface="+mj-ea"/>
                <a:cs typeface="+mj-cs"/>
              </a:rPr>
              <a:t>WMS – HORS périmètre.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La gestion des entrepôts est sous-traitée à différents prestataires (avec une centralisation progressive des opérations chez C-Log), qui disposent de leurs WMS.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L’ERP s’interfacera avec ces solutions pour l’envoi et la réception de données (commandes, états détaillés et mouvements de stocks, etc.), mais n’a pas vocation à les remplacer.</a:t>
            </a:r>
          </a:p>
          <a:p>
            <a:pPr marL="0" lvl="1" fontAlgn="base">
              <a:spcBef>
                <a:spcPts val="100"/>
              </a:spcBef>
              <a:spcAft>
                <a:spcPts val="100"/>
              </a:spcAft>
            </a:pPr>
            <a:endParaRPr lang="fr-FR" sz="1000" b="1"/>
          </a:p>
          <a:p>
            <a:pPr marL="0" lvl="1"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000" b="1" cap="all">
                <a:ea typeface="+mj-ea"/>
                <a:cs typeface="+mj-cs"/>
              </a:rPr>
              <a:t>TMS ET TRANSPORT – HORS périmètre.</a:t>
            </a:r>
          </a:p>
          <a:p>
            <a:pPr marL="171450" lvl="1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La gestion du transport est assurée par l'entrepôt : pas de TMS requis dans le périmètre.</a:t>
            </a:r>
          </a:p>
          <a:p>
            <a:pPr marL="171450" lvl="1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Aucune interface attendue avec un outil TMS externe.</a:t>
            </a:r>
          </a:p>
          <a:p>
            <a:pPr marL="0" lvl="1" fontAlgn="base">
              <a:spcBef>
                <a:spcPts val="100"/>
              </a:spcBef>
              <a:spcAft>
                <a:spcPts val="100"/>
              </a:spcAft>
            </a:pPr>
            <a:endParaRPr lang="fr-FR" sz="1000" b="1"/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/>
              <a:t>FINANCE ET COMPTABILITE – Hors périmètre.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 choix de SAP FICO sur le périmètre Finance et Comptabilité n’est pas remis à cause, ces domaines métiers sont donc hors périmètre.</a:t>
            </a:r>
          </a:p>
          <a:p>
            <a:pPr marL="171450" indent="-28575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u="sng"/>
              <a:t>A noter</a:t>
            </a:r>
            <a:r>
              <a:rPr lang="fr-FR" sz="1000"/>
              <a:t> : une réflexion pourra être menée, dans le cadre des deux projets, sur la répartition des rôles entre les deux systèmes en matière d’ADV / de gestion des factures (l’ERP Opérations achat/vente disposant de toutes les données pour la création de factures de vente). </a:t>
            </a: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000" b="1"/>
              <a:t>DEMATERIALISATION FACTURES.</a:t>
            </a:r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BASWARE utilisé aujourd’hui et pourrait constituer la PDP de demain (dont contrôle des factures et envoi des Bonnes à Payer vers SAP).</a:t>
            </a:r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</p:txBody>
      </p:sp>
    </p:spTree>
    <p:extLst>
      <p:ext uri="{BB962C8B-B14F-4D97-AF65-F5344CB8AC3E}">
        <p14:creationId xmlns:p14="http://schemas.microsoft.com/office/powerpoint/2010/main" val="8148441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2636EA-C06C-C9EC-66DD-8DBC053F4C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E300D30-0E9E-7567-93DA-A9728281149F}"/>
              </a:ext>
            </a:extLst>
          </p:cNvPr>
          <p:cNvSpPr/>
          <p:nvPr/>
        </p:nvSpPr>
        <p:spPr>
          <a:xfrm>
            <a:off x="5902960" y="5349240"/>
            <a:ext cx="6289040" cy="34855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 algn="l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fr-FR" sz="1000" b="1">
              <a:solidFill>
                <a:srgbClr val="1A1C3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FD041413-00E8-7707-14E3-69BD24BF44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SOMMAIRE</a:t>
            </a:r>
          </a:p>
        </p:txBody>
      </p:sp>
      <p:grpSp>
        <p:nvGrpSpPr>
          <p:cNvPr id="5" name="Graphique 157" descr="Cercles assortis">
            <a:extLst>
              <a:ext uri="{FF2B5EF4-FFF2-40B4-BE49-F238E27FC236}">
                <a16:creationId xmlns:a16="http://schemas.microsoft.com/office/drawing/2014/main" id="{183D92DF-1528-0059-E5DF-FEB438682990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136583" y="1610504"/>
            <a:ext cx="2902789" cy="2889665"/>
            <a:chOff x="436164" y="1252285"/>
            <a:chExt cx="2902789" cy="2889665"/>
          </a:xfrm>
          <a:solidFill>
            <a:schemeClr val="bg1">
              <a:lumMod val="8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EE1CB6AF-6D55-D442-05A0-BEDFA7C50B58}"/>
                </a:ext>
              </a:extLst>
            </p:cNvPr>
            <p:cNvSpPr/>
            <p:nvPr/>
          </p:nvSpPr>
          <p:spPr>
            <a:xfrm>
              <a:off x="1998604" y="1257317"/>
              <a:ext cx="74755" cy="66893"/>
            </a:xfrm>
            <a:custGeom>
              <a:avLst/>
              <a:gdLst>
                <a:gd name="connsiteX0" fmla="*/ 707 w 74755"/>
                <a:gd name="connsiteY0" fmla="*/ 37862 h 66893"/>
                <a:gd name="connsiteX1" fmla="*/ 38218 w 74755"/>
                <a:gd name="connsiteY1" fmla="*/ 66893 h 66893"/>
                <a:gd name="connsiteX2" fmla="*/ 38218 w 74755"/>
                <a:gd name="connsiteY2" fmla="*/ 66893 h 66893"/>
                <a:gd name="connsiteX3" fmla="*/ 72548 w 74755"/>
                <a:gd name="connsiteY3" fmla="*/ 43438 h 66893"/>
                <a:gd name="connsiteX4" fmla="*/ 64056 w 74755"/>
                <a:gd name="connsiteY4" fmla="*/ 4887 h 66893"/>
                <a:gd name="connsiteX5" fmla="*/ 63972 w 74755"/>
                <a:gd name="connsiteY5" fmla="*/ 4851 h 66893"/>
                <a:gd name="connsiteX6" fmla="*/ 17001 w 74755"/>
                <a:gd name="connsiteY6" fmla="*/ 0 h 66893"/>
                <a:gd name="connsiteX7" fmla="*/ 16917 w 74755"/>
                <a:gd name="connsiteY7" fmla="*/ 24 h 66893"/>
                <a:gd name="connsiteX8" fmla="*/ 707 w 74755"/>
                <a:gd name="connsiteY8" fmla="*/ 37862 h 66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5" h="66893">
                  <a:moveTo>
                    <a:pt x="707" y="37862"/>
                  </a:moveTo>
                  <a:cubicBezTo>
                    <a:pt x="4082" y="55196"/>
                    <a:pt x="20558" y="66893"/>
                    <a:pt x="38218" y="66893"/>
                  </a:cubicBezTo>
                  <a:lnTo>
                    <a:pt x="38218" y="66893"/>
                  </a:lnTo>
                  <a:cubicBezTo>
                    <a:pt x="53387" y="66893"/>
                    <a:pt x="67601" y="57773"/>
                    <a:pt x="72548" y="43438"/>
                  </a:cubicBezTo>
                  <a:cubicBezTo>
                    <a:pt x="77713" y="28487"/>
                    <a:pt x="73383" y="14177"/>
                    <a:pt x="64056" y="4887"/>
                  </a:cubicBezTo>
                  <a:cubicBezTo>
                    <a:pt x="64032" y="4863"/>
                    <a:pt x="64008" y="4851"/>
                    <a:pt x="63972" y="4851"/>
                  </a:cubicBezTo>
                  <a:cubicBezTo>
                    <a:pt x="48392" y="2976"/>
                    <a:pt x="32727" y="1379"/>
                    <a:pt x="17001" y="0"/>
                  </a:cubicBezTo>
                  <a:cubicBezTo>
                    <a:pt x="16977" y="0"/>
                    <a:pt x="16941" y="0"/>
                    <a:pt x="16917" y="24"/>
                  </a:cubicBezTo>
                  <a:cubicBezTo>
                    <a:pt x="4917" y="7645"/>
                    <a:pt x="-2377" y="22015"/>
                    <a:pt x="707" y="3786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653BF212-FF97-6D10-67DB-45A31832A213}"/>
                </a:ext>
              </a:extLst>
            </p:cNvPr>
            <p:cNvSpPr/>
            <p:nvPr/>
          </p:nvSpPr>
          <p:spPr>
            <a:xfrm>
              <a:off x="1602827" y="1267696"/>
              <a:ext cx="74741" cy="56526"/>
            </a:xfrm>
            <a:custGeom>
              <a:avLst/>
              <a:gdLst>
                <a:gd name="connsiteX0" fmla="*/ 36277 w 74741"/>
                <a:gd name="connsiteY0" fmla="*/ 56527 h 56526"/>
                <a:gd name="connsiteX1" fmla="*/ 37644 w 74741"/>
                <a:gd name="connsiteY1" fmla="*/ 56527 h 56526"/>
                <a:gd name="connsiteX2" fmla="*/ 74732 w 74741"/>
                <a:gd name="connsiteY2" fmla="*/ 21108 h 56526"/>
                <a:gd name="connsiteX3" fmla="*/ 68611 w 74741"/>
                <a:gd name="connsiteY3" fmla="*/ 60 h 56526"/>
                <a:gd name="connsiteX4" fmla="*/ 68490 w 74741"/>
                <a:gd name="connsiteY4" fmla="*/ 0 h 56526"/>
                <a:gd name="connsiteX5" fmla="*/ 1186 w 74741"/>
                <a:gd name="connsiteY5" fmla="*/ 11721 h 56526"/>
                <a:gd name="connsiteX6" fmla="*/ 1089 w 74741"/>
                <a:gd name="connsiteY6" fmla="*/ 11818 h 56526"/>
                <a:gd name="connsiteX7" fmla="*/ 0 w 74741"/>
                <a:gd name="connsiteY7" fmla="*/ 20237 h 56526"/>
                <a:gd name="connsiteX8" fmla="*/ 36277 w 74741"/>
                <a:gd name="connsiteY8" fmla="*/ 56527 h 5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1" h="56526">
                  <a:moveTo>
                    <a:pt x="36277" y="56527"/>
                  </a:moveTo>
                  <a:lnTo>
                    <a:pt x="37644" y="56527"/>
                  </a:lnTo>
                  <a:cubicBezTo>
                    <a:pt x="57482" y="56527"/>
                    <a:pt x="74272" y="40946"/>
                    <a:pt x="74732" y="21108"/>
                  </a:cubicBezTo>
                  <a:cubicBezTo>
                    <a:pt x="74913" y="13306"/>
                    <a:pt x="72627" y="6048"/>
                    <a:pt x="68611" y="60"/>
                  </a:cubicBezTo>
                  <a:cubicBezTo>
                    <a:pt x="68587" y="24"/>
                    <a:pt x="68538" y="0"/>
                    <a:pt x="68490" y="0"/>
                  </a:cubicBezTo>
                  <a:cubicBezTo>
                    <a:pt x="45870" y="3375"/>
                    <a:pt x="23443" y="7306"/>
                    <a:pt x="1186" y="11721"/>
                  </a:cubicBezTo>
                  <a:cubicBezTo>
                    <a:pt x="1137" y="11734"/>
                    <a:pt x="1101" y="11770"/>
                    <a:pt x="1089" y="11818"/>
                  </a:cubicBezTo>
                  <a:cubicBezTo>
                    <a:pt x="436" y="14528"/>
                    <a:pt x="0" y="17322"/>
                    <a:pt x="0" y="20237"/>
                  </a:cubicBezTo>
                  <a:cubicBezTo>
                    <a:pt x="-12" y="40281"/>
                    <a:pt x="16234" y="56527"/>
                    <a:pt x="36277" y="565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A711231-D2F2-28EA-309D-3FA33851F4B9}"/>
                </a:ext>
              </a:extLst>
            </p:cNvPr>
            <p:cNvSpPr/>
            <p:nvPr/>
          </p:nvSpPr>
          <p:spPr>
            <a:xfrm>
              <a:off x="2097550" y="1267692"/>
              <a:ext cx="74757" cy="56529"/>
            </a:xfrm>
            <a:custGeom>
              <a:avLst/>
              <a:gdLst>
                <a:gd name="connsiteX0" fmla="*/ 37737 w 74757"/>
                <a:gd name="connsiteY0" fmla="*/ 56530 h 56529"/>
                <a:gd name="connsiteX1" fmla="*/ 37737 w 74757"/>
                <a:gd name="connsiteY1" fmla="*/ 56530 h 56529"/>
                <a:gd name="connsiteX2" fmla="*/ 61228 w 74757"/>
                <a:gd name="connsiteY2" fmla="*/ 46901 h 56529"/>
                <a:gd name="connsiteX3" fmla="*/ 73664 w 74757"/>
                <a:gd name="connsiteY3" fmla="*/ 11821 h 56529"/>
                <a:gd name="connsiteX4" fmla="*/ 73567 w 74757"/>
                <a:gd name="connsiteY4" fmla="*/ 11725 h 56529"/>
                <a:gd name="connsiteX5" fmla="*/ 6262 w 74757"/>
                <a:gd name="connsiteY5" fmla="*/ 3 h 56529"/>
                <a:gd name="connsiteX6" fmla="*/ 6129 w 74757"/>
                <a:gd name="connsiteY6" fmla="*/ 64 h 56529"/>
                <a:gd name="connsiteX7" fmla="*/ 1702 w 74757"/>
                <a:gd name="connsiteY7" fmla="*/ 31514 h 56529"/>
                <a:gd name="connsiteX8" fmla="*/ 37737 w 74757"/>
                <a:gd name="connsiteY8" fmla="*/ 56530 h 5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7" h="56529">
                  <a:moveTo>
                    <a:pt x="37737" y="56530"/>
                  </a:moveTo>
                  <a:lnTo>
                    <a:pt x="37737" y="56530"/>
                  </a:lnTo>
                  <a:cubicBezTo>
                    <a:pt x="46507" y="56530"/>
                    <a:pt x="54987" y="53058"/>
                    <a:pt x="61228" y="46901"/>
                  </a:cubicBezTo>
                  <a:cubicBezTo>
                    <a:pt x="75575" y="32760"/>
                    <a:pt x="76059" y="21765"/>
                    <a:pt x="73664" y="11821"/>
                  </a:cubicBezTo>
                  <a:cubicBezTo>
                    <a:pt x="73651" y="11773"/>
                    <a:pt x="73615" y="11737"/>
                    <a:pt x="73567" y="11725"/>
                  </a:cubicBezTo>
                  <a:cubicBezTo>
                    <a:pt x="51309" y="7321"/>
                    <a:pt x="28870" y="3390"/>
                    <a:pt x="6262" y="3"/>
                  </a:cubicBezTo>
                  <a:cubicBezTo>
                    <a:pt x="6214" y="-9"/>
                    <a:pt x="6165" y="15"/>
                    <a:pt x="6129" y="64"/>
                  </a:cubicBezTo>
                  <a:cubicBezTo>
                    <a:pt x="371" y="8664"/>
                    <a:pt x="-1830" y="19853"/>
                    <a:pt x="1702" y="31514"/>
                  </a:cubicBezTo>
                  <a:cubicBezTo>
                    <a:pt x="6359" y="46877"/>
                    <a:pt x="21673" y="56530"/>
                    <a:pt x="37737" y="5653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E1A91218-6801-8AC7-4029-6B2322ED32C9}"/>
                </a:ext>
              </a:extLst>
            </p:cNvPr>
            <p:cNvSpPr/>
            <p:nvPr/>
          </p:nvSpPr>
          <p:spPr>
            <a:xfrm>
              <a:off x="1899661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7660 w 74755"/>
                <a:gd name="connsiteY4" fmla="*/ 677 h 71937"/>
                <a:gd name="connsiteX5" fmla="*/ 29890 w 74755"/>
                <a:gd name="connsiteY5" fmla="*/ 0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8798"/>
                    <a:pt x="63216" y="4766"/>
                    <a:pt x="47660" y="677"/>
                  </a:cubicBezTo>
                  <a:cubicBezTo>
                    <a:pt x="41745" y="435"/>
                    <a:pt x="35830" y="169"/>
                    <a:pt x="29890" y="0"/>
                  </a:cubicBezTo>
                  <a:cubicBezTo>
                    <a:pt x="12907" y="3036"/>
                    <a:pt x="0" y="17794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BD57964-FDD1-447E-C9AD-561642E5E875}"/>
                </a:ext>
              </a:extLst>
            </p:cNvPr>
            <p:cNvSpPr/>
            <p:nvPr/>
          </p:nvSpPr>
          <p:spPr>
            <a:xfrm>
              <a:off x="2196492" y="1284764"/>
              <a:ext cx="71771" cy="39458"/>
            </a:xfrm>
            <a:custGeom>
              <a:avLst/>
              <a:gdLst>
                <a:gd name="connsiteX0" fmla="*/ 36292 w 71771"/>
                <a:gd name="connsiteY0" fmla="*/ 39459 h 39458"/>
                <a:gd name="connsiteX1" fmla="*/ 38469 w 71771"/>
                <a:gd name="connsiteY1" fmla="*/ 39459 h 39458"/>
                <a:gd name="connsiteX2" fmla="*/ 71759 w 71771"/>
                <a:gd name="connsiteY2" fmla="*/ 17588 h 39458"/>
                <a:gd name="connsiteX3" fmla="*/ 71674 w 71771"/>
                <a:gd name="connsiteY3" fmla="*/ 17407 h 39458"/>
                <a:gd name="connsiteX4" fmla="*/ 281 w 71771"/>
                <a:gd name="connsiteY4" fmla="*/ 0 h 39458"/>
                <a:gd name="connsiteX5" fmla="*/ 124 w 71771"/>
                <a:gd name="connsiteY5" fmla="*/ 121 h 39458"/>
                <a:gd name="connsiteX6" fmla="*/ 36292 w 71771"/>
                <a:gd name="connsiteY6" fmla="*/ 39459 h 3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1" h="39458">
                  <a:moveTo>
                    <a:pt x="36292" y="39459"/>
                  </a:moveTo>
                  <a:lnTo>
                    <a:pt x="38469" y="39459"/>
                  </a:lnTo>
                  <a:cubicBezTo>
                    <a:pt x="53384" y="39459"/>
                    <a:pt x="66182" y="30447"/>
                    <a:pt x="71759" y="17588"/>
                  </a:cubicBezTo>
                  <a:cubicBezTo>
                    <a:pt x="71795" y="17516"/>
                    <a:pt x="71747" y="17431"/>
                    <a:pt x="71674" y="17407"/>
                  </a:cubicBezTo>
                  <a:cubicBezTo>
                    <a:pt x="48110" y="11020"/>
                    <a:pt x="24305" y="5214"/>
                    <a:pt x="281" y="0"/>
                  </a:cubicBezTo>
                  <a:cubicBezTo>
                    <a:pt x="221" y="48"/>
                    <a:pt x="184" y="73"/>
                    <a:pt x="124" y="121"/>
                  </a:cubicBezTo>
                  <a:cubicBezTo>
                    <a:pt x="-1618" y="21532"/>
                    <a:pt x="15244" y="39459"/>
                    <a:pt x="36292" y="394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BD76BA8B-984F-99E2-5529-7E47B9B73412}"/>
                </a:ext>
              </a:extLst>
            </p:cNvPr>
            <p:cNvSpPr/>
            <p:nvPr/>
          </p:nvSpPr>
          <p:spPr>
            <a:xfrm>
              <a:off x="1701758" y="1257361"/>
              <a:ext cx="74752" cy="66861"/>
            </a:xfrm>
            <a:custGeom>
              <a:avLst/>
              <a:gdLst>
                <a:gd name="connsiteX0" fmla="*/ 671 w 74752"/>
                <a:gd name="connsiteY0" fmla="*/ 37661 h 66861"/>
                <a:gd name="connsiteX1" fmla="*/ 38242 w 74752"/>
                <a:gd name="connsiteY1" fmla="*/ 66861 h 66861"/>
                <a:gd name="connsiteX2" fmla="*/ 38242 w 74752"/>
                <a:gd name="connsiteY2" fmla="*/ 66861 h 66861"/>
                <a:gd name="connsiteX3" fmla="*/ 72511 w 74752"/>
                <a:gd name="connsiteY3" fmla="*/ 43503 h 66861"/>
                <a:gd name="connsiteX4" fmla="*/ 58189 w 74752"/>
                <a:gd name="connsiteY4" fmla="*/ 210 h 66861"/>
                <a:gd name="connsiteX5" fmla="*/ 57343 w 74752"/>
                <a:gd name="connsiteY5" fmla="*/ 5 h 66861"/>
                <a:gd name="connsiteX6" fmla="*/ 11195 w 74752"/>
                <a:gd name="connsiteY6" fmla="*/ 4771 h 66861"/>
                <a:gd name="connsiteX7" fmla="*/ 10396 w 74752"/>
                <a:gd name="connsiteY7" fmla="*/ 5158 h 66861"/>
                <a:gd name="connsiteX8" fmla="*/ 671 w 74752"/>
                <a:gd name="connsiteY8" fmla="*/ 37661 h 6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52" h="66861">
                  <a:moveTo>
                    <a:pt x="671" y="37661"/>
                  </a:moveTo>
                  <a:cubicBezTo>
                    <a:pt x="3973" y="55080"/>
                    <a:pt x="20521" y="66861"/>
                    <a:pt x="38242" y="66861"/>
                  </a:cubicBezTo>
                  <a:lnTo>
                    <a:pt x="38242" y="66861"/>
                  </a:lnTo>
                  <a:cubicBezTo>
                    <a:pt x="53363" y="66861"/>
                    <a:pt x="67540" y="57789"/>
                    <a:pt x="72511" y="43503"/>
                  </a:cubicBezTo>
                  <a:cubicBezTo>
                    <a:pt x="78729" y="25625"/>
                    <a:pt x="71386" y="8799"/>
                    <a:pt x="58189" y="210"/>
                  </a:cubicBezTo>
                  <a:cubicBezTo>
                    <a:pt x="57947" y="53"/>
                    <a:pt x="57633" y="-20"/>
                    <a:pt x="57343" y="5"/>
                  </a:cubicBezTo>
                  <a:cubicBezTo>
                    <a:pt x="41895" y="1359"/>
                    <a:pt x="26509" y="2932"/>
                    <a:pt x="11195" y="4771"/>
                  </a:cubicBezTo>
                  <a:cubicBezTo>
                    <a:pt x="10892" y="4807"/>
                    <a:pt x="10614" y="4940"/>
                    <a:pt x="10396" y="5158"/>
                  </a:cubicBezTo>
                  <a:cubicBezTo>
                    <a:pt x="2473" y="13238"/>
                    <a:pt x="-1724" y="24996"/>
                    <a:pt x="671" y="376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1DEEBC52-522A-5D8D-47D2-97931117511B}"/>
                </a:ext>
              </a:extLst>
            </p:cNvPr>
            <p:cNvSpPr/>
            <p:nvPr/>
          </p:nvSpPr>
          <p:spPr>
            <a:xfrm>
              <a:off x="1800712" y="1252285"/>
              <a:ext cx="74755" cy="71937"/>
            </a:xfrm>
            <a:custGeom>
              <a:avLst/>
              <a:gdLst>
                <a:gd name="connsiteX0" fmla="*/ 0 w 74755"/>
                <a:gd name="connsiteY0" fmla="*/ 35648 h 71937"/>
                <a:gd name="connsiteX1" fmla="*/ 36289 w 74755"/>
                <a:gd name="connsiteY1" fmla="*/ 71937 h 71937"/>
                <a:gd name="connsiteX2" fmla="*/ 38467 w 74755"/>
                <a:gd name="connsiteY2" fmla="*/ 71937 h 71937"/>
                <a:gd name="connsiteX3" fmla="*/ 74756 w 74755"/>
                <a:gd name="connsiteY3" fmla="*/ 35648 h 71937"/>
                <a:gd name="connsiteX4" fmla="*/ 44866 w 74755"/>
                <a:gd name="connsiteY4" fmla="*/ 0 h 71937"/>
                <a:gd name="connsiteX5" fmla="*/ 27096 w 74755"/>
                <a:gd name="connsiteY5" fmla="*/ 677 h 71937"/>
                <a:gd name="connsiteX6" fmla="*/ 0 w 74755"/>
                <a:gd name="connsiteY6" fmla="*/ 35648 h 7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55" h="71937">
                  <a:moveTo>
                    <a:pt x="0" y="35648"/>
                  </a:moveTo>
                  <a:cubicBezTo>
                    <a:pt x="0" y="55692"/>
                    <a:pt x="16246" y="71937"/>
                    <a:pt x="36289" y="71937"/>
                  </a:cubicBezTo>
                  <a:lnTo>
                    <a:pt x="38467" y="71937"/>
                  </a:lnTo>
                  <a:cubicBezTo>
                    <a:pt x="58510" y="71937"/>
                    <a:pt x="74756" y="55692"/>
                    <a:pt x="74756" y="35648"/>
                  </a:cubicBezTo>
                  <a:cubicBezTo>
                    <a:pt x="74756" y="17806"/>
                    <a:pt x="61849" y="3036"/>
                    <a:pt x="44866" y="0"/>
                  </a:cubicBezTo>
                  <a:cubicBezTo>
                    <a:pt x="38926" y="169"/>
                    <a:pt x="33011" y="435"/>
                    <a:pt x="27096" y="677"/>
                  </a:cubicBezTo>
                  <a:cubicBezTo>
                    <a:pt x="11528" y="4766"/>
                    <a:pt x="0" y="18798"/>
                    <a:pt x="0" y="356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F56F8993-A2F7-5780-22A1-AD2D0D2DC40C}"/>
                </a:ext>
              </a:extLst>
            </p:cNvPr>
            <p:cNvSpPr/>
            <p:nvPr/>
          </p:nvSpPr>
          <p:spPr>
            <a:xfrm>
              <a:off x="1506854" y="1284776"/>
              <a:ext cx="71769" cy="39446"/>
            </a:xfrm>
            <a:custGeom>
              <a:avLst/>
              <a:gdLst>
                <a:gd name="connsiteX0" fmla="*/ 33302 w 71769"/>
                <a:gd name="connsiteY0" fmla="*/ 39446 h 39446"/>
                <a:gd name="connsiteX1" fmla="*/ 35479 w 71769"/>
                <a:gd name="connsiteY1" fmla="*/ 39446 h 39446"/>
                <a:gd name="connsiteX2" fmla="*/ 71647 w 71769"/>
                <a:gd name="connsiteY2" fmla="*/ 145 h 39446"/>
                <a:gd name="connsiteX3" fmla="*/ 71454 w 71769"/>
                <a:gd name="connsiteY3" fmla="*/ 0 h 39446"/>
                <a:gd name="connsiteX4" fmla="*/ 97 w 71769"/>
                <a:gd name="connsiteY4" fmla="*/ 17395 h 39446"/>
                <a:gd name="connsiteX5" fmla="*/ 12 w 71769"/>
                <a:gd name="connsiteY5" fmla="*/ 17576 h 39446"/>
                <a:gd name="connsiteX6" fmla="*/ 33302 w 71769"/>
                <a:gd name="connsiteY6" fmla="*/ 39446 h 3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9" h="39446">
                  <a:moveTo>
                    <a:pt x="33302" y="39446"/>
                  </a:moveTo>
                  <a:lnTo>
                    <a:pt x="35479" y="39446"/>
                  </a:lnTo>
                  <a:cubicBezTo>
                    <a:pt x="56515" y="39446"/>
                    <a:pt x="73377" y="21544"/>
                    <a:pt x="71647" y="145"/>
                  </a:cubicBezTo>
                  <a:cubicBezTo>
                    <a:pt x="71563" y="85"/>
                    <a:pt x="71526" y="60"/>
                    <a:pt x="71454" y="0"/>
                  </a:cubicBezTo>
                  <a:cubicBezTo>
                    <a:pt x="47442" y="5214"/>
                    <a:pt x="23649" y="11008"/>
                    <a:pt x="97" y="17395"/>
                  </a:cubicBezTo>
                  <a:cubicBezTo>
                    <a:pt x="24" y="17419"/>
                    <a:pt x="-24" y="17504"/>
                    <a:pt x="12" y="17576"/>
                  </a:cubicBezTo>
                  <a:cubicBezTo>
                    <a:pt x="5589" y="30435"/>
                    <a:pt x="18387" y="39446"/>
                    <a:pt x="33302" y="394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C10ADD3F-798E-3AB0-7B69-7240D090B1EC}"/>
                </a:ext>
              </a:extLst>
            </p:cNvPr>
            <p:cNvSpPr/>
            <p:nvPr/>
          </p:nvSpPr>
          <p:spPr>
            <a:xfrm>
              <a:off x="1504362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8913410-2350-B441-73B7-E0715562D4A3}"/>
                </a:ext>
              </a:extLst>
            </p:cNvPr>
            <p:cNvSpPr/>
            <p:nvPr/>
          </p:nvSpPr>
          <p:spPr>
            <a:xfrm>
              <a:off x="2394890" y="1345103"/>
              <a:ext cx="72844" cy="55278"/>
            </a:xfrm>
            <a:custGeom>
              <a:avLst/>
              <a:gdLst>
                <a:gd name="connsiteX0" fmla="*/ 37424 w 72844"/>
                <a:gd name="connsiteY0" fmla="*/ 55278 h 55278"/>
                <a:gd name="connsiteX1" fmla="*/ 37969 w 72844"/>
                <a:gd name="connsiteY1" fmla="*/ 55278 h 55278"/>
                <a:gd name="connsiteX2" fmla="*/ 72843 w 72844"/>
                <a:gd name="connsiteY2" fmla="*/ 27360 h 55278"/>
                <a:gd name="connsiteX3" fmla="*/ 72770 w 72844"/>
                <a:gd name="connsiteY3" fmla="*/ 27214 h 55278"/>
                <a:gd name="connsiteX4" fmla="*/ 5937 w 72844"/>
                <a:gd name="connsiteY4" fmla="*/ 9 h 55278"/>
                <a:gd name="connsiteX5" fmla="*/ 5780 w 72844"/>
                <a:gd name="connsiteY5" fmla="*/ 58 h 55278"/>
                <a:gd name="connsiteX6" fmla="*/ 651 w 72844"/>
                <a:gd name="connsiteY6" fmla="*/ 26356 h 55278"/>
                <a:gd name="connsiteX7" fmla="*/ 37424 w 72844"/>
                <a:gd name="connsiteY7" fmla="*/ 55278 h 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44" h="55278">
                  <a:moveTo>
                    <a:pt x="37424" y="55278"/>
                  </a:moveTo>
                  <a:lnTo>
                    <a:pt x="37969" y="55278"/>
                  </a:lnTo>
                  <a:cubicBezTo>
                    <a:pt x="55024" y="55278"/>
                    <a:pt x="69238" y="43327"/>
                    <a:pt x="72843" y="27360"/>
                  </a:cubicBezTo>
                  <a:cubicBezTo>
                    <a:pt x="72855" y="27299"/>
                    <a:pt x="72818" y="27239"/>
                    <a:pt x="72770" y="27214"/>
                  </a:cubicBezTo>
                  <a:cubicBezTo>
                    <a:pt x="50767" y="17610"/>
                    <a:pt x="28485" y="8537"/>
                    <a:pt x="5937" y="9"/>
                  </a:cubicBezTo>
                  <a:cubicBezTo>
                    <a:pt x="5877" y="-15"/>
                    <a:pt x="5816" y="9"/>
                    <a:pt x="5780" y="58"/>
                  </a:cubicBezTo>
                  <a:cubicBezTo>
                    <a:pt x="1014" y="7412"/>
                    <a:pt x="-1200" y="16582"/>
                    <a:pt x="651" y="26356"/>
                  </a:cubicBezTo>
                  <a:cubicBezTo>
                    <a:pt x="3917" y="43496"/>
                    <a:pt x="19969" y="55278"/>
                    <a:pt x="37424" y="5527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E1436CC2-86CF-E43F-B07F-43B621F131A5}"/>
                </a:ext>
              </a:extLst>
            </p:cNvPr>
            <p:cNvSpPr/>
            <p:nvPr/>
          </p:nvSpPr>
          <p:spPr>
            <a:xfrm>
              <a:off x="170225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39CA8BF1-943A-225F-3EDA-00040C8299B4}"/>
                </a:ext>
              </a:extLst>
            </p:cNvPr>
            <p:cNvSpPr/>
            <p:nvPr/>
          </p:nvSpPr>
          <p:spPr>
            <a:xfrm>
              <a:off x="1801208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4378103-DC13-9377-9A5B-AA571B29DADE}"/>
                </a:ext>
              </a:extLst>
            </p:cNvPr>
            <p:cNvSpPr/>
            <p:nvPr/>
          </p:nvSpPr>
          <p:spPr>
            <a:xfrm>
              <a:off x="2098054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-12" y="55559"/>
                    <a:pt x="16016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39FF09C1-C42A-7DD7-4020-EA58511892AA}"/>
                </a:ext>
              </a:extLst>
            </p:cNvPr>
            <p:cNvSpPr/>
            <p:nvPr/>
          </p:nvSpPr>
          <p:spPr>
            <a:xfrm>
              <a:off x="1307381" y="1345115"/>
              <a:ext cx="72852" cy="55265"/>
            </a:xfrm>
            <a:custGeom>
              <a:avLst/>
              <a:gdLst>
                <a:gd name="connsiteX0" fmla="*/ 34877 w 72852"/>
                <a:gd name="connsiteY0" fmla="*/ 55266 h 55265"/>
                <a:gd name="connsiteX1" fmla="*/ 35458 w 72852"/>
                <a:gd name="connsiteY1" fmla="*/ 55266 h 55265"/>
                <a:gd name="connsiteX2" fmla="*/ 72194 w 72852"/>
                <a:gd name="connsiteY2" fmla="*/ 26356 h 55265"/>
                <a:gd name="connsiteX3" fmla="*/ 67066 w 72852"/>
                <a:gd name="connsiteY3" fmla="*/ 58 h 55265"/>
                <a:gd name="connsiteX4" fmla="*/ 66908 w 72852"/>
                <a:gd name="connsiteY4" fmla="*/ 9 h 55265"/>
                <a:gd name="connsiteX5" fmla="*/ 76 w 72852"/>
                <a:gd name="connsiteY5" fmla="*/ 27214 h 55265"/>
                <a:gd name="connsiteX6" fmla="*/ 3 w 72852"/>
                <a:gd name="connsiteY6" fmla="*/ 27360 h 55265"/>
                <a:gd name="connsiteX7" fmla="*/ 34877 w 72852"/>
                <a:gd name="connsiteY7" fmla="*/ 55266 h 5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52" h="55265">
                  <a:moveTo>
                    <a:pt x="34877" y="55266"/>
                  </a:moveTo>
                  <a:lnTo>
                    <a:pt x="35458" y="55266"/>
                  </a:lnTo>
                  <a:cubicBezTo>
                    <a:pt x="52901" y="55266"/>
                    <a:pt x="68941" y="43496"/>
                    <a:pt x="72194" y="26356"/>
                  </a:cubicBezTo>
                  <a:cubicBezTo>
                    <a:pt x="74057" y="16582"/>
                    <a:pt x="71844" y="7412"/>
                    <a:pt x="67066" y="58"/>
                  </a:cubicBezTo>
                  <a:cubicBezTo>
                    <a:pt x="67029" y="9"/>
                    <a:pt x="66969" y="-15"/>
                    <a:pt x="66908" y="9"/>
                  </a:cubicBezTo>
                  <a:cubicBezTo>
                    <a:pt x="44348" y="8537"/>
                    <a:pt x="22067" y="17610"/>
                    <a:pt x="76" y="27214"/>
                  </a:cubicBezTo>
                  <a:cubicBezTo>
                    <a:pt x="15" y="27239"/>
                    <a:pt x="-9" y="27299"/>
                    <a:pt x="3" y="27360"/>
                  </a:cubicBezTo>
                  <a:cubicBezTo>
                    <a:pt x="3596" y="43315"/>
                    <a:pt x="17821" y="55266"/>
                    <a:pt x="34877" y="5526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DD866BE4-AE4E-2BE9-3169-40C227BCD4CF}"/>
                </a:ext>
              </a:extLst>
            </p:cNvPr>
            <p:cNvSpPr/>
            <p:nvPr/>
          </p:nvSpPr>
          <p:spPr>
            <a:xfrm>
              <a:off x="1405413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BBAE6329-D10B-B4B6-9DD8-133D3552C174}"/>
                </a:ext>
              </a:extLst>
            </p:cNvPr>
            <p:cNvSpPr/>
            <p:nvPr/>
          </p:nvSpPr>
          <p:spPr>
            <a:xfrm>
              <a:off x="1603299" y="1328782"/>
              <a:ext cx="73764" cy="71586"/>
            </a:xfrm>
            <a:custGeom>
              <a:avLst/>
              <a:gdLst>
                <a:gd name="connsiteX0" fmla="*/ 37971 w 73764"/>
                <a:gd name="connsiteY0" fmla="*/ 0 h 71586"/>
                <a:gd name="connsiteX1" fmla="*/ 35793 w 73764"/>
                <a:gd name="connsiteY1" fmla="*/ 0 h 71586"/>
                <a:gd name="connsiteX2" fmla="*/ 0 w 73764"/>
                <a:gd name="connsiteY2" fmla="*/ 35793 h 71586"/>
                <a:gd name="connsiteX3" fmla="*/ 35793 w 73764"/>
                <a:gd name="connsiteY3" fmla="*/ 71587 h 71586"/>
                <a:gd name="connsiteX4" fmla="*/ 37971 w 73764"/>
                <a:gd name="connsiteY4" fmla="*/ 71587 h 71586"/>
                <a:gd name="connsiteX5" fmla="*/ 73764 w 73764"/>
                <a:gd name="connsiteY5" fmla="*/ 35793 h 71586"/>
                <a:gd name="connsiteX6" fmla="*/ 37971 w 73764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716DE2B4-20E4-2822-0CB4-92BA8817ECE9}"/>
                </a:ext>
              </a:extLst>
            </p:cNvPr>
            <p:cNvSpPr/>
            <p:nvPr/>
          </p:nvSpPr>
          <p:spPr>
            <a:xfrm>
              <a:off x="2196991" y="1328795"/>
              <a:ext cx="73764" cy="71586"/>
            </a:xfrm>
            <a:custGeom>
              <a:avLst/>
              <a:gdLst>
                <a:gd name="connsiteX0" fmla="*/ 35793 w 73764"/>
                <a:gd name="connsiteY0" fmla="*/ 71587 h 71586"/>
                <a:gd name="connsiteX1" fmla="*/ 37971 w 73764"/>
                <a:gd name="connsiteY1" fmla="*/ 71587 h 71586"/>
                <a:gd name="connsiteX2" fmla="*/ 73764 w 73764"/>
                <a:gd name="connsiteY2" fmla="*/ 35793 h 71586"/>
                <a:gd name="connsiteX3" fmla="*/ 37971 w 73764"/>
                <a:gd name="connsiteY3" fmla="*/ 0 h 71586"/>
                <a:gd name="connsiteX4" fmla="*/ 35793 w 73764"/>
                <a:gd name="connsiteY4" fmla="*/ 0 h 71586"/>
                <a:gd name="connsiteX5" fmla="*/ 0 w 73764"/>
                <a:gd name="connsiteY5" fmla="*/ 35793 h 71586"/>
                <a:gd name="connsiteX6" fmla="*/ 35793 w 73764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4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9A558EEC-B112-F8BA-6B27-4074698D0F0F}"/>
                </a:ext>
              </a:extLst>
            </p:cNvPr>
            <p:cNvSpPr/>
            <p:nvPr/>
          </p:nvSpPr>
          <p:spPr>
            <a:xfrm>
              <a:off x="1900145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76" y="16028"/>
                    <a:pt x="57748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A99B1EA1-4A96-24F5-2D5C-818F083F3A59}"/>
                </a:ext>
              </a:extLst>
            </p:cNvPr>
            <p:cNvSpPr/>
            <p:nvPr/>
          </p:nvSpPr>
          <p:spPr>
            <a:xfrm>
              <a:off x="2295940" y="1328795"/>
              <a:ext cx="73763" cy="71586"/>
            </a:xfrm>
            <a:custGeom>
              <a:avLst/>
              <a:gdLst>
                <a:gd name="connsiteX0" fmla="*/ 35793 w 73763"/>
                <a:gd name="connsiteY0" fmla="*/ 71587 h 71586"/>
                <a:gd name="connsiteX1" fmla="*/ 37971 w 73763"/>
                <a:gd name="connsiteY1" fmla="*/ 71587 h 71586"/>
                <a:gd name="connsiteX2" fmla="*/ 73764 w 73763"/>
                <a:gd name="connsiteY2" fmla="*/ 35793 h 71586"/>
                <a:gd name="connsiteX3" fmla="*/ 37971 w 73763"/>
                <a:gd name="connsiteY3" fmla="*/ 0 h 71586"/>
                <a:gd name="connsiteX4" fmla="*/ 35793 w 73763"/>
                <a:gd name="connsiteY4" fmla="*/ 0 h 71586"/>
                <a:gd name="connsiteX5" fmla="*/ 0 w 73763"/>
                <a:gd name="connsiteY5" fmla="*/ 35793 h 71586"/>
                <a:gd name="connsiteX6" fmla="*/ 35793 w 73763"/>
                <a:gd name="connsiteY6" fmla="*/ 71587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5793" y="71587"/>
                  </a:move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7A75775-F9C7-B767-6419-FEDA2D3EA1BE}"/>
                </a:ext>
              </a:extLst>
            </p:cNvPr>
            <p:cNvSpPr/>
            <p:nvPr/>
          </p:nvSpPr>
          <p:spPr>
            <a:xfrm>
              <a:off x="1999106" y="1328782"/>
              <a:ext cx="73763" cy="71586"/>
            </a:xfrm>
            <a:custGeom>
              <a:avLst/>
              <a:gdLst>
                <a:gd name="connsiteX0" fmla="*/ 37971 w 73763"/>
                <a:gd name="connsiteY0" fmla="*/ 0 h 71586"/>
                <a:gd name="connsiteX1" fmla="*/ 35793 w 73763"/>
                <a:gd name="connsiteY1" fmla="*/ 0 h 71586"/>
                <a:gd name="connsiteX2" fmla="*/ 0 w 73763"/>
                <a:gd name="connsiteY2" fmla="*/ 35793 h 71586"/>
                <a:gd name="connsiteX3" fmla="*/ 35793 w 73763"/>
                <a:gd name="connsiteY3" fmla="*/ 71587 h 71586"/>
                <a:gd name="connsiteX4" fmla="*/ 37971 w 73763"/>
                <a:gd name="connsiteY4" fmla="*/ 71587 h 71586"/>
                <a:gd name="connsiteX5" fmla="*/ 73764 w 73763"/>
                <a:gd name="connsiteY5" fmla="*/ 35793 h 71586"/>
                <a:gd name="connsiteX6" fmla="*/ 37971 w 73763"/>
                <a:gd name="connsiteY6" fmla="*/ 0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63" h="71586">
                  <a:moveTo>
                    <a:pt x="37971" y="0"/>
                  </a:moveTo>
                  <a:lnTo>
                    <a:pt x="35793" y="0"/>
                  </a:lnTo>
                  <a:cubicBezTo>
                    <a:pt x="16028" y="0"/>
                    <a:pt x="0" y="16028"/>
                    <a:pt x="0" y="35793"/>
                  </a:cubicBezTo>
                  <a:cubicBezTo>
                    <a:pt x="0" y="55559"/>
                    <a:pt x="16028" y="71587"/>
                    <a:pt x="35793" y="71587"/>
                  </a:cubicBezTo>
                  <a:lnTo>
                    <a:pt x="37971" y="71587"/>
                  </a:lnTo>
                  <a:cubicBezTo>
                    <a:pt x="57748" y="71587"/>
                    <a:pt x="73764" y="55559"/>
                    <a:pt x="73764" y="35793"/>
                  </a:cubicBezTo>
                  <a:cubicBezTo>
                    <a:pt x="73764" y="16028"/>
                    <a:pt x="57736" y="0"/>
                    <a:pt x="379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14E66CA4-F882-C229-1A92-FB75F28EEB9D}"/>
                </a:ext>
              </a:extLst>
            </p:cNvPr>
            <p:cNvSpPr/>
            <p:nvPr/>
          </p:nvSpPr>
          <p:spPr>
            <a:xfrm>
              <a:off x="2098538" y="1405909"/>
              <a:ext cx="72796" cy="70618"/>
            </a:xfrm>
            <a:custGeom>
              <a:avLst/>
              <a:gdLst>
                <a:gd name="connsiteX0" fmla="*/ 35309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09 w 72796"/>
                <a:gd name="connsiteY4" fmla="*/ 0 h 70618"/>
                <a:gd name="connsiteX5" fmla="*/ 0 w 72796"/>
                <a:gd name="connsiteY5" fmla="*/ 35309 h 70618"/>
                <a:gd name="connsiteX6" fmla="*/ 35309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09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E2F5322A-78F5-574B-E46C-E5A720B33BC1}"/>
                </a:ext>
              </a:extLst>
            </p:cNvPr>
            <p:cNvSpPr/>
            <p:nvPr/>
          </p:nvSpPr>
          <p:spPr>
            <a:xfrm>
              <a:off x="199958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BEF7F8B-7C6C-955B-6AB3-F16721E616BB}"/>
                </a:ext>
              </a:extLst>
            </p:cNvPr>
            <p:cNvSpPr/>
            <p:nvPr/>
          </p:nvSpPr>
          <p:spPr>
            <a:xfrm>
              <a:off x="22964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8D08B14-8AB2-53BA-D280-CD5045699C86}"/>
                </a:ext>
              </a:extLst>
            </p:cNvPr>
            <p:cNvSpPr/>
            <p:nvPr/>
          </p:nvSpPr>
          <p:spPr>
            <a:xfrm>
              <a:off x="1405897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84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DFCD73EC-B4BE-8F92-9AF9-712089163B5B}"/>
                </a:ext>
              </a:extLst>
            </p:cNvPr>
            <p:cNvSpPr/>
            <p:nvPr/>
          </p:nvSpPr>
          <p:spPr>
            <a:xfrm>
              <a:off x="1801692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D49E524-462E-0B2F-3BA3-DB6A7FD37B78}"/>
                </a:ext>
              </a:extLst>
            </p:cNvPr>
            <p:cNvSpPr/>
            <p:nvPr/>
          </p:nvSpPr>
          <p:spPr>
            <a:xfrm>
              <a:off x="160378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6CA8155F-22E8-1206-2C86-847E47D9420A}"/>
                </a:ext>
              </a:extLst>
            </p:cNvPr>
            <p:cNvSpPr/>
            <p:nvPr/>
          </p:nvSpPr>
          <p:spPr>
            <a:xfrm>
              <a:off x="1900629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8184692-0EEE-82B3-74B4-E6CD63FAA23B}"/>
                </a:ext>
              </a:extLst>
            </p:cNvPr>
            <p:cNvSpPr/>
            <p:nvPr/>
          </p:nvSpPr>
          <p:spPr>
            <a:xfrm>
              <a:off x="2197475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98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CAE056C2-D0F5-CEA6-F762-7F04AD21808D}"/>
                </a:ext>
              </a:extLst>
            </p:cNvPr>
            <p:cNvSpPr/>
            <p:nvPr/>
          </p:nvSpPr>
          <p:spPr>
            <a:xfrm>
              <a:off x="2395384" y="1405909"/>
              <a:ext cx="72796" cy="70618"/>
            </a:xfrm>
            <a:custGeom>
              <a:avLst/>
              <a:gdLst>
                <a:gd name="connsiteX0" fmla="*/ 35310 w 72796"/>
                <a:gd name="connsiteY0" fmla="*/ 70619 h 70618"/>
                <a:gd name="connsiteX1" fmla="*/ 37487 w 72796"/>
                <a:gd name="connsiteY1" fmla="*/ 70619 h 70618"/>
                <a:gd name="connsiteX2" fmla="*/ 72796 w 72796"/>
                <a:gd name="connsiteY2" fmla="*/ 35309 h 70618"/>
                <a:gd name="connsiteX3" fmla="*/ 37487 w 72796"/>
                <a:gd name="connsiteY3" fmla="*/ 0 h 70618"/>
                <a:gd name="connsiteX4" fmla="*/ 35310 w 72796"/>
                <a:gd name="connsiteY4" fmla="*/ 0 h 70618"/>
                <a:gd name="connsiteX5" fmla="*/ 0 w 72796"/>
                <a:gd name="connsiteY5" fmla="*/ 35309 h 70618"/>
                <a:gd name="connsiteX6" fmla="*/ 35310 w 72796"/>
                <a:gd name="connsiteY6" fmla="*/ 7061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5310" y="70619"/>
                  </a:move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CD36D705-17A7-C1EE-E3C4-2B8D49D423C5}"/>
                </a:ext>
              </a:extLst>
            </p:cNvPr>
            <p:cNvSpPr/>
            <p:nvPr/>
          </p:nvSpPr>
          <p:spPr>
            <a:xfrm>
              <a:off x="150484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51E5FC8-9792-9D8C-3498-BCA801764733}"/>
                </a:ext>
              </a:extLst>
            </p:cNvPr>
            <p:cNvSpPr/>
            <p:nvPr/>
          </p:nvSpPr>
          <p:spPr>
            <a:xfrm>
              <a:off x="2494321" y="1405909"/>
              <a:ext cx="72796" cy="70618"/>
            </a:xfrm>
            <a:custGeom>
              <a:avLst/>
              <a:gdLst>
                <a:gd name="connsiteX0" fmla="*/ 35310 w 72796"/>
                <a:gd name="connsiteY0" fmla="*/ 0 h 70618"/>
                <a:gd name="connsiteX1" fmla="*/ 0 w 72796"/>
                <a:gd name="connsiteY1" fmla="*/ 35309 h 70618"/>
                <a:gd name="connsiteX2" fmla="*/ 35310 w 72796"/>
                <a:gd name="connsiteY2" fmla="*/ 70619 h 70618"/>
                <a:gd name="connsiteX3" fmla="*/ 37487 w 72796"/>
                <a:gd name="connsiteY3" fmla="*/ 70619 h 70618"/>
                <a:gd name="connsiteX4" fmla="*/ 72796 w 72796"/>
                <a:gd name="connsiteY4" fmla="*/ 35309 h 70618"/>
                <a:gd name="connsiteX5" fmla="*/ 57797 w 72796"/>
                <a:gd name="connsiteY5" fmla="*/ 6496 h 70618"/>
                <a:gd name="connsiteX6" fmla="*/ 49378 w 72796"/>
                <a:gd name="connsiteY6" fmla="*/ 2202 h 70618"/>
                <a:gd name="connsiteX7" fmla="*/ 37499 w 72796"/>
                <a:gd name="connsiteY7" fmla="*/ 0 h 70618"/>
                <a:gd name="connsiteX8" fmla="*/ 35310 w 72796"/>
                <a:gd name="connsiteY8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35310" y="0"/>
                  </a:move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23382"/>
                    <a:pt x="66845" y="12895"/>
                    <a:pt x="57797" y="6496"/>
                  </a:cubicBezTo>
                  <a:cubicBezTo>
                    <a:pt x="55002" y="5056"/>
                    <a:pt x="52184" y="3629"/>
                    <a:pt x="49378" y="2202"/>
                  </a:cubicBezTo>
                  <a:cubicBezTo>
                    <a:pt x="45652" y="859"/>
                    <a:pt x="41684" y="0"/>
                    <a:pt x="37499" y="0"/>
                  </a:cubicBezTo>
                  <a:lnTo>
                    <a:pt x="3531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4843031-32B2-7E7C-4C29-C8C61BCA9BF8}"/>
                </a:ext>
              </a:extLst>
            </p:cNvPr>
            <p:cNvSpPr/>
            <p:nvPr/>
          </p:nvSpPr>
          <p:spPr>
            <a:xfrm>
              <a:off x="2593270" y="1435587"/>
              <a:ext cx="57878" cy="40941"/>
            </a:xfrm>
            <a:custGeom>
              <a:avLst/>
              <a:gdLst>
                <a:gd name="connsiteX0" fmla="*/ 34813 w 57878"/>
                <a:gd name="connsiteY0" fmla="*/ 40941 h 40941"/>
                <a:gd name="connsiteX1" fmla="*/ 36967 w 57878"/>
                <a:gd name="connsiteY1" fmla="*/ 40941 h 40941"/>
                <a:gd name="connsiteX2" fmla="*/ 57821 w 57878"/>
                <a:gd name="connsiteY2" fmla="*/ 33828 h 40941"/>
                <a:gd name="connsiteX3" fmla="*/ 57809 w 57878"/>
                <a:gd name="connsiteY3" fmla="*/ 33587 h 40941"/>
                <a:gd name="connsiteX4" fmla="*/ 810 w 57878"/>
                <a:gd name="connsiteY4" fmla="*/ 19 h 40941"/>
                <a:gd name="connsiteX5" fmla="*/ 593 w 57878"/>
                <a:gd name="connsiteY5" fmla="*/ 116 h 40941"/>
                <a:gd name="connsiteX6" fmla="*/ 0 w 57878"/>
                <a:gd name="connsiteY6" fmla="*/ 6140 h 40941"/>
                <a:gd name="connsiteX7" fmla="*/ 34813 w 57878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8" h="40941">
                  <a:moveTo>
                    <a:pt x="34813" y="40941"/>
                  </a:moveTo>
                  <a:lnTo>
                    <a:pt x="36967" y="40941"/>
                  </a:lnTo>
                  <a:cubicBezTo>
                    <a:pt x="44829" y="40941"/>
                    <a:pt x="52002" y="38232"/>
                    <a:pt x="57821" y="33828"/>
                  </a:cubicBezTo>
                  <a:cubicBezTo>
                    <a:pt x="57905" y="33768"/>
                    <a:pt x="57893" y="33647"/>
                    <a:pt x="57809" y="33587"/>
                  </a:cubicBezTo>
                  <a:cubicBezTo>
                    <a:pt x="39096" y="21974"/>
                    <a:pt x="20092" y="10785"/>
                    <a:pt x="810" y="19"/>
                  </a:cubicBezTo>
                  <a:cubicBezTo>
                    <a:pt x="726" y="-29"/>
                    <a:pt x="617" y="19"/>
                    <a:pt x="593" y="116"/>
                  </a:cubicBezTo>
                  <a:cubicBezTo>
                    <a:pt x="242" y="2075"/>
                    <a:pt x="0" y="4071"/>
                    <a:pt x="0" y="6140"/>
                  </a:cubicBezTo>
                  <a:cubicBezTo>
                    <a:pt x="12" y="25361"/>
                    <a:pt x="15592" y="40941"/>
                    <a:pt x="34813" y="409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F7B11709-F534-8925-302E-33B109E01EE1}"/>
                </a:ext>
              </a:extLst>
            </p:cNvPr>
            <p:cNvSpPr/>
            <p:nvPr/>
          </p:nvSpPr>
          <p:spPr>
            <a:xfrm>
              <a:off x="1702743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09 w 72796"/>
                <a:gd name="connsiteY1" fmla="*/ 0 h 70618"/>
                <a:gd name="connsiteX2" fmla="*/ 0 w 72796"/>
                <a:gd name="connsiteY2" fmla="*/ 35309 h 70618"/>
                <a:gd name="connsiteX3" fmla="*/ 35309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09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09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228DF66E-DB2C-29BC-024D-338481BEB297}"/>
                </a:ext>
              </a:extLst>
            </p:cNvPr>
            <p:cNvSpPr/>
            <p:nvPr/>
          </p:nvSpPr>
          <p:spPr>
            <a:xfrm>
              <a:off x="1306936" y="1405909"/>
              <a:ext cx="72796" cy="70618"/>
            </a:xfrm>
            <a:custGeom>
              <a:avLst/>
              <a:gdLst>
                <a:gd name="connsiteX0" fmla="*/ 37487 w 72796"/>
                <a:gd name="connsiteY0" fmla="*/ 0 h 70618"/>
                <a:gd name="connsiteX1" fmla="*/ 35310 w 72796"/>
                <a:gd name="connsiteY1" fmla="*/ 0 h 70618"/>
                <a:gd name="connsiteX2" fmla="*/ 0 w 72796"/>
                <a:gd name="connsiteY2" fmla="*/ 35309 h 70618"/>
                <a:gd name="connsiteX3" fmla="*/ 35310 w 72796"/>
                <a:gd name="connsiteY3" fmla="*/ 70619 h 70618"/>
                <a:gd name="connsiteX4" fmla="*/ 37487 w 72796"/>
                <a:gd name="connsiteY4" fmla="*/ 70619 h 70618"/>
                <a:gd name="connsiteX5" fmla="*/ 72796 w 72796"/>
                <a:gd name="connsiteY5" fmla="*/ 35309 h 70618"/>
                <a:gd name="connsiteX6" fmla="*/ 37487 w 72796"/>
                <a:gd name="connsiteY6" fmla="*/ 0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796" h="70618">
                  <a:moveTo>
                    <a:pt x="37487" y="0"/>
                  </a:moveTo>
                  <a:lnTo>
                    <a:pt x="35310" y="0"/>
                  </a:lnTo>
                  <a:cubicBezTo>
                    <a:pt x="15810" y="0"/>
                    <a:pt x="0" y="15810"/>
                    <a:pt x="0" y="35309"/>
                  </a:cubicBez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D6FE30-7796-793D-51BD-7BEB0B4A9E6C}"/>
                </a:ext>
              </a:extLst>
            </p:cNvPr>
            <p:cNvSpPr/>
            <p:nvPr/>
          </p:nvSpPr>
          <p:spPr>
            <a:xfrm>
              <a:off x="1123969" y="1435599"/>
              <a:ext cx="57866" cy="40941"/>
            </a:xfrm>
            <a:custGeom>
              <a:avLst/>
              <a:gdLst>
                <a:gd name="connsiteX0" fmla="*/ 23065 w 57866"/>
                <a:gd name="connsiteY0" fmla="*/ 40929 h 40941"/>
                <a:gd name="connsiteX1" fmla="*/ 57867 w 57866"/>
                <a:gd name="connsiteY1" fmla="*/ 6128 h 40941"/>
                <a:gd name="connsiteX2" fmla="*/ 57274 w 57866"/>
                <a:gd name="connsiteY2" fmla="*/ 116 h 40941"/>
                <a:gd name="connsiteX3" fmla="*/ 57056 w 57866"/>
                <a:gd name="connsiteY3" fmla="*/ 19 h 40941"/>
                <a:gd name="connsiteX4" fmla="*/ 70 w 57866"/>
                <a:gd name="connsiteY4" fmla="*/ 33587 h 40941"/>
                <a:gd name="connsiteX5" fmla="*/ 58 w 57866"/>
                <a:gd name="connsiteY5" fmla="*/ 33828 h 40941"/>
                <a:gd name="connsiteX6" fmla="*/ 20912 w 57866"/>
                <a:gd name="connsiteY6" fmla="*/ 40941 h 40941"/>
                <a:gd name="connsiteX7" fmla="*/ 23065 w 57866"/>
                <a:gd name="connsiteY7" fmla="*/ 40941 h 40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66" h="40941">
                  <a:moveTo>
                    <a:pt x="23065" y="40929"/>
                  </a:moveTo>
                  <a:cubicBezTo>
                    <a:pt x="42286" y="40929"/>
                    <a:pt x="57867" y="25349"/>
                    <a:pt x="57867" y="6128"/>
                  </a:cubicBezTo>
                  <a:cubicBezTo>
                    <a:pt x="57867" y="4071"/>
                    <a:pt x="57625" y="2075"/>
                    <a:pt x="57274" y="116"/>
                  </a:cubicBezTo>
                  <a:cubicBezTo>
                    <a:pt x="57262" y="19"/>
                    <a:pt x="57153" y="-29"/>
                    <a:pt x="57056" y="19"/>
                  </a:cubicBezTo>
                  <a:cubicBezTo>
                    <a:pt x="37774" y="10785"/>
                    <a:pt x="18783" y="21974"/>
                    <a:pt x="70" y="33587"/>
                  </a:cubicBezTo>
                  <a:cubicBezTo>
                    <a:pt x="-15" y="33635"/>
                    <a:pt x="-27" y="33768"/>
                    <a:pt x="58" y="33828"/>
                  </a:cubicBezTo>
                  <a:cubicBezTo>
                    <a:pt x="5888" y="38232"/>
                    <a:pt x="13062" y="40941"/>
                    <a:pt x="20912" y="40941"/>
                  </a:cubicBezTo>
                  <a:lnTo>
                    <a:pt x="23065" y="40941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00FB281E-86B3-75B8-EA3A-36E8F633F1A4}"/>
                </a:ext>
              </a:extLst>
            </p:cNvPr>
            <p:cNvSpPr/>
            <p:nvPr/>
          </p:nvSpPr>
          <p:spPr>
            <a:xfrm>
              <a:off x="1208000" y="1405909"/>
              <a:ext cx="72796" cy="70618"/>
            </a:xfrm>
            <a:custGeom>
              <a:avLst/>
              <a:gdLst>
                <a:gd name="connsiteX0" fmla="*/ 0 w 72796"/>
                <a:gd name="connsiteY0" fmla="*/ 35309 h 70618"/>
                <a:gd name="connsiteX1" fmla="*/ 35310 w 72796"/>
                <a:gd name="connsiteY1" fmla="*/ 70619 h 70618"/>
                <a:gd name="connsiteX2" fmla="*/ 37487 w 72796"/>
                <a:gd name="connsiteY2" fmla="*/ 70619 h 70618"/>
                <a:gd name="connsiteX3" fmla="*/ 72796 w 72796"/>
                <a:gd name="connsiteY3" fmla="*/ 35309 h 70618"/>
                <a:gd name="connsiteX4" fmla="*/ 37487 w 72796"/>
                <a:gd name="connsiteY4" fmla="*/ 0 h 70618"/>
                <a:gd name="connsiteX5" fmla="*/ 35310 w 72796"/>
                <a:gd name="connsiteY5" fmla="*/ 0 h 70618"/>
                <a:gd name="connsiteX6" fmla="*/ 23443 w 72796"/>
                <a:gd name="connsiteY6" fmla="*/ 2189 h 70618"/>
                <a:gd name="connsiteX7" fmla="*/ 15000 w 72796"/>
                <a:gd name="connsiteY7" fmla="*/ 6496 h 70618"/>
                <a:gd name="connsiteX8" fmla="*/ 0 w 72796"/>
                <a:gd name="connsiteY8" fmla="*/ 35309 h 7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796" h="70618">
                  <a:moveTo>
                    <a:pt x="0" y="35309"/>
                  </a:moveTo>
                  <a:cubicBezTo>
                    <a:pt x="0" y="54809"/>
                    <a:pt x="15810" y="70619"/>
                    <a:pt x="35310" y="70619"/>
                  </a:cubicBezTo>
                  <a:lnTo>
                    <a:pt x="37487" y="70619"/>
                  </a:lnTo>
                  <a:cubicBezTo>
                    <a:pt x="56986" y="70619"/>
                    <a:pt x="72796" y="54809"/>
                    <a:pt x="72796" y="35309"/>
                  </a:cubicBezTo>
                  <a:cubicBezTo>
                    <a:pt x="72796" y="15810"/>
                    <a:pt x="56986" y="0"/>
                    <a:pt x="37487" y="0"/>
                  </a:cubicBezTo>
                  <a:lnTo>
                    <a:pt x="35310" y="0"/>
                  </a:lnTo>
                  <a:cubicBezTo>
                    <a:pt x="31124" y="0"/>
                    <a:pt x="27169" y="859"/>
                    <a:pt x="23443" y="2189"/>
                  </a:cubicBezTo>
                  <a:cubicBezTo>
                    <a:pt x="20624" y="3617"/>
                    <a:pt x="17806" y="5056"/>
                    <a:pt x="15000" y="6496"/>
                  </a:cubicBezTo>
                  <a:cubicBezTo>
                    <a:pt x="5939" y="12907"/>
                    <a:pt x="0" y="23394"/>
                    <a:pt x="0" y="353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D4E24FDC-4FE4-7846-C210-E0099888CD3E}"/>
                </a:ext>
              </a:extLst>
            </p:cNvPr>
            <p:cNvSpPr/>
            <p:nvPr/>
          </p:nvSpPr>
          <p:spPr>
            <a:xfrm>
              <a:off x="1406393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3B360A4-4180-E731-D967-920E4897D403}"/>
                </a:ext>
              </a:extLst>
            </p:cNvPr>
            <p:cNvSpPr/>
            <p:nvPr/>
          </p:nvSpPr>
          <p:spPr>
            <a:xfrm>
              <a:off x="160427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ACD3CD89-0BFB-925D-0D11-7A48C6DECEF1}"/>
                </a:ext>
              </a:extLst>
            </p:cNvPr>
            <p:cNvSpPr/>
            <p:nvPr/>
          </p:nvSpPr>
          <p:spPr>
            <a:xfrm>
              <a:off x="150534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BFFDDED1-2930-A5ED-2AA2-5708EC145829}"/>
                </a:ext>
              </a:extLst>
            </p:cNvPr>
            <p:cNvSpPr/>
            <p:nvPr/>
          </p:nvSpPr>
          <p:spPr>
            <a:xfrm>
              <a:off x="2494817" y="1483060"/>
              <a:ext cx="71804" cy="69627"/>
            </a:xfrm>
            <a:custGeom>
              <a:avLst/>
              <a:gdLst>
                <a:gd name="connsiteX0" fmla="*/ 34814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4 w 71804"/>
                <a:gd name="connsiteY4" fmla="*/ 0 h 69627"/>
                <a:gd name="connsiteX5" fmla="*/ 0 w 71804"/>
                <a:gd name="connsiteY5" fmla="*/ 34814 h 69627"/>
                <a:gd name="connsiteX6" fmla="*/ 34814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4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B6EA7E4-9E82-85DC-2562-7F48DADC8594}"/>
                </a:ext>
              </a:extLst>
            </p:cNvPr>
            <p:cNvSpPr/>
            <p:nvPr/>
          </p:nvSpPr>
          <p:spPr>
            <a:xfrm>
              <a:off x="239586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CF58ACB-75CD-5AB8-CBF0-9B61262CB841}"/>
                </a:ext>
              </a:extLst>
            </p:cNvPr>
            <p:cNvSpPr/>
            <p:nvPr/>
          </p:nvSpPr>
          <p:spPr>
            <a:xfrm>
              <a:off x="1018927" y="1499068"/>
              <a:ext cx="63473" cy="53619"/>
            </a:xfrm>
            <a:custGeom>
              <a:avLst/>
              <a:gdLst>
                <a:gd name="connsiteX0" fmla="*/ 26485 w 63473"/>
                <a:gd name="connsiteY0" fmla="*/ 53620 h 53619"/>
                <a:gd name="connsiteX1" fmla="*/ 27041 w 63473"/>
                <a:gd name="connsiteY1" fmla="*/ 53620 h 53619"/>
                <a:gd name="connsiteX2" fmla="*/ 62835 w 63473"/>
                <a:gd name="connsiteY2" fmla="*/ 25508 h 53619"/>
                <a:gd name="connsiteX3" fmla="*/ 57936 w 63473"/>
                <a:gd name="connsiteY3" fmla="*/ 57 h 53619"/>
                <a:gd name="connsiteX4" fmla="*/ 57754 w 63473"/>
                <a:gd name="connsiteY4" fmla="*/ 20 h 53619"/>
                <a:gd name="connsiteX5" fmla="*/ 54 w 63473"/>
                <a:gd name="connsiteY5" fmla="*/ 41015 h 53619"/>
                <a:gd name="connsiteX6" fmla="*/ 30 w 63473"/>
                <a:gd name="connsiteY6" fmla="*/ 41209 h 53619"/>
                <a:gd name="connsiteX7" fmla="*/ 26485 w 63473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73" h="53619">
                  <a:moveTo>
                    <a:pt x="26485" y="53620"/>
                  </a:moveTo>
                  <a:lnTo>
                    <a:pt x="27041" y="53620"/>
                  </a:lnTo>
                  <a:cubicBezTo>
                    <a:pt x="44025" y="53620"/>
                    <a:pt x="59653" y="42176"/>
                    <a:pt x="62835" y="25508"/>
                  </a:cubicBezTo>
                  <a:cubicBezTo>
                    <a:pt x="64637" y="16048"/>
                    <a:pt x="62508" y="7194"/>
                    <a:pt x="57936" y="57"/>
                  </a:cubicBezTo>
                  <a:cubicBezTo>
                    <a:pt x="57899" y="-4"/>
                    <a:pt x="57814" y="-16"/>
                    <a:pt x="57754" y="20"/>
                  </a:cubicBezTo>
                  <a:cubicBezTo>
                    <a:pt x="38182" y="13230"/>
                    <a:pt x="18937" y="26899"/>
                    <a:pt x="54" y="41015"/>
                  </a:cubicBezTo>
                  <a:cubicBezTo>
                    <a:pt x="-6" y="41064"/>
                    <a:pt x="-19" y="41148"/>
                    <a:pt x="30" y="41209"/>
                  </a:cubicBezTo>
                  <a:cubicBezTo>
                    <a:pt x="6417" y="48733"/>
                    <a:pt x="15828" y="53620"/>
                    <a:pt x="26485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8C87A5D1-4A98-FA5F-3D90-00D1537F8E4C}"/>
                </a:ext>
              </a:extLst>
            </p:cNvPr>
            <p:cNvSpPr/>
            <p:nvPr/>
          </p:nvSpPr>
          <p:spPr>
            <a:xfrm>
              <a:off x="1901124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E255C5D-BC0D-3958-52BA-93CCC9E40DB8}"/>
                </a:ext>
              </a:extLst>
            </p:cNvPr>
            <p:cNvSpPr/>
            <p:nvPr/>
          </p:nvSpPr>
          <p:spPr>
            <a:xfrm>
              <a:off x="2099034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304AD6E-DE38-64D3-89EF-4959DA80C33B}"/>
                </a:ext>
              </a:extLst>
            </p:cNvPr>
            <p:cNvSpPr/>
            <p:nvPr/>
          </p:nvSpPr>
          <p:spPr>
            <a:xfrm>
              <a:off x="2692710" y="1499068"/>
              <a:ext cx="63467" cy="53619"/>
            </a:xfrm>
            <a:custGeom>
              <a:avLst/>
              <a:gdLst>
                <a:gd name="connsiteX0" fmla="*/ 36439 w 63467"/>
                <a:gd name="connsiteY0" fmla="*/ 53620 h 53619"/>
                <a:gd name="connsiteX1" fmla="*/ 36995 w 63467"/>
                <a:gd name="connsiteY1" fmla="*/ 53620 h 53619"/>
                <a:gd name="connsiteX2" fmla="*/ 63438 w 63467"/>
                <a:gd name="connsiteY2" fmla="*/ 41209 h 53619"/>
                <a:gd name="connsiteX3" fmla="*/ 63414 w 63467"/>
                <a:gd name="connsiteY3" fmla="*/ 41015 h 53619"/>
                <a:gd name="connsiteX4" fmla="*/ 5726 w 63467"/>
                <a:gd name="connsiteY4" fmla="*/ 20 h 53619"/>
                <a:gd name="connsiteX5" fmla="*/ 5545 w 63467"/>
                <a:gd name="connsiteY5" fmla="*/ 57 h 53619"/>
                <a:gd name="connsiteX6" fmla="*/ 646 w 63467"/>
                <a:gd name="connsiteY6" fmla="*/ 25508 h 53619"/>
                <a:gd name="connsiteX7" fmla="*/ 36439 w 63467"/>
                <a:gd name="connsiteY7" fmla="*/ 53620 h 5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7" h="53619">
                  <a:moveTo>
                    <a:pt x="36439" y="53620"/>
                  </a:moveTo>
                  <a:lnTo>
                    <a:pt x="36995" y="53620"/>
                  </a:lnTo>
                  <a:cubicBezTo>
                    <a:pt x="47640" y="53620"/>
                    <a:pt x="57051" y="48733"/>
                    <a:pt x="63438" y="41209"/>
                  </a:cubicBezTo>
                  <a:cubicBezTo>
                    <a:pt x="63487" y="41148"/>
                    <a:pt x="63474" y="41064"/>
                    <a:pt x="63414" y="41015"/>
                  </a:cubicBezTo>
                  <a:cubicBezTo>
                    <a:pt x="44531" y="26899"/>
                    <a:pt x="25298" y="13230"/>
                    <a:pt x="5726" y="20"/>
                  </a:cubicBezTo>
                  <a:cubicBezTo>
                    <a:pt x="5666" y="-16"/>
                    <a:pt x="5581" y="-4"/>
                    <a:pt x="5545" y="57"/>
                  </a:cubicBezTo>
                  <a:cubicBezTo>
                    <a:pt x="960" y="7194"/>
                    <a:pt x="-1169" y="16048"/>
                    <a:pt x="646" y="25508"/>
                  </a:cubicBezTo>
                  <a:cubicBezTo>
                    <a:pt x="3839" y="42176"/>
                    <a:pt x="19468" y="53620"/>
                    <a:pt x="36439" y="536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307CF02B-4B13-74B8-57DC-6EABCB5F474C}"/>
                </a:ext>
              </a:extLst>
            </p:cNvPr>
            <p:cNvSpPr/>
            <p:nvPr/>
          </p:nvSpPr>
          <p:spPr>
            <a:xfrm>
              <a:off x="1208496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84E7A384-7CC3-93A4-CAE3-3790277ACDD4}"/>
                </a:ext>
              </a:extLst>
            </p:cNvPr>
            <p:cNvSpPr/>
            <p:nvPr/>
          </p:nvSpPr>
          <p:spPr>
            <a:xfrm>
              <a:off x="2593778" y="1483060"/>
              <a:ext cx="71804" cy="69627"/>
            </a:xfrm>
            <a:custGeom>
              <a:avLst/>
              <a:gdLst>
                <a:gd name="connsiteX0" fmla="*/ 34813 w 71804"/>
                <a:gd name="connsiteY0" fmla="*/ 69627 h 69627"/>
                <a:gd name="connsiteX1" fmla="*/ 36991 w 71804"/>
                <a:gd name="connsiteY1" fmla="*/ 69627 h 69627"/>
                <a:gd name="connsiteX2" fmla="*/ 71804 w 71804"/>
                <a:gd name="connsiteY2" fmla="*/ 34814 h 69627"/>
                <a:gd name="connsiteX3" fmla="*/ 36991 w 71804"/>
                <a:gd name="connsiteY3" fmla="*/ 0 h 69627"/>
                <a:gd name="connsiteX4" fmla="*/ 34813 w 71804"/>
                <a:gd name="connsiteY4" fmla="*/ 0 h 69627"/>
                <a:gd name="connsiteX5" fmla="*/ 0 w 71804"/>
                <a:gd name="connsiteY5" fmla="*/ 34814 h 69627"/>
                <a:gd name="connsiteX6" fmla="*/ 34813 w 71804"/>
                <a:gd name="connsiteY6" fmla="*/ 69627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4813" y="69627"/>
                  </a:move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80" y="69627"/>
                    <a:pt x="34813" y="696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7DF9AF98-932A-10BF-A529-41AA474D23E8}"/>
                </a:ext>
              </a:extLst>
            </p:cNvPr>
            <p:cNvSpPr/>
            <p:nvPr/>
          </p:nvSpPr>
          <p:spPr>
            <a:xfrm>
              <a:off x="2197971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A481F9FB-7B7E-5B60-F558-D15C668CBDFA}"/>
                </a:ext>
              </a:extLst>
            </p:cNvPr>
            <p:cNvSpPr/>
            <p:nvPr/>
          </p:nvSpPr>
          <p:spPr>
            <a:xfrm>
              <a:off x="200008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ADD723A-89A3-D1E1-1656-A73C5C57040B}"/>
                </a:ext>
              </a:extLst>
            </p:cNvPr>
            <p:cNvSpPr/>
            <p:nvPr/>
          </p:nvSpPr>
          <p:spPr>
            <a:xfrm>
              <a:off x="13074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B98904EB-5160-1D3F-638C-DDD8029D2330}"/>
                </a:ext>
              </a:extLst>
            </p:cNvPr>
            <p:cNvSpPr/>
            <p:nvPr/>
          </p:nvSpPr>
          <p:spPr>
            <a:xfrm>
              <a:off x="1802188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A5D4225-F798-DCD1-0332-B60556AEB7AE}"/>
                </a:ext>
              </a:extLst>
            </p:cNvPr>
            <p:cNvSpPr/>
            <p:nvPr/>
          </p:nvSpPr>
          <p:spPr>
            <a:xfrm>
              <a:off x="1703239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7028DD65-53B1-9A32-600E-C9359C0FEDFD}"/>
                </a:ext>
              </a:extLst>
            </p:cNvPr>
            <p:cNvSpPr/>
            <p:nvPr/>
          </p:nvSpPr>
          <p:spPr>
            <a:xfrm>
              <a:off x="2296932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3 w 71804"/>
                <a:gd name="connsiteY1" fmla="*/ 0 h 69627"/>
                <a:gd name="connsiteX2" fmla="*/ 0 w 71804"/>
                <a:gd name="connsiteY2" fmla="*/ 34814 h 69627"/>
                <a:gd name="connsiteX3" fmla="*/ 34813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3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3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12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8C193966-0C66-584A-9F15-93E07D9A7D13}"/>
                </a:ext>
              </a:extLst>
            </p:cNvPr>
            <p:cNvSpPr/>
            <p:nvPr/>
          </p:nvSpPr>
          <p:spPr>
            <a:xfrm>
              <a:off x="1109535" y="1483048"/>
              <a:ext cx="71804" cy="69627"/>
            </a:xfrm>
            <a:custGeom>
              <a:avLst/>
              <a:gdLst>
                <a:gd name="connsiteX0" fmla="*/ 36991 w 71804"/>
                <a:gd name="connsiteY0" fmla="*/ 0 h 69627"/>
                <a:gd name="connsiteX1" fmla="*/ 34814 w 71804"/>
                <a:gd name="connsiteY1" fmla="*/ 0 h 69627"/>
                <a:gd name="connsiteX2" fmla="*/ 0 w 71804"/>
                <a:gd name="connsiteY2" fmla="*/ 34814 h 69627"/>
                <a:gd name="connsiteX3" fmla="*/ 34814 w 71804"/>
                <a:gd name="connsiteY3" fmla="*/ 69627 h 69627"/>
                <a:gd name="connsiteX4" fmla="*/ 36991 w 71804"/>
                <a:gd name="connsiteY4" fmla="*/ 69627 h 69627"/>
                <a:gd name="connsiteX5" fmla="*/ 71804 w 71804"/>
                <a:gd name="connsiteY5" fmla="*/ 34814 h 69627"/>
                <a:gd name="connsiteX6" fmla="*/ 36991 w 71804"/>
                <a:gd name="connsiteY6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04" h="69627">
                  <a:moveTo>
                    <a:pt x="36991" y="0"/>
                  </a:moveTo>
                  <a:lnTo>
                    <a:pt x="34814" y="0"/>
                  </a:lnTo>
                  <a:cubicBezTo>
                    <a:pt x="15580" y="0"/>
                    <a:pt x="0" y="15592"/>
                    <a:pt x="0" y="34814"/>
                  </a:cubicBezTo>
                  <a:cubicBezTo>
                    <a:pt x="0" y="54035"/>
                    <a:pt x="15592" y="69627"/>
                    <a:pt x="34814" y="69627"/>
                  </a:cubicBezTo>
                  <a:lnTo>
                    <a:pt x="36991" y="69627"/>
                  </a:lnTo>
                  <a:cubicBezTo>
                    <a:pt x="56224" y="69627"/>
                    <a:pt x="71804" y="54035"/>
                    <a:pt x="71804" y="34814"/>
                  </a:cubicBezTo>
                  <a:cubicBezTo>
                    <a:pt x="71804" y="15592"/>
                    <a:pt x="56224" y="0"/>
                    <a:pt x="3699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A9D7D000-020C-868A-1BDF-525236A3EF4C}"/>
                </a:ext>
              </a:extLst>
            </p:cNvPr>
            <p:cNvSpPr/>
            <p:nvPr/>
          </p:nvSpPr>
          <p:spPr>
            <a:xfrm>
              <a:off x="170372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3EAD7F3-271D-0975-BA2D-5B03299A20AD}"/>
                </a:ext>
              </a:extLst>
            </p:cNvPr>
            <p:cNvSpPr/>
            <p:nvPr/>
          </p:nvSpPr>
          <p:spPr>
            <a:xfrm>
              <a:off x="111001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9106D40F-E794-A00C-FA31-567019AAE8A7}"/>
                </a:ext>
              </a:extLst>
            </p:cNvPr>
            <p:cNvSpPr/>
            <p:nvPr/>
          </p:nvSpPr>
          <p:spPr>
            <a:xfrm>
              <a:off x="1208980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4D66C026-975C-ABF7-6932-71F75EFAFEA4}"/>
                </a:ext>
              </a:extLst>
            </p:cNvPr>
            <p:cNvSpPr/>
            <p:nvPr/>
          </p:nvSpPr>
          <p:spPr>
            <a:xfrm>
              <a:off x="239635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A8804C6F-524E-8984-764B-45296F5782FE}"/>
                </a:ext>
              </a:extLst>
            </p:cNvPr>
            <p:cNvSpPr/>
            <p:nvPr/>
          </p:nvSpPr>
          <p:spPr>
            <a:xfrm>
              <a:off x="101108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323CB3C5-BFD2-6095-9C44-D298CCA2DD49}"/>
                </a:ext>
              </a:extLst>
            </p:cNvPr>
            <p:cNvSpPr/>
            <p:nvPr/>
          </p:nvSpPr>
          <p:spPr>
            <a:xfrm>
              <a:off x="1901608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51F1635-2ADC-E92E-77C6-3FF7D2BDC062}"/>
                </a:ext>
              </a:extLst>
            </p:cNvPr>
            <p:cNvSpPr/>
            <p:nvPr/>
          </p:nvSpPr>
          <p:spPr>
            <a:xfrm>
              <a:off x="2198454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3DF90E02-36BF-DEF7-D190-02D92F1F685F}"/>
                </a:ext>
              </a:extLst>
            </p:cNvPr>
            <p:cNvSpPr/>
            <p:nvPr/>
          </p:nvSpPr>
          <p:spPr>
            <a:xfrm>
              <a:off x="2693210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6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E0FD87CE-FEDA-C45F-0154-3490584CB920}"/>
                </a:ext>
              </a:extLst>
            </p:cNvPr>
            <p:cNvSpPr/>
            <p:nvPr/>
          </p:nvSpPr>
          <p:spPr>
            <a:xfrm>
              <a:off x="2594261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4513DB0-3E40-894D-5747-4B1F4C95B3A3}"/>
                </a:ext>
              </a:extLst>
            </p:cNvPr>
            <p:cNvSpPr/>
            <p:nvPr/>
          </p:nvSpPr>
          <p:spPr>
            <a:xfrm>
              <a:off x="130791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51789BAE-E053-567E-2B56-0905149BD9F1}"/>
                </a:ext>
              </a:extLst>
            </p:cNvPr>
            <p:cNvSpPr/>
            <p:nvPr/>
          </p:nvSpPr>
          <p:spPr>
            <a:xfrm>
              <a:off x="922551" y="1573838"/>
              <a:ext cx="60408" cy="55008"/>
            </a:xfrm>
            <a:custGeom>
              <a:avLst/>
              <a:gdLst>
                <a:gd name="connsiteX0" fmla="*/ 24299 w 60408"/>
                <a:gd name="connsiteY0" fmla="*/ 55008 h 55008"/>
                <a:gd name="connsiteX1" fmla="*/ 60092 w 60408"/>
                <a:gd name="connsiteY1" fmla="*/ 25336 h 55008"/>
                <a:gd name="connsiteX2" fmla="*/ 53354 w 60408"/>
                <a:gd name="connsiteY2" fmla="*/ 54 h 55008"/>
                <a:gd name="connsiteX3" fmla="*/ 53173 w 60408"/>
                <a:gd name="connsiteY3" fmla="*/ 30 h 55008"/>
                <a:gd name="connsiteX4" fmla="*/ 45 w 60408"/>
                <a:gd name="connsiteY4" fmla="*/ 45113 h 55008"/>
                <a:gd name="connsiteX5" fmla="*/ 45 w 60408"/>
                <a:gd name="connsiteY5" fmla="*/ 45307 h 55008"/>
                <a:gd name="connsiteX6" fmla="*/ 23912 w 60408"/>
                <a:gd name="connsiteY6" fmla="*/ 55008 h 55008"/>
                <a:gd name="connsiteX7" fmla="*/ 24299 w 60408"/>
                <a:gd name="connsiteY7" fmla="*/ 55008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08" h="55008">
                  <a:moveTo>
                    <a:pt x="24299" y="55008"/>
                  </a:moveTo>
                  <a:cubicBezTo>
                    <a:pt x="41814" y="55008"/>
                    <a:pt x="57733" y="42682"/>
                    <a:pt x="60092" y="25336"/>
                  </a:cubicBezTo>
                  <a:cubicBezTo>
                    <a:pt x="61398" y="15731"/>
                    <a:pt x="58568" y="6937"/>
                    <a:pt x="53354" y="54"/>
                  </a:cubicBezTo>
                  <a:cubicBezTo>
                    <a:pt x="53306" y="-6"/>
                    <a:pt x="53221" y="-19"/>
                    <a:pt x="53173" y="30"/>
                  </a:cubicBezTo>
                  <a:cubicBezTo>
                    <a:pt x="35101" y="14642"/>
                    <a:pt x="17392" y="29666"/>
                    <a:pt x="45" y="45113"/>
                  </a:cubicBezTo>
                  <a:cubicBezTo>
                    <a:pt x="-15" y="45162"/>
                    <a:pt x="-15" y="45246"/>
                    <a:pt x="45" y="45307"/>
                  </a:cubicBezTo>
                  <a:cubicBezTo>
                    <a:pt x="6227" y="51294"/>
                    <a:pt x="14622" y="55008"/>
                    <a:pt x="23912" y="55008"/>
                  </a:cubicBezTo>
                  <a:lnTo>
                    <a:pt x="24299" y="55008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61F402F9-76F1-8575-B7E9-93C9F3D3160C}"/>
                </a:ext>
              </a:extLst>
            </p:cNvPr>
            <p:cNvSpPr/>
            <p:nvPr/>
          </p:nvSpPr>
          <p:spPr>
            <a:xfrm>
              <a:off x="2792144" y="1573826"/>
              <a:ext cx="60411" cy="55020"/>
            </a:xfrm>
            <a:custGeom>
              <a:avLst/>
              <a:gdLst>
                <a:gd name="connsiteX0" fmla="*/ 36110 w 60411"/>
                <a:gd name="connsiteY0" fmla="*/ 55020 h 55020"/>
                <a:gd name="connsiteX1" fmla="*/ 36509 w 60411"/>
                <a:gd name="connsiteY1" fmla="*/ 55020 h 55020"/>
                <a:gd name="connsiteX2" fmla="*/ 60376 w 60411"/>
                <a:gd name="connsiteY2" fmla="*/ 45307 h 55020"/>
                <a:gd name="connsiteX3" fmla="*/ 60376 w 60411"/>
                <a:gd name="connsiteY3" fmla="*/ 45113 h 55020"/>
                <a:gd name="connsiteX4" fmla="*/ 7248 w 60411"/>
                <a:gd name="connsiteY4" fmla="*/ 30 h 55020"/>
                <a:gd name="connsiteX5" fmla="*/ 7067 w 60411"/>
                <a:gd name="connsiteY5" fmla="*/ 54 h 55020"/>
                <a:gd name="connsiteX6" fmla="*/ 317 w 60411"/>
                <a:gd name="connsiteY6" fmla="*/ 25348 h 55020"/>
                <a:gd name="connsiteX7" fmla="*/ 36110 w 60411"/>
                <a:gd name="connsiteY7" fmla="*/ 55020 h 5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411" h="55020">
                  <a:moveTo>
                    <a:pt x="36110" y="55020"/>
                  </a:moveTo>
                  <a:lnTo>
                    <a:pt x="36509" y="55020"/>
                  </a:lnTo>
                  <a:cubicBezTo>
                    <a:pt x="45799" y="55020"/>
                    <a:pt x="54206" y="51307"/>
                    <a:pt x="60376" y="45307"/>
                  </a:cubicBezTo>
                  <a:cubicBezTo>
                    <a:pt x="60424" y="45258"/>
                    <a:pt x="60424" y="45162"/>
                    <a:pt x="60376" y="45113"/>
                  </a:cubicBezTo>
                  <a:cubicBezTo>
                    <a:pt x="43041" y="29666"/>
                    <a:pt x="25320" y="14630"/>
                    <a:pt x="7248" y="30"/>
                  </a:cubicBezTo>
                  <a:cubicBezTo>
                    <a:pt x="7188" y="-19"/>
                    <a:pt x="7103" y="-6"/>
                    <a:pt x="7067" y="54"/>
                  </a:cubicBezTo>
                  <a:cubicBezTo>
                    <a:pt x="1841" y="6937"/>
                    <a:pt x="-990" y="15743"/>
                    <a:pt x="317" y="25348"/>
                  </a:cubicBezTo>
                  <a:cubicBezTo>
                    <a:pt x="2688" y="42682"/>
                    <a:pt x="18607" y="55020"/>
                    <a:pt x="36110" y="550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71CE567E-BBA2-48B3-6FB6-BBB5083F94AC}"/>
                </a:ext>
              </a:extLst>
            </p:cNvPr>
            <p:cNvSpPr/>
            <p:nvPr/>
          </p:nvSpPr>
          <p:spPr>
            <a:xfrm>
              <a:off x="2297415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698C5C9A-A8F3-B6BD-5D29-1A3EC4815811}"/>
                </a:ext>
              </a:extLst>
            </p:cNvPr>
            <p:cNvSpPr/>
            <p:nvPr/>
          </p:nvSpPr>
          <p:spPr>
            <a:xfrm>
              <a:off x="1406877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6BE9819B-D4CF-6410-C1D0-285BB3DDBDE3}"/>
                </a:ext>
              </a:extLst>
            </p:cNvPr>
            <p:cNvSpPr/>
            <p:nvPr/>
          </p:nvSpPr>
          <p:spPr>
            <a:xfrm>
              <a:off x="2000569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36E1A6B2-540D-F767-3EFA-6168B94AFB55}"/>
                </a:ext>
              </a:extLst>
            </p:cNvPr>
            <p:cNvSpPr/>
            <p:nvPr/>
          </p:nvSpPr>
          <p:spPr>
            <a:xfrm>
              <a:off x="2099518" y="1560187"/>
              <a:ext cx="70836" cy="68659"/>
            </a:xfrm>
            <a:custGeom>
              <a:avLst/>
              <a:gdLst>
                <a:gd name="connsiteX0" fmla="*/ 34330 w 70836"/>
                <a:gd name="connsiteY0" fmla="*/ 68659 h 68659"/>
                <a:gd name="connsiteX1" fmla="*/ 36507 w 70836"/>
                <a:gd name="connsiteY1" fmla="*/ 68659 h 68659"/>
                <a:gd name="connsiteX2" fmla="*/ 70837 w 70836"/>
                <a:gd name="connsiteY2" fmla="*/ 34330 h 68659"/>
                <a:gd name="connsiteX3" fmla="*/ 36507 w 70836"/>
                <a:gd name="connsiteY3" fmla="*/ 0 h 68659"/>
                <a:gd name="connsiteX4" fmla="*/ 34330 w 70836"/>
                <a:gd name="connsiteY4" fmla="*/ 0 h 68659"/>
                <a:gd name="connsiteX5" fmla="*/ 0 w 70836"/>
                <a:gd name="connsiteY5" fmla="*/ 34330 h 68659"/>
                <a:gd name="connsiteX6" fmla="*/ 34330 w 70836"/>
                <a:gd name="connsiteY6" fmla="*/ 68659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4330" y="68659"/>
                  </a:move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63" y="68659"/>
                    <a:pt x="34330" y="686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ADB4FFB5-6F8D-251A-663E-DFC8C86E590B}"/>
                </a:ext>
              </a:extLst>
            </p:cNvPr>
            <p:cNvSpPr/>
            <p:nvPr/>
          </p:nvSpPr>
          <p:spPr>
            <a:xfrm>
              <a:off x="2495313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24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8FE23F0-E73F-4F53-D4AD-A7C43F901DAE}"/>
                </a:ext>
              </a:extLst>
            </p:cNvPr>
            <p:cNvSpPr/>
            <p:nvPr/>
          </p:nvSpPr>
          <p:spPr>
            <a:xfrm>
              <a:off x="180267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6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6" y="53285"/>
                    <a:pt x="70836" y="34330"/>
                  </a:cubicBezTo>
                  <a:cubicBezTo>
                    <a:pt x="70836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7FC7D7A9-2429-A247-6EC7-8D8F6CD7632F}"/>
                </a:ext>
              </a:extLst>
            </p:cNvPr>
            <p:cNvSpPr/>
            <p:nvPr/>
          </p:nvSpPr>
          <p:spPr>
            <a:xfrm>
              <a:off x="1604762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74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E5D2C7CA-D4D9-2259-D114-2C78C074E063}"/>
                </a:ext>
              </a:extLst>
            </p:cNvPr>
            <p:cNvSpPr/>
            <p:nvPr/>
          </p:nvSpPr>
          <p:spPr>
            <a:xfrm>
              <a:off x="1505826" y="1560187"/>
              <a:ext cx="70836" cy="68659"/>
            </a:xfrm>
            <a:custGeom>
              <a:avLst/>
              <a:gdLst>
                <a:gd name="connsiteX0" fmla="*/ 36507 w 70836"/>
                <a:gd name="connsiteY0" fmla="*/ 0 h 68659"/>
                <a:gd name="connsiteX1" fmla="*/ 34330 w 70836"/>
                <a:gd name="connsiteY1" fmla="*/ 0 h 68659"/>
                <a:gd name="connsiteX2" fmla="*/ 0 w 70836"/>
                <a:gd name="connsiteY2" fmla="*/ 34330 h 68659"/>
                <a:gd name="connsiteX3" fmla="*/ 34330 w 70836"/>
                <a:gd name="connsiteY3" fmla="*/ 68659 h 68659"/>
                <a:gd name="connsiteX4" fmla="*/ 36507 w 70836"/>
                <a:gd name="connsiteY4" fmla="*/ 68659 h 68659"/>
                <a:gd name="connsiteX5" fmla="*/ 70837 w 70836"/>
                <a:gd name="connsiteY5" fmla="*/ 34330 h 68659"/>
                <a:gd name="connsiteX6" fmla="*/ 36507 w 70836"/>
                <a:gd name="connsiteY6" fmla="*/ 0 h 6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36" h="68659">
                  <a:moveTo>
                    <a:pt x="36507" y="0"/>
                  </a:moveTo>
                  <a:lnTo>
                    <a:pt x="34330" y="0"/>
                  </a:lnTo>
                  <a:cubicBezTo>
                    <a:pt x="15375" y="0"/>
                    <a:pt x="0" y="15375"/>
                    <a:pt x="0" y="34330"/>
                  </a:cubicBezTo>
                  <a:cubicBezTo>
                    <a:pt x="0" y="53285"/>
                    <a:pt x="15375" y="68659"/>
                    <a:pt x="34330" y="68659"/>
                  </a:cubicBezTo>
                  <a:lnTo>
                    <a:pt x="36507" y="68659"/>
                  </a:lnTo>
                  <a:cubicBezTo>
                    <a:pt x="55462" y="68659"/>
                    <a:pt x="70837" y="53285"/>
                    <a:pt x="70837" y="34330"/>
                  </a:cubicBezTo>
                  <a:cubicBezTo>
                    <a:pt x="70837" y="15375"/>
                    <a:pt x="55462" y="0"/>
                    <a:pt x="3650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0D1990AF-F0F9-DC3C-FC9C-DFE02FB94089}"/>
                </a:ext>
              </a:extLst>
            </p:cNvPr>
            <p:cNvSpPr/>
            <p:nvPr/>
          </p:nvSpPr>
          <p:spPr>
            <a:xfrm>
              <a:off x="2297911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C32C07CC-8EAD-75E9-5565-136B3AD238C2}"/>
                </a:ext>
              </a:extLst>
            </p:cNvPr>
            <p:cNvSpPr/>
            <p:nvPr/>
          </p:nvSpPr>
          <p:spPr>
            <a:xfrm>
              <a:off x="180316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B2CA58E-D24A-5671-AFCA-30083E926BC3}"/>
                </a:ext>
              </a:extLst>
            </p:cNvPr>
            <p:cNvSpPr/>
            <p:nvPr/>
          </p:nvSpPr>
          <p:spPr>
            <a:xfrm>
              <a:off x="239684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AC81F935-DE05-B260-161D-C0695340348B}"/>
                </a:ext>
              </a:extLst>
            </p:cNvPr>
            <p:cNvSpPr/>
            <p:nvPr/>
          </p:nvSpPr>
          <p:spPr>
            <a:xfrm>
              <a:off x="2891597" y="1658646"/>
              <a:ext cx="46752" cy="46347"/>
            </a:xfrm>
            <a:custGeom>
              <a:avLst/>
              <a:gdLst>
                <a:gd name="connsiteX0" fmla="*/ 33973 w 46752"/>
                <a:gd name="connsiteY0" fmla="*/ 46347 h 46347"/>
                <a:gd name="connsiteX1" fmla="*/ 35377 w 46752"/>
                <a:gd name="connsiteY1" fmla="*/ 46347 h 46347"/>
                <a:gd name="connsiteX2" fmla="*/ 46650 w 46752"/>
                <a:gd name="connsiteY2" fmla="*/ 44267 h 46347"/>
                <a:gd name="connsiteX3" fmla="*/ 46711 w 46752"/>
                <a:gd name="connsiteY3" fmla="*/ 44013 h 46347"/>
                <a:gd name="connsiteX4" fmla="*/ 2934 w 46752"/>
                <a:gd name="connsiteY4" fmla="*/ 42 h 46347"/>
                <a:gd name="connsiteX5" fmla="*/ 2680 w 46752"/>
                <a:gd name="connsiteY5" fmla="*/ 91 h 46347"/>
                <a:gd name="connsiteX6" fmla="*/ 224 w 46752"/>
                <a:gd name="connsiteY6" fmla="*/ 16989 h 46347"/>
                <a:gd name="connsiteX7" fmla="*/ 33973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33973" y="46347"/>
                  </a:moveTo>
                  <a:lnTo>
                    <a:pt x="35377" y="46347"/>
                  </a:lnTo>
                  <a:cubicBezTo>
                    <a:pt x="39356" y="46347"/>
                    <a:pt x="43118" y="45549"/>
                    <a:pt x="46650" y="44267"/>
                  </a:cubicBezTo>
                  <a:cubicBezTo>
                    <a:pt x="46759" y="44230"/>
                    <a:pt x="46783" y="44097"/>
                    <a:pt x="46711" y="44013"/>
                  </a:cubicBezTo>
                  <a:cubicBezTo>
                    <a:pt x="32449" y="29025"/>
                    <a:pt x="17837" y="14389"/>
                    <a:pt x="2934" y="42"/>
                  </a:cubicBezTo>
                  <a:cubicBezTo>
                    <a:pt x="2861" y="-30"/>
                    <a:pt x="2728" y="-6"/>
                    <a:pt x="2680" y="91"/>
                  </a:cubicBezTo>
                  <a:cubicBezTo>
                    <a:pt x="502" y="5195"/>
                    <a:pt x="-477" y="10929"/>
                    <a:pt x="224" y="16989"/>
                  </a:cubicBezTo>
                  <a:cubicBezTo>
                    <a:pt x="2196" y="33876"/>
                    <a:pt x="16978" y="46347"/>
                    <a:pt x="33973" y="4634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DBAC302-4139-20C6-6571-C58FD7BA0767}"/>
                </a:ext>
              </a:extLst>
            </p:cNvPr>
            <p:cNvSpPr/>
            <p:nvPr/>
          </p:nvSpPr>
          <p:spPr>
            <a:xfrm>
              <a:off x="2198950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BA259E0-EDC3-2421-8D3F-5FD98C254C5F}"/>
                </a:ext>
              </a:extLst>
            </p:cNvPr>
            <p:cNvSpPr/>
            <p:nvPr/>
          </p:nvSpPr>
          <p:spPr>
            <a:xfrm>
              <a:off x="170421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D0FCAE00-D29E-ECFD-909F-B1138E068FC3}"/>
                </a:ext>
              </a:extLst>
            </p:cNvPr>
            <p:cNvSpPr/>
            <p:nvPr/>
          </p:nvSpPr>
          <p:spPr>
            <a:xfrm>
              <a:off x="91262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A589111-F744-8844-6514-553052DD5609}"/>
                </a:ext>
              </a:extLst>
            </p:cNvPr>
            <p:cNvSpPr/>
            <p:nvPr/>
          </p:nvSpPr>
          <p:spPr>
            <a:xfrm>
              <a:off x="200106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009FE7F8-6469-CB83-760A-C0F0B7C44923}"/>
                </a:ext>
              </a:extLst>
            </p:cNvPr>
            <p:cNvSpPr/>
            <p:nvPr/>
          </p:nvSpPr>
          <p:spPr>
            <a:xfrm>
              <a:off x="160525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6F127D80-A8B3-1F86-75D4-2D9A5C5FCA3D}"/>
                </a:ext>
              </a:extLst>
            </p:cNvPr>
            <p:cNvSpPr/>
            <p:nvPr/>
          </p:nvSpPr>
          <p:spPr>
            <a:xfrm>
              <a:off x="2100014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-12" y="52523"/>
                    <a:pt x="15145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2D3C1309-D1A0-2CFD-8AF4-B72371FEC9DE}"/>
                </a:ext>
              </a:extLst>
            </p:cNvPr>
            <p:cNvSpPr/>
            <p:nvPr/>
          </p:nvSpPr>
          <p:spPr>
            <a:xfrm>
              <a:off x="836768" y="1658646"/>
              <a:ext cx="46752" cy="46347"/>
            </a:xfrm>
            <a:custGeom>
              <a:avLst/>
              <a:gdLst>
                <a:gd name="connsiteX0" fmla="*/ 12779 w 46752"/>
                <a:gd name="connsiteY0" fmla="*/ 46347 h 46347"/>
                <a:gd name="connsiteX1" fmla="*/ 46528 w 46752"/>
                <a:gd name="connsiteY1" fmla="*/ 16977 h 46347"/>
                <a:gd name="connsiteX2" fmla="*/ 44072 w 46752"/>
                <a:gd name="connsiteY2" fmla="*/ 91 h 46347"/>
                <a:gd name="connsiteX3" fmla="*/ 43818 w 46752"/>
                <a:gd name="connsiteY3" fmla="*/ 42 h 46347"/>
                <a:gd name="connsiteX4" fmla="*/ 41 w 46752"/>
                <a:gd name="connsiteY4" fmla="*/ 44013 h 46347"/>
                <a:gd name="connsiteX5" fmla="*/ 102 w 46752"/>
                <a:gd name="connsiteY5" fmla="*/ 44267 h 46347"/>
                <a:gd name="connsiteX6" fmla="*/ 11376 w 46752"/>
                <a:gd name="connsiteY6" fmla="*/ 46347 h 46347"/>
                <a:gd name="connsiteX7" fmla="*/ 12779 w 46752"/>
                <a:gd name="connsiteY7" fmla="*/ 46347 h 4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52" h="46347">
                  <a:moveTo>
                    <a:pt x="12779" y="46347"/>
                  </a:moveTo>
                  <a:cubicBezTo>
                    <a:pt x="29774" y="46347"/>
                    <a:pt x="44568" y="33864"/>
                    <a:pt x="46528" y="16977"/>
                  </a:cubicBezTo>
                  <a:cubicBezTo>
                    <a:pt x="47230" y="10929"/>
                    <a:pt x="46250" y="5195"/>
                    <a:pt x="44072" y="91"/>
                  </a:cubicBezTo>
                  <a:cubicBezTo>
                    <a:pt x="44036" y="-6"/>
                    <a:pt x="43903" y="-30"/>
                    <a:pt x="43818" y="42"/>
                  </a:cubicBezTo>
                  <a:cubicBezTo>
                    <a:pt x="28928" y="14389"/>
                    <a:pt x="14303" y="29025"/>
                    <a:pt x="41" y="44013"/>
                  </a:cubicBezTo>
                  <a:cubicBezTo>
                    <a:pt x="-31" y="44097"/>
                    <a:pt x="-7" y="44230"/>
                    <a:pt x="102" y="44267"/>
                  </a:cubicBezTo>
                  <a:cubicBezTo>
                    <a:pt x="3634" y="45549"/>
                    <a:pt x="7396" y="46347"/>
                    <a:pt x="11376" y="46347"/>
                  </a:cubicBezTo>
                  <a:lnTo>
                    <a:pt x="12779" y="4634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F40B84EA-BF87-517E-DF86-355CE4446D97}"/>
                </a:ext>
              </a:extLst>
            </p:cNvPr>
            <p:cNvSpPr/>
            <p:nvPr/>
          </p:nvSpPr>
          <p:spPr>
            <a:xfrm>
              <a:off x="2495809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09C5C7-7AEF-BBD4-E177-26FE2B61845F}"/>
                </a:ext>
              </a:extLst>
            </p:cNvPr>
            <p:cNvSpPr/>
            <p:nvPr/>
          </p:nvSpPr>
          <p:spPr>
            <a:xfrm>
              <a:off x="150632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DE262EB0-AF23-CF1B-35F9-AE1768912DF5}"/>
                </a:ext>
              </a:extLst>
            </p:cNvPr>
            <p:cNvSpPr/>
            <p:nvPr/>
          </p:nvSpPr>
          <p:spPr>
            <a:xfrm>
              <a:off x="2792643" y="1637326"/>
              <a:ext cx="69844" cy="67667"/>
            </a:xfrm>
            <a:custGeom>
              <a:avLst/>
              <a:gdLst>
                <a:gd name="connsiteX0" fmla="*/ 33834 w 69844"/>
                <a:gd name="connsiteY0" fmla="*/ 67667 h 67667"/>
                <a:gd name="connsiteX1" fmla="*/ 36011 w 69844"/>
                <a:gd name="connsiteY1" fmla="*/ 67667 h 67667"/>
                <a:gd name="connsiteX2" fmla="*/ 69845 w 69844"/>
                <a:gd name="connsiteY2" fmla="*/ 33834 h 67667"/>
                <a:gd name="connsiteX3" fmla="*/ 36011 w 69844"/>
                <a:gd name="connsiteY3" fmla="*/ 0 h 67667"/>
                <a:gd name="connsiteX4" fmla="*/ 33834 w 69844"/>
                <a:gd name="connsiteY4" fmla="*/ 0 h 67667"/>
                <a:gd name="connsiteX5" fmla="*/ 0 w 69844"/>
                <a:gd name="connsiteY5" fmla="*/ 33834 h 67667"/>
                <a:gd name="connsiteX6" fmla="*/ 33834 w 69844"/>
                <a:gd name="connsiteY6" fmla="*/ 67667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3834" y="67667"/>
                  </a:move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C51A0B2C-1CF7-4E06-E51D-9DB6B29AC268}"/>
                </a:ext>
              </a:extLst>
            </p:cNvPr>
            <p:cNvSpPr/>
            <p:nvPr/>
          </p:nvSpPr>
          <p:spPr>
            <a:xfrm>
              <a:off x="1110515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CF8A3151-34EC-5B84-120C-620D72D03186}"/>
                </a:ext>
              </a:extLst>
            </p:cNvPr>
            <p:cNvSpPr/>
            <p:nvPr/>
          </p:nvSpPr>
          <p:spPr>
            <a:xfrm>
              <a:off x="1209476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CF1CCF5D-A77C-23D6-78BF-4B696B00E663}"/>
                </a:ext>
              </a:extLst>
            </p:cNvPr>
            <p:cNvSpPr/>
            <p:nvPr/>
          </p:nvSpPr>
          <p:spPr>
            <a:xfrm>
              <a:off x="1308412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E6347E54-4810-4147-84F4-13856C0468EF}"/>
                </a:ext>
              </a:extLst>
            </p:cNvPr>
            <p:cNvSpPr/>
            <p:nvPr/>
          </p:nvSpPr>
          <p:spPr>
            <a:xfrm>
              <a:off x="1011578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1523DF0B-6677-AA3F-DCB0-AC7B6CFADE16}"/>
                </a:ext>
              </a:extLst>
            </p:cNvPr>
            <p:cNvSpPr/>
            <p:nvPr/>
          </p:nvSpPr>
          <p:spPr>
            <a:xfrm>
              <a:off x="1407373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688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2A47FCE-0898-21AA-EE39-1F0C284AFBA5}"/>
                </a:ext>
              </a:extLst>
            </p:cNvPr>
            <p:cNvSpPr/>
            <p:nvPr/>
          </p:nvSpPr>
          <p:spPr>
            <a:xfrm>
              <a:off x="2594757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45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1B238F11-5232-8016-2C17-273DBC05537C}"/>
                </a:ext>
              </a:extLst>
            </p:cNvPr>
            <p:cNvSpPr/>
            <p:nvPr/>
          </p:nvSpPr>
          <p:spPr>
            <a:xfrm>
              <a:off x="190210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57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5D33039E-0E93-C97A-26D9-5A569590FF22}"/>
                </a:ext>
              </a:extLst>
            </p:cNvPr>
            <p:cNvSpPr/>
            <p:nvPr/>
          </p:nvSpPr>
          <p:spPr>
            <a:xfrm>
              <a:off x="2693694" y="1637326"/>
              <a:ext cx="69844" cy="67667"/>
            </a:xfrm>
            <a:custGeom>
              <a:avLst/>
              <a:gdLst>
                <a:gd name="connsiteX0" fmla="*/ 36011 w 69844"/>
                <a:gd name="connsiteY0" fmla="*/ 0 h 67667"/>
                <a:gd name="connsiteX1" fmla="*/ 33834 w 69844"/>
                <a:gd name="connsiteY1" fmla="*/ 0 h 67667"/>
                <a:gd name="connsiteX2" fmla="*/ 0 w 69844"/>
                <a:gd name="connsiteY2" fmla="*/ 33834 h 67667"/>
                <a:gd name="connsiteX3" fmla="*/ 33834 w 69844"/>
                <a:gd name="connsiteY3" fmla="*/ 67667 h 67667"/>
                <a:gd name="connsiteX4" fmla="*/ 36011 w 69844"/>
                <a:gd name="connsiteY4" fmla="*/ 67667 h 67667"/>
                <a:gd name="connsiteX5" fmla="*/ 69845 w 69844"/>
                <a:gd name="connsiteY5" fmla="*/ 33834 h 67667"/>
                <a:gd name="connsiteX6" fmla="*/ 36011 w 69844"/>
                <a:gd name="connsiteY6" fmla="*/ 0 h 6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44" h="67667">
                  <a:moveTo>
                    <a:pt x="36011" y="0"/>
                  </a:moveTo>
                  <a:lnTo>
                    <a:pt x="33834" y="0"/>
                  </a:lnTo>
                  <a:cubicBezTo>
                    <a:pt x="15145" y="0"/>
                    <a:pt x="0" y="15145"/>
                    <a:pt x="0" y="33834"/>
                  </a:cubicBezTo>
                  <a:cubicBezTo>
                    <a:pt x="0" y="52523"/>
                    <a:pt x="15145" y="67667"/>
                    <a:pt x="33834" y="67667"/>
                  </a:cubicBezTo>
                  <a:lnTo>
                    <a:pt x="36011" y="67667"/>
                  </a:lnTo>
                  <a:cubicBezTo>
                    <a:pt x="54700" y="67667"/>
                    <a:pt x="69845" y="52523"/>
                    <a:pt x="69845" y="33834"/>
                  </a:cubicBezTo>
                  <a:cubicBezTo>
                    <a:pt x="69857" y="15145"/>
                    <a:pt x="54700" y="0"/>
                    <a:pt x="3601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01BA5746-8A01-0A45-3F75-E17C25A9785D}"/>
                </a:ext>
              </a:extLst>
            </p:cNvPr>
            <p:cNvSpPr/>
            <p:nvPr/>
          </p:nvSpPr>
          <p:spPr>
            <a:xfrm>
              <a:off x="8141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F515CF-B7F4-653E-C9AF-C37625D0CF40}"/>
                </a:ext>
              </a:extLst>
            </p:cNvPr>
            <p:cNvSpPr/>
            <p:nvPr/>
          </p:nvSpPr>
          <p:spPr>
            <a:xfrm>
              <a:off x="111099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C73AA2A0-75D0-5C3C-774E-AF904BEC78C3}"/>
                </a:ext>
              </a:extLst>
            </p:cNvPr>
            <p:cNvSpPr/>
            <p:nvPr/>
          </p:nvSpPr>
          <p:spPr>
            <a:xfrm>
              <a:off x="180365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24A0C04-6968-CA80-47E9-3A2F5B63E18C}"/>
                </a:ext>
              </a:extLst>
            </p:cNvPr>
            <p:cNvSpPr/>
            <p:nvPr/>
          </p:nvSpPr>
          <p:spPr>
            <a:xfrm>
              <a:off x="190258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B1D622B1-3BC4-0ACF-0B36-A11102FB27C4}"/>
                </a:ext>
              </a:extLst>
            </p:cNvPr>
            <p:cNvSpPr/>
            <p:nvPr/>
          </p:nvSpPr>
          <p:spPr>
            <a:xfrm>
              <a:off x="2100498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2CB2FDB2-9154-7E4F-61B4-EF9D58945A34}"/>
                </a:ext>
              </a:extLst>
            </p:cNvPr>
            <p:cNvSpPr/>
            <p:nvPr/>
          </p:nvSpPr>
          <p:spPr>
            <a:xfrm>
              <a:off x="170470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BE95931B-3A1F-9D71-7CF0-2BB52DDE3857}"/>
                </a:ext>
              </a:extLst>
            </p:cNvPr>
            <p:cNvSpPr/>
            <p:nvPr/>
          </p:nvSpPr>
          <p:spPr>
            <a:xfrm>
              <a:off x="269417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0431929B-DBAE-FE52-86FE-1ACA3D918FF5}"/>
                </a:ext>
              </a:extLst>
            </p:cNvPr>
            <p:cNvSpPr/>
            <p:nvPr/>
          </p:nvSpPr>
          <p:spPr>
            <a:xfrm>
              <a:off x="101206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FD49E85E-633A-F7FA-07D4-B50732274048}"/>
                </a:ext>
              </a:extLst>
            </p:cNvPr>
            <p:cNvSpPr/>
            <p:nvPr/>
          </p:nvSpPr>
          <p:spPr>
            <a:xfrm>
              <a:off x="913113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BCE7936-5375-7EF7-9161-CEE47A92C428}"/>
                </a:ext>
              </a:extLst>
            </p:cNvPr>
            <p:cNvSpPr/>
            <p:nvPr/>
          </p:nvSpPr>
          <p:spPr>
            <a:xfrm>
              <a:off x="120995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16AB7D58-8246-26B4-56F8-4C962AAC3135}"/>
                </a:ext>
              </a:extLst>
            </p:cNvPr>
            <p:cNvSpPr/>
            <p:nvPr/>
          </p:nvSpPr>
          <p:spPr>
            <a:xfrm>
              <a:off x="130889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0EC9AEF5-352D-9FA3-F936-1CC05B8860C8}"/>
                </a:ext>
              </a:extLst>
            </p:cNvPr>
            <p:cNvSpPr/>
            <p:nvPr/>
          </p:nvSpPr>
          <p:spPr>
            <a:xfrm>
              <a:off x="249629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736F8A7-9D45-7607-15C6-492C8950BAAD}"/>
                </a:ext>
              </a:extLst>
            </p:cNvPr>
            <p:cNvSpPr/>
            <p:nvPr/>
          </p:nvSpPr>
          <p:spPr>
            <a:xfrm>
              <a:off x="1506806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B10B38E4-72C1-9793-382A-D71D437F6199}"/>
                </a:ext>
              </a:extLst>
            </p:cNvPr>
            <p:cNvSpPr/>
            <p:nvPr/>
          </p:nvSpPr>
          <p:spPr>
            <a:xfrm>
              <a:off x="2595241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FBB4FD00-358F-0CB9-694E-172983863BC6}"/>
                </a:ext>
              </a:extLst>
            </p:cNvPr>
            <p:cNvSpPr/>
            <p:nvPr/>
          </p:nvSpPr>
          <p:spPr>
            <a:xfrm>
              <a:off x="1407857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8AA46A6A-07ED-65EE-1618-560923C65700}"/>
                </a:ext>
              </a:extLst>
            </p:cNvPr>
            <p:cNvSpPr/>
            <p:nvPr/>
          </p:nvSpPr>
          <p:spPr>
            <a:xfrm>
              <a:off x="239733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FC9EA07B-B689-7347-9F71-5481F9EC267A}"/>
                </a:ext>
              </a:extLst>
            </p:cNvPr>
            <p:cNvSpPr/>
            <p:nvPr/>
          </p:nvSpPr>
          <p:spPr>
            <a:xfrm>
              <a:off x="2892087" y="1714453"/>
              <a:ext cx="68877" cy="66699"/>
            </a:xfrm>
            <a:custGeom>
              <a:avLst/>
              <a:gdLst>
                <a:gd name="connsiteX0" fmla="*/ 33350 w 68877"/>
                <a:gd name="connsiteY0" fmla="*/ 66700 h 66699"/>
                <a:gd name="connsiteX1" fmla="*/ 35527 w 68877"/>
                <a:gd name="connsiteY1" fmla="*/ 66700 h 66699"/>
                <a:gd name="connsiteX2" fmla="*/ 68877 w 68877"/>
                <a:gd name="connsiteY2" fmla="*/ 33350 h 66699"/>
                <a:gd name="connsiteX3" fmla="*/ 35527 w 68877"/>
                <a:gd name="connsiteY3" fmla="*/ 0 h 66699"/>
                <a:gd name="connsiteX4" fmla="*/ 33350 w 68877"/>
                <a:gd name="connsiteY4" fmla="*/ 0 h 66699"/>
                <a:gd name="connsiteX5" fmla="*/ 0 w 68877"/>
                <a:gd name="connsiteY5" fmla="*/ 33350 h 66699"/>
                <a:gd name="connsiteX6" fmla="*/ 33350 w 68877"/>
                <a:gd name="connsiteY6" fmla="*/ 6670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3350" y="66700"/>
                  </a:move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BC7F205-7ED3-8CD7-A851-720DA2F05F71}"/>
                </a:ext>
              </a:extLst>
            </p:cNvPr>
            <p:cNvSpPr/>
            <p:nvPr/>
          </p:nvSpPr>
          <p:spPr>
            <a:xfrm>
              <a:off x="2793138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1EC9D86-AF07-95AB-7C20-9061CCB45701}"/>
                </a:ext>
              </a:extLst>
            </p:cNvPr>
            <p:cNvSpPr/>
            <p:nvPr/>
          </p:nvSpPr>
          <p:spPr>
            <a:xfrm>
              <a:off x="2199434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B0EAC07E-838F-ACF4-03B9-6F7C75D786C7}"/>
                </a:ext>
              </a:extLst>
            </p:cNvPr>
            <p:cNvSpPr/>
            <p:nvPr/>
          </p:nvSpPr>
          <p:spPr>
            <a:xfrm>
              <a:off x="2001549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5FBE228E-7F4E-EEE9-9727-5EC419B2ACD1}"/>
                </a:ext>
              </a:extLst>
            </p:cNvPr>
            <p:cNvSpPr/>
            <p:nvPr/>
          </p:nvSpPr>
          <p:spPr>
            <a:xfrm>
              <a:off x="2298395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38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85490BC4-C963-175A-343F-E6811E38004C}"/>
                </a:ext>
              </a:extLst>
            </p:cNvPr>
            <p:cNvSpPr/>
            <p:nvPr/>
          </p:nvSpPr>
          <p:spPr>
            <a:xfrm>
              <a:off x="1605742" y="1714453"/>
              <a:ext cx="68877" cy="66699"/>
            </a:xfrm>
            <a:custGeom>
              <a:avLst/>
              <a:gdLst>
                <a:gd name="connsiteX0" fmla="*/ 35527 w 68877"/>
                <a:gd name="connsiteY0" fmla="*/ 0 h 66699"/>
                <a:gd name="connsiteX1" fmla="*/ 33350 w 68877"/>
                <a:gd name="connsiteY1" fmla="*/ 0 h 66699"/>
                <a:gd name="connsiteX2" fmla="*/ 0 w 68877"/>
                <a:gd name="connsiteY2" fmla="*/ 33350 h 66699"/>
                <a:gd name="connsiteX3" fmla="*/ 33350 w 68877"/>
                <a:gd name="connsiteY3" fmla="*/ 66700 h 66699"/>
                <a:gd name="connsiteX4" fmla="*/ 35527 w 68877"/>
                <a:gd name="connsiteY4" fmla="*/ 66700 h 66699"/>
                <a:gd name="connsiteX5" fmla="*/ 68877 w 68877"/>
                <a:gd name="connsiteY5" fmla="*/ 33350 h 66699"/>
                <a:gd name="connsiteX6" fmla="*/ 35527 w 68877"/>
                <a:gd name="connsiteY6" fmla="*/ 0 h 6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77" h="66699">
                  <a:moveTo>
                    <a:pt x="35527" y="0"/>
                  </a:moveTo>
                  <a:lnTo>
                    <a:pt x="33350" y="0"/>
                  </a:lnTo>
                  <a:cubicBezTo>
                    <a:pt x="14939" y="0"/>
                    <a:pt x="0" y="14927"/>
                    <a:pt x="0" y="33350"/>
                  </a:cubicBezTo>
                  <a:cubicBezTo>
                    <a:pt x="0" y="51773"/>
                    <a:pt x="14927" y="66700"/>
                    <a:pt x="33350" y="66700"/>
                  </a:cubicBezTo>
                  <a:lnTo>
                    <a:pt x="35527" y="66700"/>
                  </a:lnTo>
                  <a:cubicBezTo>
                    <a:pt x="53938" y="66700"/>
                    <a:pt x="68877" y="51773"/>
                    <a:pt x="68877" y="33350"/>
                  </a:cubicBezTo>
                  <a:cubicBezTo>
                    <a:pt x="68877" y="14927"/>
                    <a:pt x="53950" y="0"/>
                    <a:pt x="3552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3ECA7AFE-BD87-AF92-F7CA-E918E00A8F8A}"/>
                </a:ext>
              </a:extLst>
            </p:cNvPr>
            <p:cNvSpPr/>
            <p:nvPr/>
          </p:nvSpPr>
          <p:spPr>
            <a:xfrm>
              <a:off x="160623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CCE22B33-CDE8-D24D-A960-93FDF2F91F94}"/>
                </a:ext>
              </a:extLst>
            </p:cNvPr>
            <p:cNvSpPr/>
            <p:nvPr/>
          </p:nvSpPr>
          <p:spPr>
            <a:xfrm>
              <a:off x="121045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92390325-CCAC-6CA2-A244-3DDD82B33F10}"/>
                </a:ext>
              </a:extLst>
            </p:cNvPr>
            <p:cNvSpPr/>
            <p:nvPr/>
          </p:nvSpPr>
          <p:spPr>
            <a:xfrm>
              <a:off x="279363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6F7BCDD9-3FC6-1BEE-4CDC-CE050C743349}"/>
                </a:ext>
              </a:extLst>
            </p:cNvPr>
            <p:cNvSpPr/>
            <p:nvPr/>
          </p:nvSpPr>
          <p:spPr>
            <a:xfrm>
              <a:off x="111149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7C417B-8007-F414-9482-2C4C281F06DD}"/>
                </a:ext>
              </a:extLst>
            </p:cNvPr>
            <p:cNvSpPr/>
            <p:nvPr/>
          </p:nvSpPr>
          <p:spPr>
            <a:xfrm>
              <a:off x="1309392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C72DA292-BB23-B673-2E93-1D97F1DD4C4B}"/>
                </a:ext>
              </a:extLst>
            </p:cNvPr>
            <p:cNvSpPr/>
            <p:nvPr/>
          </p:nvSpPr>
          <p:spPr>
            <a:xfrm>
              <a:off x="140835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23C962A-5482-579F-67E8-C3C0D8FBCAF6}"/>
                </a:ext>
              </a:extLst>
            </p:cNvPr>
            <p:cNvSpPr/>
            <p:nvPr/>
          </p:nvSpPr>
          <p:spPr>
            <a:xfrm>
              <a:off x="8146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1E011DF-9C08-C123-241E-4BDD5B4AE363}"/>
                </a:ext>
              </a:extLst>
            </p:cNvPr>
            <p:cNvSpPr/>
            <p:nvPr/>
          </p:nvSpPr>
          <p:spPr>
            <a:xfrm>
              <a:off x="2892583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BBF7474D-A566-96F1-96C5-C726938EC7FE}"/>
                </a:ext>
              </a:extLst>
            </p:cNvPr>
            <p:cNvSpPr/>
            <p:nvPr/>
          </p:nvSpPr>
          <p:spPr>
            <a:xfrm>
              <a:off x="101255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EE9A1F26-8144-1322-9239-B86F24591F54}"/>
                </a:ext>
              </a:extLst>
            </p:cNvPr>
            <p:cNvSpPr/>
            <p:nvPr/>
          </p:nvSpPr>
          <p:spPr>
            <a:xfrm>
              <a:off x="720110" y="1792314"/>
              <a:ext cx="63490" cy="64997"/>
            </a:xfrm>
            <a:custGeom>
              <a:avLst/>
              <a:gdLst>
                <a:gd name="connsiteX0" fmla="*/ 28456 w 63490"/>
                <a:gd name="connsiteY0" fmla="*/ 64997 h 64997"/>
                <a:gd name="connsiteX1" fmla="*/ 29278 w 63490"/>
                <a:gd name="connsiteY1" fmla="*/ 64997 h 64997"/>
                <a:gd name="connsiteX2" fmla="*/ 62979 w 63490"/>
                <a:gd name="connsiteY2" fmla="*/ 38022 h 64997"/>
                <a:gd name="connsiteX3" fmla="*/ 37431 w 63490"/>
                <a:gd name="connsiteY3" fmla="*/ 3 h 64997"/>
                <a:gd name="connsiteX4" fmla="*/ 37298 w 63490"/>
                <a:gd name="connsiteY4" fmla="*/ 52 h 64997"/>
                <a:gd name="connsiteX5" fmla="*/ 29 w 63490"/>
                <a:gd name="connsiteY5" fmla="*/ 48195 h 64997"/>
                <a:gd name="connsiteX6" fmla="*/ 17 w 63490"/>
                <a:gd name="connsiteY6" fmla="*/ 48340 h 64997"/>
                <a:gd name="connsiteX7" fmla="*/ 28456 w 63490"/>
                <a:gd name="connsiteY7" fmla="*/ 64997 h 6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0" h="64997">
                  <a:moveTo>
                    <a:pt x="28456" y="64997"/>
                  </a:moveTo>
                  <a:lnTo>
                    <a:pt x="29278" y="64997"/>
                  </a:lnTo>
                  <a:cubicBezTo>
                    <a:pt x="45427" y="64997"/>
                    <a:pt x="60221" y="53941"/>
                    <a:pt x="62979" y="38022"/>
                  </a:cubicBezTo>
                  <a:cubicBezTo>
                    <a:pt x="66160" y="19696"/>
                    <a:pt x="54124" y="3511"/>
                    <a:pt x="37431" y="3"/>
                  </a:cubicBezTo>
                  <a:cubicBezTo>
                    <a:pt x="37383" y="-9"/>
                    <a:pt x="37334" y="15"/>
                    <a:pt x="37298" y="52"/>
                  </a:cubicBezTo>
                  <a:cubicBezTo>
                    <a:pt x="24560" y="15837"/>
                    <a:pt x="12113" y="31877"/>
                    <a:pt x="29" y="48195"/>
                  </a:cubicBezTo>
                  <a:cubicBezTo>
                    <a:pt x="-7" y="48232"/>
                    <a:pt x="-7" y="48292"/>
                    <a:pt x="17" y="48340"/>
                  </a:cubicBezTo>
                  <a:cubicBezTo>
                    <a:pt x="5690" y="58235"/>
                    <a:pt x="16226" y="64997"/>
                    <a:pt x="28456" y="6499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7ED9295E-1D4B-83E4-3320-5C7879182980}"/>
                </a:ext>
              </a:extLst>
            </p:cNvPr>
            <p:cNvSpPr/>
            <p:nvPr/>
          </p:nvSpPr>
          <p:spPr>
            <a:xfrm>
              <a:off x="91360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40EF0DE-C6A6-75B7-D21D-ACDB45971EFF}"/>
                </a:ext>
              </a:extLst>
            </p:cNvPr>
            <p:cNvSpPr/>
            <p:nvPr/>
          </p:nvSpPr>
          <p:spPr>
            <a:xfrm>
              <a:off x="1705199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3A15F4E9-206F-0D4A-D61E-9787AB18CFD2}"/>
                </a:ext>
              </a:extLst>
            </p:cNvPr>
            <p:cNvSpPr/>
            <p:nvPr/>
          </p:nvSpPr>
          <p:spPr>
            <a:xfrm>
              <a:off x="269467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88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A6C67309-E20F-B602-F910-8CC86246D0B5}"/>
                </a:ext>
              </a:extLst>
            </p:cNvPr>
            <p:cNvSpPr/>
            <p:nvPr/>
          </p:nvSpPr>
          <p:spPr>
            <a:xfrm>
              <a:off x="229889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6502E2FB-0230-F540-36DA-6E22C8E59751}"/>
                </a:ext>
              </a:extLst>
            </p:cNvPr>
            <p:cNvSpPr/>
            <p:nvPr/>
          </p:nvSpPr>
          <p:spPr>
            <a:xfrm>
              <a:off x="1507301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95716AEB-363D-6296-470F-E8CFFD6F579D}"/>
                </a:ext>
              </a:extLst>
            </p:cNvPr>
            <p:cNvSpPr/>
            <p:nvPr/>
          </p:nvSpPr>
          <p:spPr>
            <a:xfrm>
              <a:off x="239782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50337058-5246-DE37-B504-1D34B5B4EBC9}"/>
                </a:ext>
              </a:extLst>
            </p:cNvPr>
            <p:cNvSpPr/>
            <p:nvPr/>
          </p:nvSpPr>
          <p:spPr>
            <a:xfrm>
              <a:off x="2991528" y="1792302"/>
              <a:ext cx="63466" cy="65009"/>
            </a:xfrm>
            <a:custGeom>
              <a:avLst/>
              <a:gdLst>
                <a:gd name="connsiteX0" fmla="*/ 512 w 63466"/>
                <a:gd name="connsiteY0" fmla="*/ 38034 h 65009"/>
                <a:gd name="connsiteX1" fmla="*/ 34212 w 63466"/>
                <a:gd name="connsiteY1" fmla="*/ 65009 h 65009"/>
                <a:gd name="connsiteX2" fmla="*/ 35023 w 63466"/>
                <a:gd name="connsiteY2" fmla="*/ 65009 h 65009"/>
                <a:gd name="connsiteX3" fmla="*/ 63450 w 63466"/>
                <a:gd name="connsiteY3" fmla="*/ 48340 h 65009"/>
                <a:gd name="connsiteX4" fmla="*/ 63438 w 63466"/>
                <a:gd name="connsiteY4" fmla="*/ 48195 h 65009"/>
                <a:gd name="connsiteX5" fmla="*/ 26180 w 63466"/>
                <a:gd name="connsiteY5" fmla="*/ 52 h 65009"/>
                <a:gd name="connsiteX6" fmla="*/ 26047 w 63466"/>
                <a:gd name="connsiteY6" fmla="*/ 3 h 65009"/>
                <a:gd name="connsiteX7" fmla="*/ 512 w 63466"/>
                <a:gd name="connsiteY7" fmla="*/ 38034 h 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66" h="65009">
                  <a:moveTo>
                    <a:pt x="512" y="38034"/>
                  </a:moveTo>
                  <a:cubicBezTo>
                    <a:pt x="3270" y="53953"/>
                    <a:pt x="18064" y="65009"/>
                    <a:pt x="34212" y="65009"/>
                  </a:cubicBezTo>
                  <a:lnTo>
                    <a:pt x="35023" y="65009"/>
                  </a:lnTo>
                  <a:cubicBezTo>
                    <a:pt x="47252" y="65009"/>
                    <a:pt x="57788" y="58247"/>
                    <a:pt x="63450" y="48340"/>
                  </a:cubicBezTo>
                  <a:cubicBezTo>
                    <a:pt x="63474" y="48292"/>
                    <a:pt x="63474" y="48244"/>
                    <a:pt x="63438" y="48195"/>
                  </a:cubicBezTo>
                  <a:cubicBezTo>
                    <a:pt x="51353" y="31877"/>
                    <a:pt x="38918" y="15837"/>
                    <a:pt x="26180" y="52"/>
                  </a:cubicBezTo>
                  <a:cubicBezTo>
                    <a:pt x="26144" y="15"/>
                    <a:pt x="26096" y="-9"/>
                    <a:pt x="26047" y="3"/>
                  </a:cubicBezTo>
                  <a:cubicBezTo>
                    <a:pt x="9354" y="3523"/>
                    <a:pt x="-2669" y="19696"/>
                    <a:pt x="512" y="3803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8EF661D9-4704-18A8-E055-4D85CAF52E44}"/>
                </a:ext>
              </a:extLst>
            </p:cNvPr>
            <p:cNvSpPr/>
            <p:nvPr/>
          </p:nvSpPr>
          <p:spPr>
            <a:xfrm>
              <a:off x="180414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75CEE6E2-0A35-1EE2-E08A-88D3B9A5583C}"/>
                </a:ext>
              </a:extLst>
            </p:cNvPr>
            <p:cNvSpPr/>
            <p:nvPr/>
          </p:nvSpPr>
          <p:spPr>
            <a:xfrm>
              <a:off x="2496788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DE04CFFC-8E94-9C91-1E54-09C868FB7DAD}"/>
                </a:ext>
              </a:extLst>
            </p:cNvPr>
            <p:cNvSpPr/>
            <p:nvPr/>
          </p:nvSpPr>
          <p:spPr>
            <a:xfrm>
              <a:off x="2199930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76A75860-C23F-5929-F7BF-3B03CFCC5DA2}"/>
                </a:ext>
              </a:extLst>
            </p:cNvPr>
            <p:cNvSpPr/>
            <p:nvPr/>
          </p:nvSpPr>
          <p:spPr>
            <a:xfrm>
              <a:off x="2595737" y="1791591"/>
              <a:ext cx="67884" cy="65707"/>
            </a:xfrm>
            <a:custGeom>
              <a:avLst/>
              <a:gdLst>
                <a:gd name="connsiteX0" fmla="*/ 35031 w 67884"/>
                <a:gd name="connsiteY0" fmla="*/ 0 h 65707"/>
                <a:gd name="connsiteX1" fmla="*/ 32854 w 67884"/>
                <a:gd name="connsiteY1" fmla="*/ 0 h 65707"/>
                <a:gd name="connsiteX2" fmla="*/ 0 w 67884"/>
                <a:gd name="connsiteY2" fmla="*/ 32854 h 65707"/>
                <a:gd name="connsiteX3" fmla="*/ 32854 w 67884"/>
                <a:gd name="connsiteY3" fmla="*/ 65708 h 65707"/>
                <a:gd name="connsiteX4" fmla="*/ 35031 w 67884"/>
                <a:gd name="connsiteY4" fmla="*/ 65708 h 65707"/>
                <a:gd name="connsiteX5" fmla="*/ 67885 w 67884"/>
                <a:gd name="connsiteY5" fmla="*/ 32854 h 65707"/>
                <a:gd name="connsiteX6" fmla="*/ 35031 w 67884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4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5895D2D-3862-DE49-F6D2-8E0BF6A5B0C3}"/>
                </a:ext>
              </a:extLst>
            </p:cNvPr>
            <p:cNvSpPr/>
            <p:nvPr/>
          </p:nvSpPr>
          <p:spPr>
            <a:xfrm>
              <a:off x="2002045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B089CD70-5B89-4A98-14E4-7AD4EC80E7AB}"/>
                </a:ext>
              </a:extLst>
            </p:cNvPr>
            <p:cNvSpPr/>
            <p:nvPr/>
          </p:nvSpPr>
          <p:spPr>
            <a:xfrm>
              <a:off x="1903084" y="1791591"/>
              <a:ext cx="67885" cy="65707"/>
            </a:xfrm>
            <a:custGeom>
              <a:avLst/>
              <a:gdLst>
                <a:gd name="connsiteX0" fmla="*/ 35031 w 67885"/>
                <a:gd name="connsiteY0" fmla="*/ 0 h 65707"/>
                <a:gd name="connsiteX1" fmla="*/ 32854 w 67885"/>
                <a:gd name="connsiteY1" fmla="*/ 0 h 65707"/>
                <a:gd name="connsiteX2" fmla="*/ 0 w 67885"/>
                <a:gd name="connsiteY2" fmla="*/ 32854 h 65707"/>
                <a:gd name="connsiteX3" fmla="*/ 32854 w 67885"/>
                <a:gd name="connsiteY3" fmla="*/ 65708 h 65707"/>
                <a:gd name="connsiteX4" fmla="*/ 35031 w 67885"/>
                <a:gd name="connsiteY4" fmla="*/ 65708 h 65707"/>
                <a:gd name="connsiteX5" fmla="*/ 67885 w 67885"/>
                <a:gd name="connsiteY5" fmla="*/ 32854 h 65707"/>
                <a:gd name="connsiteX6" fmla="*/ 35031 w 67885"/>
                <a:gd name="connsiteY6" fmla="*/ 0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5031" y="0"/>
                  </a:move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A3E9506F-68BD-476B-E502-629CB8CDC04E}"/>
                </a:ext>
              </a:extLst>
            </p:cNvPr>
            <p:cNvSpPr/>
            <p:nvPr/>
          </p:nvSpPr>
          <p:spPr>
            <a:xfrm>
              <a:off x="2100994" y="1791604"/>
              <a:ext cx="67885" cy="65707"/>
            </a:xfrm>
            <a:custGeom>
              <a:avLst/>
              <a:gdLst>
                <a:gd name="connsiteX0" fmla="*/ 32854 w 67885"/>
                <a:gd name="connsiteY0" fmla="*/ 65708 h 65707"/>
                <a:gd name="connsiteX1" fmla="*/ 35031 w 67885"/>
                <a:gd name="connsiteY1" fmla="*/ 65708 h 65707"/>
                <a:gd name="connsiteX2" fmla="*/ 67885 w 67885"/>
                <a:gd name="connsiteY2" fmla="*/ 32854 h 65707"/>
                <a:gd name="connsiteX3" fmla="*/ 35031 w 67885"/>
                <a:gd name="connsiteY3" fmla="*/ 0 h 65707"/>
                <a:gd name="connsiteX4" fmla="*/ 32854 w 67885"/>
                <a:gd name="connsiteY4" fmla="*/ 0 h 65707"/>
                <a:gd name="connsiteX5" fmla="*/ 0 w 67885"/>
                <a:gd name="connsiteY5" fmla="*/ 32854 h 65707"/>
                <a:gd name="connsiteX6" fmla="*/ 32854 w 67885"/>
                <a:gd name="connsiteY6" fmla="*/ 65708 h 6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5" h="65707">
                  <a:moveTo>
                    <a:pt x="32854" y="65708"/>
                  </a:moveTo>
                  <a:lnTo>
                    <a:pt x="35031" y="65708"/>
                  </a:lnTo>
                  <a:cubicBezTo>
                    <a:pt x="53176" y="65708"/>
                    <a:pt x="67885" y="50998"/>
                    <a:pt x="67885" y="32854"/>
                  </a:cubicBezTo>
                  <a:cubicBezTo>
                    <a:pt x="67885" y="14709"/>
                    <a:pt x="53176" y="0"/>
                    <a:pt x="35031" y="0"/>
                  </a:cubicBezTo>
                  <a:lnTo>
                    <a:pt x="32854" y="0"/>
                  </a:lnTo>
                  <a:cubicBezTo>
                    <a:pt x="14709" y="0"/>
                    <a:pt x="0" y="14709"/>
                    <a:pt x="0" y="32854"/>
                  </a:cubicBezTo>
                  <a:cubicBezTo>
                    <a:pt x="0" y="50998"/>
                    <a:pt x="14709" y="65708"/>
                    <a:pt x="32854" y="657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FD1C3036-A74B-01EB-1198-F257090C1985}"/>
                </a:ext>
              </a:extLst>
            </p:cNvPr>
            <p:cNvSpPr/>
            <p:nvPr/>
          </p:nvSpPr>
          <p:spPr>
            <a:xfrm>
              <a:off x="160672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79F5D5E9-BC96-E61A-8EA3-26A7EED2A0A8}"/>
                </a:ext>
              </a:extLst>
            </p:cNvPr>
            <p:cNvSpPr/>
            <p:nvPr/>
          </p:nvSpPr>
          <p:spPr>
            <a:xfrm>
              <a:off x="200252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C5B515BA-7D66-E454-7158-9236A37A95AE}"/>
                </a:ext>
              </a:extLst>
            </p:cNvPr>
            <p:cNvSpPr/>
            <p:nvPr/>
          </p:nvSpPr>
          <p:spPr>
            <a:xfrm>
              <a:off x="3090977" y="1894471"/>
              <a:ext cx="25725" cy="37997"/>
            </a:xfrm>
            <a:custGeom>
              <a:avLst/>
              <a:gdLst>
                <a:gd name="connsiteX0" fmla="*/ 25705 w 25725"/>
                <a:gd name="connsiteY0" fmla="*/ 37801 h 37997"/>
                <a:gd name="connsiteX1" fmla="*/ 1258 w 25725"/>
                <a:gd name="connsiteY1" fmla="*/ 61 h 37997"/>
                <a:gd name="connsiteX2" fmla="*/ 1028 w 25725"/>
                <a:gd name="connsiteY2" fmla="*/ 97 h 37997"/>
                <a:gd name="connsiteX3" fmla="*/ 0 w 25725"/>
                <a:gd name="connsiteY3" fmla="*/ 7585 h 37997"/>
                <a:gd name="connsiteX4" fmla="*/ 25584 w 25725"/>
                <a:gd name="connsiteY4" fmla="*/ 37995 h 37997"/>
                <a:gd name="connsiteX5" fmla="*/ 25705 w 25725"/>
                <a:gd name="connsiteY5" fmla="*/ 37801 h 3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7">
                  <a:moveTo>
                    <a:pt x="25705" y="37801"/>
                  </a:moveTo>
                  <a:cubicBezTo>
                    <a:pt x="17733" y="25100"/>
                    <a:pt x="9629" y="12484"/>
                    <a:pt x="1258" y="61"/>
                  </a:cubicBezTo>
                  <a:cubicBezTo>
                    <a:pt x="1198" y="-36"/>
                    <a:pt x="1052" y="-12"/>
                    <a:pt x="1028" y="97"/>
                  </a:cubicBezTo>
                  <a:cubicBezTo>
                    <a:pt x="411" y="2504"/>
                    <a:pt x="0" y="4984"/>
                    <a:pt x="0" y="7585"/>
                  </a:cubicBezTo>
                  <a:cubicBezTo>
                    <a:pt x="0" y="22838"/>
                    <a:pt x="11056" y="35431"/>
                    <a:pt x="25584" y="37995"/>
                  </a:cubicBezTo>
                  <a:cubicBezTo>
                    <a:pt x="25681" y="38019"/>
                    <a:pt x="25765" y="37886"/>
                    <a:pt x="25705" y="3780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5D6E8045-D15C-8B9B-84AB-E0D05C899C78}"/>
                </a:ext>
              </a:extLst>
            </p:cNvPr>
            <p:cNvSpPr/>
            <p:nvPr/>
          </p:nvSpPr>
          <p:spPr>
            <a:xfrm>
              <a:off x="229937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F0D7C6CF-4142-4895-700F-AB3C36D247F7}"/>
                </a:ext>
              </a:extLst>
            </p:cNvPr>
            <p:cNvSpPr/>
            <p:nvPr/>
          </p:nvSpPr>
          <p:spPr>
            <a:xfrm>
              <a:off x="658427" y="1894471"/>
              <a:ext cx="25725" cy="37995"/>
            </a:xfrm>
            <a:custGeom>
              <a:avLst/>
              <a:gdLst>
                <a:gd name="connsiteX0" fmla="*/ 25725 w 25725"/>
                <a:gd name="connsiteY0" fmla="*/ 7585 h 37995"/>
                <a:gd name="connsiteX1" fmla="*/ 24697 w 25725"/>
                <a:gd name="connsiteY1" fmla="*/ 97 h 37995"/>
                <a:gd name="connsiteX2" fmla="*/ 24467 w 25725"/>
                <a:gd name="connsiteY2" fmla="*/ 61 h 37995"/>
                <a:gd name="connsiteX3" fmla="*/ 20 w 25725"/>
                <a:gd name="connsiteY3" fmla="*/ 37789 h 37995"/>
                <a:gd name="connsiteX4" fmla="*/ 153 w 25725"/>
                <a:gd name="connsiteY4" fmla="*/ 37995 h 37995"/>
                <a:gd name="connsiteX5" fmla="*/ 25725 w 25725"/>
                <a:gd name="connsiteY5" fmla="*/ 7585 h 3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5" h="37995">
                  <a:moveTo>
                    <a:pt x="25725" y="7585"/>
                  </a:moveTo>
                  <a:cubicBezTo>
                    <a:pt x="25725" y="4984"/>
                    <a:pt x="25302" y="2504"/>
                    <a:pt x="24697" y="97"/>
                  </a:cubicBezTo>
                  <a:cubicBezTo>
                    <a:pt x="24673" y="-12"/>
                    <a:pt x="24528" y="-36"/>
                    <a:pt x="24467" y="61"/>
                  </a:cubicBezTo>
                  <a:cubicBezTo>
                    <a:pt x="16096" y="12484"/>
                    <a:pt x="7992" y="25088"/>
                    <a:pt x="20" y="37789"/>
                  </a:cubicBezTo>
                  <a:cubicBezTo>
                    <a:pt x="-40" y="37886"/>
                    <a:pt x="44" y="38007"/>
                    <a:pt x="153" y="37995"/>
                  </a:cubicBezTo>
                  <a:cubicBezTo>
                    <a:pt x="14669" y="35431"/>
                    <a:pt x="25725" y="22838"/>
                    <a:pt x="25725" y="7585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F5C5D549-1F73-9BB8-EA61-6990420C5798}"/>
                </a:ext>
              </a:extLst>
            </p:cNvPr>
            <p:cNvSpPr/>
            <p:nvPr/>
          </p:nvSpPr>
          <p:spPr>
            <a:xfrm>
              <a:off x="249727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A49F8E27-91B5-B6E1-F8F8-7959779884C3}"/>
                </a:ext>
              </a:extLst>
            </p:cNvPr>
            <p:cNvSpPr/>
            <p:nvPr/>
          </p:nvSpPr>
          <p:spPr>
            <a:xfrm>
              <a:off x="289306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055A357E-EDFF-0F24-1984-2282E2247345}"/>
                </a:ext>
              </a:extLst>
            </p:cNvPr>
            <p:cNvSpPr/>
            <p:nvPr/>
          </p:nvSpPr>
          <p:spPr>
            <a:xfrm>
              <a:off x="269515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5097D544-6935-5C67-1129-398EFFC16D4F}"/>
                </a:ext>
              </a:extLst>
            </p:cNvPr>
            <p:cNvSpPr/>
            <p:nvPr/>
          </p:nvSpPr>
          <p:spPr>
            <a:xfrm>
              <a:off x="71619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19DB0A7-AB4A-6761-1ACD-2328BF484EE1}"/>
                </a:ext>
              </a:extLst>
            </p:cNvPr>
            <p:cNvSpPr/>
            <p:nvPr/>
          </p:nvSpPr>
          <p:spPr>
            <a:xfrm>
              <a:off x="2992016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8 w 66917"/>
                <a:gd name="connsiteY1" fmla="*/ 64740 h 64740"/>
                <a:gd name="connsiteX2" fmla="*/ 66918 w 66917"/>
                <a:gd name="connsiteY2" fmla="*/ 32370 h 64740"/>
                <a:gd name="connsiteX3" fmla="*/ 34548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8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852D90BC-7A3A-C3A9-3F84-E6513E42E0B3}"/>
                </a:ext>
              </a:extLst>
            </p:cNvPr>
            <p:cNvSpPr/>
            <p:nvPr/>
          </p:nvSpPr>
          <p:spPr>
            <a:xfrm>
              <a:off x="190356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65AF20CE-6C47-0278-A82B-33630DFFF488}"/>
                </a:ext>
              </a:extLst>
            </p:cNvPr>
            <p:cNvSpPr/>
            <p:nvPr/>
          </p:nvSpPr>
          <p:spPr>
            <a:xfrm>
              <a:off x="279411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A55C477-4E17-DBA2-E7AA-8597884469E6}"/>
                </a:ext>
              </a:extLst>
            </p:cNvPr>
            <p:cNvSpPr/>
            <p:nvPr/>
          </p:nvSpPr>
          <p:spPr>
            <a:xfrm>
              <a:off x="1507785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1E838D9A-33B4-731B-4996-64F98BFCB68E}"/>
                </a:ext>
              </a:extLst>
            </p:cNvPr>
            <p:cNvSpPr/>
            <p:nvPr/>
          </p:nvSpPr>
          <p:spPr>
            <a:xfrm>
              <a:off x="81513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E0C6AA48-3908-993C-B06E-C322E8DF53DE}"/>
                </a:ext>
              </a:extLst>
            </p:cNvPr>
            <p:cNvSpPr/>
            <p:nvPr/>
          </p:nvSpPr>
          <p:spPr>
            <a:xfrm>
              <a:off x="239831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09C7FA1D-0579-3844-48C0-9F80B2EA40DA}"/>
                </a:ext>
              </a:extLst>
            </p:cNvPr>
            <p:cNvSpPr/>
            <p:nvPr/>
          </p:nvSpPr>
          <p:spPr>
            <a:xfrm>
              <a:off x="1408837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E7C780EA-C901-E1A7-933C-3626FAD37760}"/>
                </a:ext>
              </a:extLst>
            </p:cNvPr>
            <p:cNvSpPr/>
            <p:nvPr/>
          </p:nvSpPr>
          <p:spPr>
            <a:xfrm>
              <a:off x="1013042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A05C699-FF2D-D793-FE99-FC58240F345E}"/>
                </a:ext>
              </a:extLst>
            </p:cNvPr>
            <p:cNvSpPr/>
            <p:nvPr/>
          </p:nvSpPr>
          <p:spPr>
            <a:xfrm>
              <a:off x="1309876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1FA0C4A1-FD28-7873-FD8E-A8B7F358E301}"/>
                </a:ext>
              </a:extLst>
            </p:cNvPr>
            <p:cNvSpPr/>
            <p:nvPr/>
          </p:nvSpPr>
          <p:spPr>
            <a:xfrm>
              <a:off x="2200414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226F1508-97A5-EDD5-0929-51DDDE13339C}"/>
                </a:ext>
              </a:extLst>
            </p:cNvPr>
            <p:cNvSpPr/>
            <p:nvPr/>
          </p:nvSpPr>
          <p:spPr>
            <a:xfrm>
              <a:off x="1111978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945443E4-BB38-316B-A173-BB318F40AADD}"/>
                </a:ext>
              </a:extLst>
            </p:cNvPr>
            <p:cNvSpPr/>
            <p:nvPr/>
          </p:nvSpPr>
          <p:spPr>
            <a:xfrm>
              <a:off x="2596221" y="1868730"/>
              <a:ext cx="66917" cy="64740"/>
            </a:xfrm>
            <a:custGeom>
              <a:avLst/>
              <a:gdLst>
                <a:gd name="connsiteX0" fmla="*/ 34548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8 w 66917"/>
                <a:gd name="connsiteY4" fmla="*/ 64740 h 64740"/>
                <a:gd name="connsiteX5" fmla="*/ 66918 w 66917"/>
                <a:gd name="connsiteY5" fmla="*/ 32370 h 64740"/>
                <a:gd name="connsiteX6" fmla="*/ 34548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8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8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05" y="14491"/>
                    <a:pt x="52414" y="0"/>
                    <a:pt x="3454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D28BB26-AEAF-E7EB-A339-A6C218E66797}"/>
                </a:ext>
              </a:extLst>
            </p:cNvPr>
            <p:cNvSpPr/>
            <p:nvPr/>
          </p:nvSpPr>
          <p:spPr>
            <a:xfrm>
              <a:off x="1804631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8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8" y="50249"/>
                    <a:pt x="66918" y="32370"/>
                  </a:cubicBezTo>
                  <a:cubicBezTo>
                    <a:pt x="66918" y="14491"/>
                    <a:pt x="52426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5B7BE474-A8F8-803C-C45D-A207D74009BB}"/>
                </a:ext>
              </a:extLst>
            </p:cNvPr>
            <p:cNvSpPr/>
            <p:nvPr/>
          </p:nvSpPr>
          <p:spPr>
            <a:xfrm>
              <a:off x="1210939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3FF4DC61-0288-B519-9F0F-9687AA1BC63E}"/>
                </a:ext>
              </a:extLst>
            </p:cNvPr>
            <p:cNvSpPr/>
            <p:nvPr/>
          </p:nvSpPr>
          <p:spPr>
            <a:xfrm>
              <a:off x="2101478" y="1868718"/>
              <a:ext cx="66917" cy="64740"/>
            </a:xfrm>
            <a:custGeom>
              <a:avLst/>
              <a:gdLst>
                <a:gd name="connsiteX0" fmla="*/ 32370 w 66917"/>
                <a:gd name="connsiteY0" fmla="*/ 64740 h 64740"/>
                <a:gd name="connsiteX1" fmla="*/ 34547 w 66917"/>
                <a:gd name="connsiteY1" fmla="*/ 64740 h 64740"/>
                <a:gd name="connsiteX2" fmla="*/ 66917 w 66917"/>
                <a:gd name="connsiteY2" fmla="*/ 32370 h 64740"/>
                <a:gd name="connsiteX3" fmla="*/ 34547 w 66917"/>
                <a:gd name="connsiteY3" fmla="*/ 0 h 64740"/>
                <a:gd name="connsiteX4" fmla="*/ 32370 w 66917"/>
                <a:gd name="connsiteY4" fmla="*/ 0 h 64740"/>
                <a:gd name="connsiteX5" fmla="*/ 0 w 66917"/>
                <a:gd name="connsiteY5" fmla="*/ 32370 h 64740"/>
                <a:gd name="connsiteX6" fmla="*/ 32370 w 66917"/>
                <a:gd name="connsiteY6" fmla="*/ 6474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2370" y="64740"/>
                  </a:move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17" y="14491"/>
                    <a:pt x="52426" y="0"/>
                    <a:pt x="34547" y="0"/>
                  </a:cubicBez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E82F3D0A-2B8A-84CC-36D1-C1598524A15E}"/>
                </a:ext>
              </a:extLst>
            </p:cNvPr>
            <p:cNvSpPr/>
            <p:nvPr/>
          </p:nvSpPr>
          <p:spPr>
            <a:xfrm>
              <a:off x="91409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2" y="0"/>
                    <a:pt x="0" y="14491"/>
                    <a:pt x="0" y="32370"/>
                  </a:cubicBezTo>
                  <a:cubicBezTo>
                    <a:pt x="0" y="50249"/>
                    <a:pt x="14492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6ABCAE2D-0B01-F3FC-D459-3D3B4B3DCAEE}"/>
                </a:ext>
              </a:extLst>
            </p:cNvPr>
            <p:cNvSpPr/>
            <p:nvPr/>
          </p:nvSpPr>
          <p:spPr>
            <a:xfrm>
              <a:off x="1705683" y="1868730"/>
              <a:ext cx="66917" cy="64740"/>
            </a:xfrm>
            <a:custGeom>
              <a:avLst/>
              <a:gdLst>
                <a:gd name="connsiteX0" fmla="*/ 34547 w 66917"/>
                <a:gd name="connsiteY0" fmla="*/ 0 h 64740"/>
                <a:gd name="connsiteX1" fmla="*/ 32370 w 66917"/>
                <a:gd name="connsiteY1" fmla="*/ 0 h 64740"/>
                <a:gd name="connsiteX2" fmla="*/ 0 w 66917"/>
                <a:gd name="connsiteY2" fmla="*/ 32370 h 64740"/>
                <a:gd name="connsiteX3" fmla="*/ 32370 w 66917"/>
                <a:gd name="connsiteY3" fmla="*/ 64740 h 64740"/>
                <a:gd name="connsiteX4" fmla="*/ 34547 w 66917"/>
                <a:gd name="connsiteY4" fmla="*/ 64740 h 64740"/>
                <a:gd name="connsiteX5" fmla="*/ 66917 w 66917"/>
                <a:gd name="connsiteY5" fmla="*/ 32370 h 64740"/>
                <a:gd name="connsiteX6" fmla="*/ 34547 w 66917"/>
                <a:gd name="connsiteY6" fmla="*/ 0 h 6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17" h="64740">
                  <a:moveTo>
                    <a:pt x="34547" y="0"/>
                  </a:moveTo>
                  <a:lnTo>
                    <a:pt x="32370" y="0"/>
                  </a:lnTo>
                  <a:cubicBezTo>
                    <a:pt x="14491" y="0"/>
                    <a:pt x="0" y="14491"/>
                    <a:pt x="0" y="32370"/>
                  </a:cubicBezTo>
                  <a:cubicBezTo>
                    <a:pt x="0" y="50249"/>
                    <a:pt x="14491" y="64740"/>
                    <a:pt x="32370" y="64740"/>
                  </a:cubicBezTo>
                  <a:lnTo>
                    <a:pt x="34547" y="64740"/>
                  </a:lnTo>
                  <a:cubicBezTo>
                    <a:pt x="52426" y="64740"/>
                    <a:pt x="66917" y="50249"/>
                    <a:pt x="66917" y="32370"/>
                  </a:cubicBezTo>
                  <a:cubicBezTo>
                    <a:pt x="66905" y="14491"/>
                    <a:pt x="52414" y="0"/>
                    <a:pt x="3454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AB9C73C-2A1B-591B-C18D-8A5D324AFD58}"/>
                </a:ext>
              </a:extLst>
            </p:cNvPr>
            <p:cNvSpPr/>
            <p:nvPr/>
          </p:nvSpPr>
          <p:spPr>
            <a:xfrm>
              <a:off x="111247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AABBFD90-6355-2B7A-0983-6638F0729B4B}"/>
                </a:ext>
              </a:extLst>
            </p:cNvPr>
            <p:cNvSpPr/>
            <p:nvPr/>
          </p:nvSpPr>
          <p:spPr>
            <a:xfrm>
              <a:off x="2101973" y="1945869"/>
              <a:ext cx="65925" cy="63748"/>
            </a:xfrm>
            <a:custGeom>
              <a:avLst/>
              <a:gdLst>
                <a:gd name="connsiteX0" fmla="*/ 31874 w 65925"/>
                <a:gd name="connsiteY0" fmla="*/ 63748 h 63748"/>
                <a:gd name="connsiteX1" fmla="*/ 34051 w 65925"/>
                <a:gd name="connsiteY1" fmla="*/ 63748 h 63748"/>
                <a:gd name="connsiteX2" fmla="*/ 65925 w 65925"/>
                <a:gd name="connsiteY2" fmla="*/ 31874 h 63748"/>
                <a:gd name="connsiteX3" fmla="*/ 34051 w 65925"/>
                <a:gd name="connsiteY3" fmla="*/ 0 h 63748"/>
                <a:gd name="connsiteX4" fmla="*/ 31874 w 65925"/>
                <a:gd name="connsiteY4" fmla="*/ 0 h 63748"/>
                <a:gd name="connsiteX5" fmla="*/ 0 w 65925"/>
                <a:gd name="connsiteY5" fmla="*/ 31874 h 63748"/>
                <a:gd name="connsiteX6" fmla="*/ 31874 w 65925"/>
                <a:gd name="connsiteY6" fmla="*/ 63748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1874" y="63748"/>
                  </a:move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74"/>
                    <a:pt x="51652" y="0"/>
                    <a:pt x="34051" y="0"/>
                  </a:cubicBez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62" y="63748"/>
                    <a:pt x="31874" y="637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ECE338B7-0EEF-AC76-290E-D96A488385D4}"/>
                </a:ext>
              </a:extLst>
            </p:cNvPr>
            <p:cNvSpPr/>
            <p:nvPr/>
          </p:nvSpPr>
          <p:spPr>
            <a:xfrm>
              <a:off x="121143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72569041-B766-76AB-3C80-7455DFA25E90}"/>
                </a:ext>
              </a:extLst>
            </p:cNvPr>
            <p:cNvSpPr/>
            <p:nvPr/>
          </p:nvSpPr>
          <p:spPr>
            <a:xfrm>
              <a:off x="2596717" y="1945869"/>
              <a:ext cx="65925" cy="63748"/>
            </a:xfrm>
            <a:custGeom>
              <a:avLst/>
              <a:gdLst>
                <a:gd name="connsiteX0" fmla="*/ 34052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2 w 65925"/>
                <a:gd name="connsiteY4" fmla="*/ 63748 h 63748"/>
                <a:gd name="connsiteX5" fmla="*/ 65925 w 65925"/>
                <a:gd name="connsiteY5" fmla="*/ 31874 h 63748"/>
                <a:gd name="connsiteX6" fmla="*/ 34052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2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2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075B9E8-BC37-2C34-1517-8FA83F302A47}"/>
                </a:ext>
              </a:extLst>
            </p:cNvPr>
            <p:cNvSpPr/>
            <p:nvPr/>
          </p:nvSpPr>
          <p:spPr>
            <a:xfrm>
              <a:off x="190406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F316CF49-BF43-659B-8CEC-49F843DFE719}"/>
                </a:ext>
              </a:extLst>
            </p:cNvPr>
            <p:cNvSpPr/>
            <p:nvPr/>
          </p:nvSpPr>
          <p:spPr>
            <a:xfrm>
              <a:off x="160721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1286D5A2-F0CB-57C5-B5D5-D1333D78FEF7}"/>
                </a:ext>
              </a:extLst>
            </p:cNvPr>
            <p:cNvSpPr/>
            <p:nvPr/>
          </p:nvSpPr>
          <p:spPr>
            <a:xfrm>
              <a:off x="279461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EE90E531-85D4-4017-9E67-758D30CACF10}"/>
                </a:ext>
              </a:extLst>
            </p:cNvPr>
            <p:cNvSpPr/>
            <p:nvPr/>
          </p:nvSpPr>
          <p:spPr>
            <a:xfrm>
              <a:off x="299250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1B67919A-49A6-47AC-E741-0E746C6F3F2F}"/>
                </a:ext>
              </a:extLst>
            </p:cNvPr>
            <p:cNvSpPr/>
            <p:nvPr/>
          </p:nvSpPr>
          <p:spPr>
            <a:xfrm>
              <a:off x="91458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720CA04C-2F1D-79A0-7783-F37E7956464B}"/>
                </a:ext>
              </a:extLst>
            </p:cNvPr>
            <p:cNvSpPr/>
            <p:nvPr/>
          </p:nvSpPr>
          <p:spPr>
            <a:xfrm>
              <a:off x="140933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4448BA49-6C01-8E90-E6F2-06C5CDD5345E}"/>
                </a:ext>
              </a:extLst>
            </p:cNvPr>
            <p:cNvSpPr/>
            <p:nvPr/>
          </p:nvSpPr>
          <p:spPr>
            <a:xfrm>
              <a:off x="249776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B1CFF93D-8D42-12A1-28CC-545E694FB779}"/>
                </a:ext>
              </a:extLst>
            </p:cNvPr>
            <p:cNvSpPr/>
            <p:nvPr/>
          </p:nvSpPr>
          <p:spPr>
            <a:xfrm>
              <a:off x="81562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6BC308CA-BFFF-F89E-FDC9-3593C73BEF7C}"/>
                </a:ext>
              </a:extLst>
            </p:cNvPr>
            <p:cNvSpPr/>
            <p:nvPr/>
          </p:nvSpPr>
          <p:spPr>
            <a:xfrm>
              <a:off x="621777" y="1946026"/>
              <a:ext cx="61884" cy="63590"/>
            </a:xfrm>
            <a:custGeom>
              <a:avLst/>
              <a:gdLst>
                <a:gd name="connsiteX0" fmla="*/ 27925 w 61884"/>
                <a:gd name="connsiteY0" fmla="*/ 63591 h 63590"/>
                <a:gd name="connsiteX1" fmla="*/ 29376 w 61884"/>
                <a:gd name="connsiteY1" fmla="*/ 63591 h 63590"/>
                <a:gd name="connsiteX2" fmla="*/ 61879 w 61884"/>
                <a:gd name="connsiteY2" fmla="*/ 31185 h 63590"/>
                <a:gd name="connsiteX3" fmla="*/ 30090 w 61884"/>
                <a:gd name="connsiteY3" fmla="*/ 0 h 63590"/>
                <a:gd name="connsiteX4" fmla="*/ 27429 w 61884"/>
                <a:gd name="connsiteY4" fmla="*/ 0 h 63590"/>
                <a:gd name="connsiteX5" fmla="*/ 27320 w 61884"/>
                <a:gd name="connsiteY5" fmla="*/ 60 h 63590"/>
                <a:gd name="connsiteX6" fmla="*/ 18 w 61884"/>
                <a:gd name="connsiteY6" fmla="*/ 46620 h 63590"/>
                <a:gd name="connsiteX7" fmla="*/ 18 w 61884"/>
                <a:gd name="connsiteY7" fmla="*/ 46741 h 63590"/>
                <a:gd name="connsiteX8" fmla="*/ 27925 w 61884"/>
                <a:gd name="connsiteY8" fmla="*/ 63591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84" h="63590">
                  <a:moveTo>
                    <a:pt x="27925" y="63591"/>
                  </a:moveTo>
                  <a:lnTo>
                    <a:pt x="29376" y="63591"/>
                  </a:lnTo>
                  <a:cubicBezTo>
                    <a:pt x="47194" y="63591"/>
                    <a:pt x="62218" y="49003"/>
                    <a:pt x="61879" y="31185"/>
                  </a:cubicBezTo>
                  <a:cubicBezTo>
                    <a:pt x="61553" y="13911"/>
                    <a:pt x="47448" y="0"/>
                    <a:pt x="30090" y="0"/>
                  </a:cubicBezTo>
                  <a:lnTo>
                    <a:pt x="27429" y="0"/>
                  </a:lnTo>
                  <a:cubicBezTo>
                    <a:pt x="27392" y="24"/>
                    <a:pt x="27356" y="36"/>
                    <a:pt x="27320" y="60"/>
                  </a:cubicBezTo>
                  <a:cubicBezTo>
                    <a:pt x="17933" y="15387"/>
                    <a:pt x="8849" y="30931"/>
                    <a:pt x="18" y="46620"/>
                  </a:cubicBezTo>
                  <a:cubicBezTo>
                    <a:pt x="-6" y="46656"/>
                    <a:pt x="-6" y="46704"/>
                    <a:pt x="18" y="46741"/>
                  </a:cubicBezTo>
                  <a:cubicBezTo>
                    <a:pt x="5389" y="56732"/>
                    <a:pt x="15792" y="63591"/>
                    <a:pt x="27925" y="6359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1DDDCB5B-B8C5-CD4A-871C-1166D698221C}"/>
                </a:ext>
              </a:extLst>
            </p:cNvPr>
            <p:cNvSpPr/>
            <p:nvPr/>
          </p:nvSpPr>
          <p:spPr>
            <a:xfrm>
              <a:off x="2003025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0BA60116-F443-FA2F-3916-0224E960453E}"/>
                </a:ext>
              </a:extLst>
            </p:cNvPr>
            <p:cNvSpPr/>
            <p:nvPr/>
          </p:nvSpPr>
          <p:spPr>
            <a:xfrm>
              <a:off x="131037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6D043503-6F5D-0152-57A4-39380B6C08D1}"/>
                </a:ext>
              </a:extLst>
            </p:cNvPr>
            <p:cNvSpPr/>
            <p:nvPr/>
          </p:nvSpPr>
          <p:spPr>
            <a:xfrm>
              <a:off x="150828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749DF203-272A-B9C6-421F-2E8F88D4E1BA}"/>
                </a:ext>
              </a:extLst>
            </p:cNvPr>
            <p:cNvSpPr/>
            <p:nvPr/>
          </p:nvSpPr>
          <p:spPr>
            <a:xfrm>
              <a:off x="101353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6BBF46A0-6C8A-97FB-F401-2C4C8AC42BDF}"/>
                </a:ext>
              </a:extLst>
            </p:cNvPr>
            <p:cNvSpPr/>
            <p:nvPr/>
          </p:nvSpPr>
          <p:spPr>
            <a:xfrm>
              <a:off x="716692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430D708B-DCB4-2893-3AC9-F29EA8B79172}"/>
                </a:ext>
              </a:extLst>
            </p:cNvPr>
            <p:cNvSpPr/>
            <p:nvPr/>
          </p:nvSpPr>
          <p:spPr>
            <a:xfrm>
              <a:off x="2695654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37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E2BA7443-B9CC-EBFB-1564-DB64517A2912}"/>
                </a:ext>
              </a:extLst>
            </p:cNvPr>
            <p:cNvSpPr/>
            <p:nvPr/>
          </p:nvSpPr>
          <p:spPr>
            <a:xfrm>
              <a:off x="1706179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B2208D52-8878-64C3-DCEB-548462E74373}"/>
                </a:ext>
              </a:extLst>
            </p:cNvPr>
            <p:cNvSpPr/>
            <p:nvPr/>
          </p:nvSpPr>
          <p:spPr>
            <a:xfrm>
              <a:off x="1805127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DA655EF8-5196-8868-7220-8141A580B3CD}"/>
                </a:ext>
              </a:extLst>
            </p:cNvPr>
            <p:cNvSpPr/>
            <p:nvPr/>
          </p:nvSpPr>
          <p:spPr>
            <a:xfrm>
              <a:off x="2893563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6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6" y="49474"/>
                    <a:pt x="65926" y="31874"/>
                  </a:cubicBezTo>
                  <a:cubicBezTo>
                    <a:pt x="65926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BCABE1CD-4562-EDA5-06B8-43D52A4726F8}"/>
                </a:ext>
              </a:extLst>
            </p:cNvPr>
            <p:cNvSpPr/>
            <p:nvPr/>
          </p:nvSpPr>
          <p:spPr>
            <a:xfrm>
              <a:off x="2200910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1D2E7DEB-6C18-BBE4-BD23-1E01FCE26BAB}"/>
                </a:ext>
              </a:extLst>
            </p:cNvPr>
            <p:cNvSpPr/>
            <p:nvPr/>
          </p:nvSpPr>
          <p:spPr>
            <a:xfrm>
              <a:off x="2398808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64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936BD4E-FCF5-3E33-3317-5A69031FEA17}"/>
                </a:ext>
              </a:extLst>
            </p:cNvPr>
            <p:cNvSpPr/>
            <p:nvPr/>
          </p:nvSpPr>
          <p:spPr>
            <a:xfrm>
              <a:off x="2299871" y="1945869"/>
              <a:ext cx="65925" cy="63748"/>
            </a:xfrm>
            <a:custGeom>
              <a:avLst/>
              <a:gdLst>
                <a:gd name="connsiteX0" fmla="*/ 34051 w 65925"/>
                <a:gd name="connsiteY0" fmla="*/ 0 h 63748"/>
                <a:gd name="connsiteX1" fmla="*/ 31874 w 65925"/>
                <a:gd name="connsiteY1" fmla="*/ 0 h 63748"/>
                <a:gd name="connsiteX2" fmla="*/ 0 w 65925"/>
                <a:gd name="connsiteY2" fmla="*/ 31874 h 63748"/>
                <a:gd name="connsiteX3" fmla="*/ 31874 w 65925"/>
                <a:gd name="connsiteY3" fmla="*/ 63748 h 63748"/>
                <a:gd name="connsiteX4" fmla="*/ 34051 w 65925"/>
                <a:gd name="connsiteY4" fmla="*/ 63748 h 63748"/>
                <a:gd name="connsiteX5" fmla="*/ 65925 w 65925"/>
                <a:gd name="connsiteY5" fmla="*/ 31874 h 63748"/>
                <a:gd name="connsiteX6" fmla="*/ 34051 w 65925"/>
                <a:gd name="connsiteY6" fmla="*/ 0 h 6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25" h="63748">
                  <a:moveTo>
                    <a:pt x="34051" y="0"/>
                  </a:moveTo>
                  <a:lnTo>
                    <a:pt x="31874" y="0"/>
                  </a:lnTo>
                  <a:cubicBezTo>
                    <a:pt x="14274" y="0"/>
                    <a:pt x="0" y="14274"/>
                    <a:pt x="0" y="31874"/>
                  </a:cubicBezTo>
                  <a:cubicBezTo>
                    <a:pt x="0" y="49474"/>
                    <a:pt x="14274" y="63748"/>
                    <a:pt x="31874" y="63748"/>
                  </a:cubicBezTo>
                  <a:lnTo>
                    <a:pt x="34051" y="63748"/>
                  </a:lnTo>
                  <a:cubicBezTo>
                    <a:pt x="51652" y="63748"/>
                    <a:pt x="65925" y="49474"/>
                    <a:pt x="65925" y="31874"/>
                  </a:cubicBezTo>
                  <a:cubicBezTo>
                    <a:pt x="65925" y="14262"/>
                    <a:pt x="51652" y="0"/>
                    <a:pt x="3405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71933C0F-5C04-676E-9589-FC3C7C28B6B6}"/>
                </a:ext>
              </a:extLst>
            </p:cNvPr>
            <p:cNvSpPr/>
            <p:nvPr/>
          </p:nvSpPr>
          <p:spPr>
            <a:xfrm>
              <a:off x="3091455" y="1946026"/>
              <a:ext cx="61872" cy="63590"/>
            </a:xfrm>
            <a:custGeom>
              <a:avLst/>
              <a:gdLst>
                <a:gd name="connsiteX0" fmla="*/ 31795 w 61872"/>
                <a:gd name="connsiteY0" fmla="*/ 0 h 63590"/>
                <a:gd name="connsiteX1" fmla="*/ 6 w 61872"/>
                <a:gd name="connsiteY1" fmla="*/ 31185 h 63590"/>
                <a:gd name="connsiteX2" fmla="*/ 32508 w 61872"/>
                <a:gd name="connsiteY2" fmla="*/ 63591 h 63590"/>
                <a:gd name="connsiteX3" fmla="*/ 33960 w 61872"/>
                <a:gd name="connsiteY3" fmla="*/ 63591 h 63590"/>
                <a:gd name="connsiteX4" fmla="*/ 61855 w 61872"/>
                <a:gd name="connsiteY4" fmla="*/ 46741 h 63590"/>
                <a:gd name="connsiteX5" fmla="*/ 61855 w 61872"/>
                <a:gd name="connsiteY5" fmla="*/ 46620 h 63590"/>
                <a:gd name="connsiteX6" fmla="*/ 34565 w 61872"/>
                <a:gd name="connsiteY6" fmla="*/ 60 h 63590"/>
                <a:gd name="connsiteX7" fmla="*/ 34456 w 61872"/>
                <a:gd name="connsiteY7" fmla="*/ 0 h 63590"/>
                <a:gd name="connsiteX8" fmla="*/ 31795 w 61872"/>
                <a:gd name="connsiteY8" fmla="*/ 0 h 6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2" h="63590">
                  <a:moveTo>
                    <a:pt x="31795" y="0"/>
                  </a:moveTo>
                  <a:cubicBezTo>
                    <a:pt x="14437" y="0"/>
                    <a:pt x="332" y="13911"/>
                    <a:pt x="6" y="31185"/>
                  </a:cubicBezTo>
                  <a:cubicBezTo>
                    <a:pt x="-333" y="49003"/>
                    <a:pt x="14691" y="63591"/>
                    <a:pt x="32508" y="63591"/>
                  </a:cubicBezTo>
                  <a:lnTo>
                    <a:pt x="33960" y="63591"/>
                  </a:lnTo>
                  <a:cubicBezTo>
                    <a:pt x="46081" y="63591"/>
                    <a:pt x="56496" y="56720"/>
                    <a:pt x="61855" y="46741"/>
                  </a:cubicBezTo>
                  <a:cubicBezTo>
                    <a:pt x="61879" y="46704"/>
                    <a:pt x="61879" y="46656"/>
                    <a:pt x="61855" y="46620"/>
                  </a:cubicBezTo>
                  <a:cubicBezTo>
                    <a:pt x="53024" y="30918"/>
                    <a:pt x="43952" y="15387"/>
                    <a:pt x="34565" y="60"/>
                  </a:cubicBezTo>
                  <a:cubicBezTo>
                    <a:pt x="34529" y="36"/>
                    <a:pt x="34492" y="24"/>
                    <a:pt x="34456" y="0"/>
                  </a:cubicBezTo>
                  <a:lnTo>
                    <a:pt x="31795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E79E3296-76EE-5F15-8C00-F56A46ECDE59}"/>
                </a:ext>
              </a:extLst>
            </p:cNvPr>
            <p:cNvSpPr/>
            <p:nvPr/>
          </p:nvSpPr>
          <p:spPr>
            <a:xfrm>
              <a:off x="160771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344C7E10-1F74-D7EA-00BB-B2AFB180A713}"/>
                </a:ext>
              </a:extLst>
            </p:cNvPr>
            <p:cNvSpPr/>
            <p:nvPr/>
          </p:nvSpPr>
          <p:spPr>
            <a:xfrm>
              <a:off x="101403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D50863B2-7787-7D56-45C9-884B1E7BE5C9}"/>
                </a:ext>
              </a:extLst>
            </p:cNvPr>
            <p:cNvSpPr/>
            <p:nvPr/>
          </p:nvSpPr>
          <p:spPr>
            <a:xfrm>
              <a:off x="71718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A3CDFC0-1B62-9A02-A36A-EFA381407705}"/>
                </a:ext>
              </a:extLst>
            </p:cNvPr>
            <p:cNvSpPr/>
            <p:nvPr/>
          </p:nvSpPr>
          <p:spPr>
            <a:xfrm>
              <a:off x="239930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F0FD5076-FFBB-7461-2BF9-DB8BE19900B5}"/>
                </a:ext>
              </a:extLst>
            </p:cNvPr>
            <p:cNvSpPr/>
            <p:nvPr/>
          </p:nvSpPr>
          <p:spPr>
            <a:xfrm>
              <a:off x="2597213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CB6C032-4838-B076-83F3-E04493BD3D1B}"/>
                </a:ext>
              </a:extLst>
            </p:cNvPr>
            <p:cNvSpPr/>
            <p:nvPr/>
          </p:nvSpPr>
          <p:spPr>
            <a:xfrm>
              <a:off x="170667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B8213F7C-455F-D3A8-C2E6-89FA3F05B595}"/>
                </a:ext>
              </a:extLst>
            </p:cNvPr>
            <p:cNvSpPr/>
            <p:nvPr/>
          </p:nvSpPr>
          <p:spPr>
            <a:xfrm>
              <a:off x="269615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CE399840-EE4B-237D-BC77-5BB8CE4CBF72}"/>
                </a:ext>
              </a:extLst>
            </p:cNvPr>
            <p:cNvSpPr/>
            <p:nvPr/>
          </p:nvSpPr>
          <p:spPr>
            <a:xfrm>
              <a:off x="289405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3B8C357F-1398-B2FD-9FDA-5F5211214A0A}"/>
                </a:ext>
              </a:extLst>
            </p:cNvPr>
            <p:cNvSpPr/>
            <p:nvPr/>
          </p:nvSpPr>
          <p:spPr>
            <a:xfrm>
              <a:off x="131086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A0E96CD-9B92-3761-7BE1-F7B496822BBD}"/>
                </a:ext>
              </a:extLst>
            </p:cNvPr>
            <p:cNvSpPr/>
            <p:nvPr/>
          </p:nvSpPr>
          <p:spPr>
            <a:xfrm>
              <a:off x="2201406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72ACAB44-371E-9D1E-6B95-361D78FB87C2}"/>
                </a:ext>
              </a:extLst>
            </p:cNvPr>
            <p:cNvSpPr/>
            <p:nvPr/>
          </p:nvSpPr>
          <p:spPr>
            <a:xfrm>
              <a:off x="279511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3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E07CCECA-5508-F76D-AB01-72D3B6FD02ED}"/>
                </a:ext>
              </a:extLst>
            </p:cNvPr>
            <p:cNvSpPr/>
            <p:nvPr/>
          </p:nvSpPr>
          <p:spPr>
            <a:xfrm>
              <a:off x="1805623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86EC8D30-7B89-DA97-E0EA-DA99DC372169}"/>
                </a:ext>
              </a:extLst>
            </p:cNvPr>
            <p:cNvSpPr/>
            <p:nvPr/>
          </p:nvSpPr>
          <p:spPr>
            <a:xfrm>
              <a:off x="150877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4940B7BC-A355-F17B-7AF1-E5B35C045154}"/>
                </a:ext>
              </a:extLst>
            </p:cNvPr>
            <p:cNvSpPr/>
            <p:nvPr/>
          </p:nvSpPr>
          <p:spPr>
            <a:xfrm>
              <a:off x="200352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35744B57-893B-9CB1-D8C4-8F0AEE5B4594}"/>
                </a:ext>
              </a:extLst>
            </p:cNvPr>
            <p:cNvSpPr/>
            <p:nvPr/>
          </p:nvSpPr>
          <p:spPr>
            <a:xfrm>
              <a:off x="2102469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4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44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2EAA5A9F-A5A5-08E9-B959-CD7F43D66308}"/>
                </a:ext>
              </a:extLst>
            </p:cNvPr>
            <p:cNvSpPr/>
            <p:nvPr/>
          </p:nvSpPr>
          <p:spPr>
            <a:xfrm>
              <a:off x="2992996" y="2022996"/>
              <a:ext cx="64933" cy="62780"/>
            </a:xfrm>
            <a:custGeom>
              <a:avLst/>
              <a:gdLst>
                <a:gd name="connsiteX0" fmla="*/ 33556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6 w 64933"/>
                <a:gd name="connsiteY4" fmla="*/ 62780 h 62780"/>
                <a:gd name="connsiteX5" fmla="*/ 64934 w 64933"/>
                <a:gd name="connsiteY5" fmla="*/ 31390 h 62780"/>
                <a:gd name="connsiteX6" fmla="*/ 33556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6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6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F0D4F5E8-B2E8-B7D5-F261-B64AE848868F}"/>
                </a:ext>
              </a:extLst>
            </p:cNvPr>
            <p:cNvSpPr/>
            <p:nvPr/>
          </p:nvSpPr>
          <p:spPr>
            <a:xfrm>
              <a:off x="1211931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71ADD00D-9896-439C-64F3-456BF93CD60D}"/>
                </a:ext>
              </a:extLst>
            </p:cNvPr>
            <p:cNvSpPr/>
            <p:nvPr/>
          </p:nvSpPr>
          <p:spPr>
            <a:xfrm>
              <a:off x="618239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7DDE2F2E-A0C3-04C4-D2FB-2909D031A38A}"/>
                </a:ext>
              </a:extLst>
            </p:cNvPr>
            <p:cNvSpPr/>
            <p:nvPr/>
          </p:nvSpPr>
          <p:spPr>
            <a:xfrm>
              <a:off x="915085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35F11642-B126-0A8E-1D2B-61B18C43E747}"/>
                </a:ext>
              </a:extLst>
            </p:cNvPr>
            <p:cNvSpPr/>
            <p:nvPr/>
          </p:nvSpPr>
          <p:spPr>
            <a:xfrm>
              <a:off x="111297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89" y="62780"/>
                    <a:pt x="64934" y="48724"/>
                    <a:pt x="64934" y="31390"/>
                  </a:cubicBezTo>
                  <a:cubicBezTo>
                    <a:pt x="64934" y="14056"/>
                    <a:pt x="50889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E712E63-4FEA-4D96-E339-047082640B56}"/>
                </a:ext>
              </a:extLst>
            </p:cNvPr>
            <p:cNvSpPr/>
            <p:nvPr/>
          </p:nvSpPr>
          <p:spPr>
            <a:xfrm>
              <a:off x="1409828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8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7E526F8E-04DA-350E-6F2C-970597EE238E}"/>
                </a:ext>
              </a:extLst>
            </p:cNvPr>
            <p:cNvSpPr/>
            <p:nvPr/>
          </p:nvSpPr>
          <p:spPr>
            <a:xfrm>
              <a:off x="1904560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4EB59F8-ECC9-4644-43EF-D91C4DD975FA}"/>
                </a:ext>
              </a:extLst>
            </p:cNvPr>
            <p:cNvSpPr/>
            <p:nvPr/>
          </p:nvSpPr>
          <p:spPr>
            <a:xfrm>
              <a:off x="81612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015EE003-0EAE-8727-A1A2-16BECF1EFF2B}"/>
                </a:ext>
              </a:extLst>
            </p:cNvPr>
            <p:cNvSpPr/>
            <p:nvPr/>
          </p:nvSpPr>
          <p:spPr>
            <a:xfrm>
              <a:off x="2498264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77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55425A4F-4F9E-1B2D-5F45-E3165B0D8392}"/>
                </a:ext>
              </a:extLst>
            </p:cNvPr>
            <p:cNvSpPr/>
            <p:nvPr/>
          </p:nvSpPr>
          <p:spPr>
            <a:xfrm>
              <a:off x="2300367" y="2022996"/>
              <a:ext cx="64933" cy="62780"/>
            </a:xfrm>
            <a:custGeom>
              <a:avLst/>
              <a:gdLst>
                <a:gd name="connsiteX0" fmla="*/ 33555 w 64933"/>
                <a:gd name="connsiteY0" fmla="*/ 0 h 62780"/>
                <a:gd name="connsiteX1" fmla="*/ 31378 w 64933"/>
                <a:gd name="connsiteY1" fmla="*/ 0 h 62780"/>
                <a:gd name="connsiteX2" fmla="*/ 0 w 64933"/>
                <a:gd name="connsiteY2" fmla="*/ 31390 h 62780"/>
                <a:gd name="connsiteX3" fmla="*/ 31378 w 64933"/>
                <a:gd name="connsiteY3" fmla="*/ 62780 h 62780"/>
                <a:gd name="connsiteX4" fmla="*/ 33555 w 64933"/>
                <a:gd name="connsiteY4" fmla="*/ 62780 h 62780"/>
                <a:gd name="connsiteX5" fmla="*/ 64934 w 64933"/>
                <a:gd name="connsiteY5" fmla="*/ 31390 h 62780"/>
                <a:gd name="connsiteX6" fmla="*/ 33555 w 64933"/>
                <a:gd name="connsiteY6" fmla="*/ 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3555" y="0"/>
                  </a:move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lnTo>
                    <a:pt x="33555" y="62780"/>
                  </a:lnTo>
                  <a:cubicBezTo>
                    <a:pt x="50890" y="62780"/>
                    <a:pt x="64934" y="48724"/>
                    <a:pt x="64934" y="31390"/>
                  </a:cubicBezTo>
                  <a:cubicBezTo>
                    <a:pt x="64934" y="14056"/>
                    <a:pt x="50890" y="0"/>
                    <a:pt x="33555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B0C6FCEB-034F-9B55-D57C-6C59FF86DF46}"/>
                </a:ext>
              </a:extLst>
            </p:cNvPr>
            <p:cNvSpPr/>
            <p:nvPr/>
          </p:nvSpPr>
          <p:spPr>
            <a:xfrm>
              <a:off x="3091945" y="2022996"/>
              <a:ext cx="64933" cy="62780"/>
            </a:xfrm>
            <a:custGeom>
              <a:avLst/>
              <a:gdLst>
                <a:gd name="connsiteX0" fmla="*/ 31378 w 64933"/>
                <a:gd name="connsiteY0" fmla="*/ 62780 h 62780"/>
                <a:gd name="connsiteX1" fmla="*/ 33555 w 64933"/>
                <a:gd name="connsiteY1" fmla="*/ 62780 h 62780"/>
                <a:gd name="connsiteX2" fmla="*/ 64933 w 64933"/>
                <a:gd name="connsiteY2" fmla="*/ 31390 h 62780"/>
                <a:gd name="connsiteX3" fmla="*/ 33555 w 64933"/>
                <a:gd name="connsiteY3" fmla="*/ 0 h 62780"/>
                <a:gd name="connsiteX4" fmla="*/ 31378 w 64933"/>
                <a:gd name="connsiteY4" fmla="*/ 0 h 62780"/>
                <a:gd name="connsiteX5" fmla="*/ 0 w 64933"/>
                <a:gd name="connsiteY5" fmla="*/ 31390 h 62780"/>
                <a:gd name="connsiteX6" fmla="*/ 31378 w 64933"/>
                <a:gd name="connsiteY6" fmla="*/ 62780 h 6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33" h="62780">
                  <a:moveTo>
                    <a:pt x="31378" y="62780"/>
                  </a:moveTo>
                  <a:lnTo>
                    <a:pt x="33555" y="62780"/>
                  </a:lnTo>
                  <a:cubicBezTo>
                    <a:pt x="50890" y="62780"/>
                    <a:pt x="64933" y="48724"/>
                    <a:pt x="64933" y="31390"/>
                  </a:cubicBezTo>
                  <a:cubicBezTo>
                    <a:pt x="64933" y="14056"/>
                    <a:pt x="50877" y="0"/>
                    <a:pt x="33555" y="0"/>
                  </a:cubicBezTo>
                  <a:lnTo>
                    <a:pt x="31378" y="0"/>
                  </a:lnTo>
                  <a:cubicBezTo>
                    <a:pt x="14044" y="0"/>
                    <a:pt x="0" y="14056"/>
                    <a:pt x="0" y="31390"/>
                  </a:cubicBezTo>
                  <a:cubicBezTo>
                    <a:pt x="0" y="48724"/>
                    <a:pt x="14056" y="62780"/>
                    <a:pt x="31378" y="6278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A1628217-D8AE-F467-DEF2-261C28261EDE}"/>
                </a:ext>
              </a:extLst>
            </p:cNvPr>
            <p:cNvSpPr/>
            <p:nvPr/>
          </p:nvSpPr>
          <p:spPr>
            <a:xfrm>
              <a:off x="170715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42C1AD2C-6C4C-1673-9FB3-B6E22C678A29}"/>
                </a:ext>
              </a:extLst>
            </p:cNvPr>
            <p:cNvSpPr/>
            <p:nvPr/>
          </p:nvSpPr>
          <p:spPr>
            <a:xfrm>
              <a:off x="2102953" y="2100135"/>
              <a:ext cx="63965" cy="61788"/>
            </a:xfrm>
            <a:custGeom>
              <a:avLst/>
              <a:gdLst>
                <a:gd name="connsiteX0" fmla="*/ 30894 w 63965"/>
                <a:gd name="connsiteY0" fmla="*/ 61789 h 61788"/>
                <a:gd name="connsiteX1" fmla="*/ 33072 w 63965"/>
                <a:gd name="connsiteY1" fmla="*/ 61789 h 61788"/>
                <a:gd name="connsiteX2" fmla="*/ 63966 w 63965"/>
                <a:gd name="connsiteY2" fmla="*/ 30894 h 61788"/>
                <a:gd name="connsiteX3" fmla="*/ 33072 w 63965"/>
                <a:gd name="connsiteY3" fmla="*/ 0 h 61788"/>
                <a:gd name="connsiteX4" fmla="*/ 30894 w 63965"/>
                <a:gd name="connsiteY4" fmla="*/ 0 h 61788"/>
                <a:gd name="connsiteX5" fmla="*/ 0 w 63965"/>
                <a:gd name="connsiteY5" fmla="*/ 30894 h 61788"/>
                <a:gd name="connsiteX6" fmla="*/ 30894 w 63965"/>
                <a:gd name="connsiteY6" fmla="*/ 61789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0894" y="61789"/>
                  </a:move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26" y="61789"/>
                    <a:pt x="30894" y="6178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8B882CB-AF93-C2CB-05C4-A503A32B678B}"/>
                </a:ext>
              </a:extLst>
            </p:cNvPr>
            <p:cNvSpPr/>
            <p:nvPr/>
          </p:nvSpPr>
          <p:spPr>
            <a:xfrm>
              <a:off x="541463" y="2103476"/>
              <a:ext cx="42274" cy="58446"/>
            </a:xfrm>
            <a:custGeom>
              <a:avLst/>
              <a:gdLst>
                <a:gd name="connsiteX0" fmla="*/ 10996 w 42274"/>
                <a:gd name="connsiteY0" fmla="*/ 58447 h 58446"/>
                <a:gd name="connsiteX1" fmla="*/ 41963 w 42274"/>
                <a:gd name="connsiteY1" fmla="*/ 32222 h 58446"/>
                <a:gd name="connsiteX2" fmla="*/ 24387 w 42274"/>
                <a:gd name="connsiteY2" fmla="*/ 9 h 58446"/>
                <a:gd name="connsiteX3" fmla="*/ 24217 w 42274"/>
                <a:gd name="connsiteY3" fmla="*/ 70 h 58446"/>
                <a:gd name="connsiteX4" fmla="*/ 12 w 42274"/>
                <a:gd name="connsiteY4" fmla="*/ 56633 h 58446"/>
                <a:gd name="connsiteX5" fmla="*/ 97 w 42274"/>
                <a:gd name="connsiteY5" fmla="*/ 56814 h 58446"/>
                <a:gd name="connsiteX6" fmla="*/ 9484 w 42274"/>
                <a:gd name="connsiteY6" fmla="*/ 58435 h 58446"/>
                <a:gd name="connsiteX7" fmla="*/ 10996 w 42274"/>
                <a:gd name="connsiteY7" fmla="*/ 58435 h 5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4" h="58446">
                  <a:moveTo>
                    <a:pt x="10996" y="58447"/>
                  </a:moveTo>
                  <a:cubicBezTo>
                    <a:pt x="26334" y="58447"/>
                    <a:pt x="39834" y="47427"/>
                    <a:pt x="41963" y="32222"/>
                  </a:cubicBezTo>
                  <a:cubicBezTo>
                    <a:pt x="43959" y="18009"/>
                    <a:pt x="36157" y="5416"/>
                    <a:pt x="24387" y="9"/>
                  </a:cubicBezTo>
                  <a:cubicBezTo>
                    <a:pt x="24326" y="-15"/>
                    <a:pt x="24242" y="9"/>
                    <a:pt x="24217" y="70"/>
                  </a:cubicBezTo>
                  <a:cubicBezTo>
                    <a:pt x="15738" y="18710"/>
                    <a:pt x="7706" y="37581"/>
                    <a:pt x="12" y="56633"/>
                  </a:cubicBezTo>
                  <a:cubicBezTo>
                    <a:pt x="-24" y="56705"/>
                    <a:pt x="24" y="56790"/>
                    <a:pt x="97" y="56814"/>
                  </a:cubicBezTo>
                  <a:cubicBezTo>
                    <a:pt x="3073" y="57782"/>
                    <a:pt x="6194" y="58435"/>
                    <a:pt x="9484" y="58435"/>
                  </a:cubicBezTo>
                  <a:lnTo>
                    <a:pt x="10996" y="58435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02ED3E50-7CC4-DE11-82E3-C99B34238873}"/>
                </a:ext>
              </a:extLst>
            </p:cNvPr>
            <p:cNvSpPr/>
            <p:nvPr/>
          </p:nvSpPr>
          <p:spPr>
            <a:xfrm>
              <a:off x="249874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795753B5-7BC6-51B1-6630-6A7E345EFF31}"/>
                </a:ext>
              </a:extLst>
            </p:cNvPr>
            <p:cNvSpPr/>
            <p:nvPr/>
          </p:nvSpPr>
          <p:spPr>
            <a:xfrm>
              <a:off x="81660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03A8479A-4085-4448-BD29-194FF1F1F116}"/>
                </a:ext>
              </a:extLst>
            </p:cNvPr>
            <p:cNvSpPr/>
            <p:nvPr/>
          </p:nvSpPr>
          <p:spPr>
            <a:xfrm>
              <a:off x="230085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3380E11D-6251-AA0C-5691-345AC2497701}"/>
                </a:ext>
              </a:extLst>
            </p:cNvPr>
            <p:cNvSpPr/>
            <p:nvPr/>
          </p:nvSpPr>
          <p:spPr>
            <a:xfrm>
              <a:off x="2894543" y="2100135"/>
              <a:ext cx="63965" cy="61788"/>
            </a:xfrm>
            <a:custGeom>
              <a:avLst/>
              <a:gdLst>
                <a:gd name="connsiteX0" fmla="*/ 33071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1 w 63965"/>
                <a:gd name="connsiteY4" fmla="*/ 61789 h 61788"/>
                <a:gd name="connsiteX5" fmla="*/ 63966 w 63965"/>
                <a:gd name="connsiteY5" fmla="*/ 30894 h 61788"/>
                <a:gd name="connsiteX6" fmla="*/ 33071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1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1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7B1C6D63-A8A6-9BF1-45C7-013C54ECF753}"/>
                </a:ext>
              </a:extLst>
            </p:cNvPr>
            <p:cNvSpPr/>
            <p:nvPr/>
          </p:nvSpPr>
          <p:spPr>
            <a:xfrm>
              <a:off x="2696633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64017152-DC4A-ED5C-A4DE-55CDA9B5EBC7}"/>
                </a:ext>
              </a:extLst>
            </p:cNvPr>
            <p:cNvSpPr/>
            <p:nvPr/>
          </p:nvSpPr>
          <p:spPr>
            <a:xfrm>
              <a:off x="71767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84CFFB5-5ACB-8B7D-3041-A4E9EBEF2020}"/>
                </a:ext>
              </a:extLst>
            </p:cNvPr>
            <p:cNvSpPr/>
            <p:nvPr/>
          </p:nvSpPr>
          <p:spPr>
            <a:xfrm>
              <a:off x="915569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20C0C84-D209-6183-E1A3-905B6251545B}"/>
                </a:ext>
              </a:extLst>
            </p:cNvPr>
            <p:cNvSpPr/>
            <p:nvPr/>
          </p:nvSpPr>
          <p:spPr>
            <a:xfrm>
              <a:off x="239978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6D7806F5-2215-43D3-12EA-4A68E4033D6A}"/>
                </a:ext>
              </a:extLst>
            </p:cNvPr>
            <p:cNvSpPr/>
            <p:nvPr/>
          </p:nvSpPr>
          <p:spPr>
            <a:xfrm>
              <a:off x="160819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3E1360D5-E063-D58B-80D4-9409BD42EB41}"/>
                </a:ext>
              </a:extLst>
            </p:cNvPr>
            <p:cNvSpPr/>
            <p:nvPr/>
          </p:nvSpPr>
          <p:spPr>
            <a:xfrm>
              <a:off x="309244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4235D1B3-26CA-2F2C-8AE1-8050CFD11247}"/>
                </a:ext>
              </a:extLst>
            </p:cNvPr>
            <p:cNvSpPr/>
            <p:nvPr/>
          </p:nvSpPr>
          <p:spPr>
            <a:xfrm>
              <a:off x="259769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7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93C74EA1-4DCB-351D-FC30-EA317A2ED560}"/>
                </a:ext>
              </a:extLst>
            </p:cNvPr>
            <p:cNvSpPr/>
            <p:nvPr/>
          </p:nvSpPr>
          <p:spPr>
            <a:xfrm>
              <a:off x="1509261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7742AEC9-AB90-0AAD-6B08-D16A5C8A66E3}"/>
                </a:ext>
              </a:extLst>
            </p:cNvPr>
            <p:cNvSpPr/>
            <p:nvPr/>
          </p:nvSpPr>
          <p:spPr>
            <a:xfrm>
              <a:off x="141031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3A01C1E-14D9-A89A-3793-A09054EEEBC7}"/>
                </a:ext>
              </a:extLst>
            </p:cNvPr>
            <p:cNvSpPr/>
            <p:nvPr/>
          </p:nvSpPr>
          <p:spPr>
            <a:xfrm>
              <a:off x="190504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67E07285-ECC6-FD1A-53F6-12C71197E5C4}"/>
                </a:ext>
              </a:extLst>
            </p:cNvPr>
            <p:cNvSpPr/>
            <p:nvPr/>
          </p:nvSpPr>
          <p:spPr>
            <a:xfrm>
              <a:off x="1113454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511C90AC-F1A5-F421-2F36-85ED779F7392}"/>
                </a:ext>
              </a:extLst>
            </p:cNvPr>
            <p:cNvSpPr/>
            <p:nvPr/>
          </p:nvSpPr>
          <p:spPr>
            <a:xfrm>
              <a:off x="299348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B64958D7-380D-0BF5-6C70-993602C4BB0E}"/>
                </a:ext>
              </a:extLst>
            </p:cNvPr>
            <p:cNvSpPr/>
            <p:nvPr/>
          </p:nvSpPr>
          <p:spPr>
            <a:xfrm>
              <a:off x="618723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87BBB2E7-A9A6-9912-2569-0E0178D2094A}"/>
                </a:ext>
              </a:extLst>
            </p:cNvPr>
            <p:cNvSpPr/>
            <p:nvPr/>
          </p:nvSpPr>
          <p:spPr>
            <a:xfrm>
              <a:off x="121241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E6482B7B-36BA-4F12-E5AC-2913D426A1D8}"/>
                </a:ext>
              </a:extLst>
            </p:cNvPr>
            <p:cNvSpPr/>
            <p:nvPr/>
          </p:nvSpPr>
          <p:spPr>
            <a:xfrm>
              <a:off x="2004005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FA0EF153-FF28-1B1A-A5F9-4D4C17F3B51E}"/>
                </a:ext>
              </a:extLst>
            </p:cNvPr>
            <p:cNvSpPr/>
            <p:nvPr/>
          </p:nvSpPr>
          <p:spPr>
            <a:xfrm>
              <a:off x="1014518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28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7846A470-5EFC-9CA0-C9B5-D324E894260F}"/>
                </a:ext>
              </a:extLst>
            </p:cNvPr>
            <p:cNvSpPr/>
            <p:nvPr/>
          </p:nvSpPr>
          <p:spPr>
            <a:xfrm>
              <a:off x="1311352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AE1E8126-81DD-1CF9-15DB-C7522452609B}"/>
                </a:ext>
              </a:extLst>
            </p:cNvPr>
            <p:cNvSpPr/>
            <p:nvPr/>
          </p:nvSpPr>
          <p:spPr>
            <a:xfrm>
              <a:off x="2201890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40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20F56D91-FFFC-D1F8-2B41-E3E1066497A0}"/>
                </a:ext>
              </a:extLst>
            </p:cNvPr>
            <p:cNvSpPr/>
            <p:nvPr/>
          </p:nvSpPr>
          <p:spPr>
            <a:xfrm>
              <a:off x="1806107" y="2100135"/>
              <a:ext cx="63965" cy="61788"/>
            </a:xfrm>
            <a:custGeom>
              <a:avLst/>
              <a:gdLst>
                <a:gd name="connsiteX0" fmla="*/ 33072 w 63965"/>
                <a:gd name="connsiteY0" fmla="*/ 0 h 61788"/>
                <a:gd name="connsiteX1" fmla="*/ 30894 w 63965"/>
                <a:gd name="connsiteY1" fmla="*/ 0 h 61788"/>
                <a:gd name="connsiteX2" fmla="*/ 0 w 63965"/>
                <a:gd name="connsiteY2" fmla="*/ 30894 h 61788"/>
                <a:gd name="connsiteX3" fmla="*/ 30894 w 63965"/>
                <a:gd name="connsiteY3" fmla="*/ 61789 h 61788"/>
                <a:gd name="connsiteX4" fmla="*/ 33072 w 63965"/>
                <a:gd name="connsiteY4" fmla="*/ 61789 h 61788"/>
                <a:gd name="connsiteX5" fmla="*/ 63966 w 63965"/>
                <a:gd name="connsiteY5" fmla="*/ 30894 h 61788"/>
                <a:gd name="connsiteX6" fmla="*/ 33072 w 63965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5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FFF1756D-AA93-ACC5-A901-66CF47E69760}"/>
                </a:ext>
              </a:extLst>
            </p:cNvPr>
            <p:cNvSpPr/>
            <p:nvPr/>
          </p:nvSpPr>
          <p:spPr>
            <a:xfrm>
              <a:off x="3191383" y="2103483"/>
              <a:ext cx="42271" cy="58440"/>
            </a:xfrm>
            <a:custGeom>
              <a:avLst/>
              <a:gdLst>
                <a:gd name="connsiteX0" fmla="*/ 308 w 42271"/>
                <a:gd name="connsiteY0" fmla="*/ 32227 h 58440"/>
                <a:gd name="connsiteX1" fmla="*/ 31275 w 42271"/>
                <a:gd name="connsiteY1" fmla="*/ 58440 h 58440"/>
                <a:gd name="connsiteX2" fmla="*/ 32787 w 42271"/>
                <a:gd name="connsiteY2" fmla="*/ 58440 h 58440"/>
                <a:gd name="connsiteX3" fmla="*/ 42174 w 42271"/>
                <a:gd name="connsiteY3" fmla="*/ 56819 h 58440"/>
                <a:gd name="connsiteX4" fmla="*/ 42259 w 42271"/>
                <a:gd name="connsiteY4" fmla="*/ 56638 h 58440"/>
                <a:gd name="connsiteX5" fmla="*/ 18054 w 42271"/>
                <a:gd name="connsiteY5" fmla="*/ 75 h 58440"/>
                <a:gd name="connsiteX6" fmla="*/ 17884 w 42271"/>
                <a:gd name="connsiteY6" fmla="*/ 14 h 58440"/>
                <a:gd name="connsiteX7" fmla="*/ 308 w 42271"/>
                <a:gd name="connsiteY7" fmla="*/ 32227 h 5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71" h="58440">
                  <a:moveTo>
                    <a:pt x="308" y="32227"/>
                  </a:moveTo>
                  <a:cubicBezTo>
                    <a:pt x="2438" y="47420"/>
                    <a:pt x="15937" y="58440"/>
                    <a:pt x="31275" y="58440"/>
                  </a:cubicBezTo>
                  <a:lnTo>
                    <a:pt x="32787" y="58440"/>
                  </a:lnTo>
                  <a:cubicBezTo>
                    <a:pt x="36090" y="58440"/>
                    <a:pt x="39199" y="57787"/>
                    <a:pt x="42174" y="56819"/>
                  </a:cubicBezTo>
                  <a:cubicBezTo>
                    <a:pt x="42247" y="56795"/>
                    <a:pt x="42295" y="56710"/>
                    <a:pt x="42259" y="56638"/>
                  </a:cubicBezTo>
                  <a:cubicBezTo>
                    <a:pt x="34565" y="37586"/>
                    <a:pt x="26534" y="18716"/>
                    <a:pt x="18054" y="75"/>
                  </a:cubicBezTo>
                  <a:cubicBezTo>
                    <a:pt x="18030" y="14"/>
                    <a:pt x="17945" y="-22"/>
                    <a:pt x="17884" y="14"/>
                  </a:cubicBezTo>
                  <a:cubicBezTo>
                    <a:pt x="6115" y="5422"/>
                    <a:pt x="-1675" y="18014"/>
                    <a:pt x="308" y="3222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7ED46674-C682-02CD-DCA9-D293552251F6}"/>
                </a:ext>
              </a:extLst>
            </p:cNvPr>
            <p:cNvSpPr/>
            <p:nvPr/>
          </p:nvSpPr>
          <p:spPr>
            <a:xfrm>
              <a:off x="2795594" y="2100135"/>
              <a:ext cx="63966" cy="61788"/>
            </a:xfrm>
            <a:custGeom>
              <a:avLst/>
              <a:gdLst>
                <a:gd name="connsiteX0" fmla="*/ 33072 w 63966"/>
                <a:gd name="connsiteY0" fmla="*/ 0 h 61788"/>
                <a:gd name="connsiteX1" fmla="*/ 30894 w 63966"/>
                <a:gd name="connsiteY1" fmla="*/ 0 h 61788"/>
                <a:gd name="connsiteX2" fmla="*/ 0 w 63966"/>
                <a:gd name="connsiteY2" fmla="*/ 30894 h 61788"/>
                <a:gd name="connsiteX3" fmla="*/ 30894 w 63966"/>
                <a:gd name="connsiteY3" fmla="*/ 61789 h 61788"/>
                <a:gd name="connsiteX4" fmla="*/ 33072 w 63966"/>
                <a:gd name="connsiteY4" fmla="*/ 61789 h 61788"/>
                <a:gd name="connsiteX5" fmla="*/ 63966 w 63966"/>
                <a:gd name="connsiteY5" fmla="*/ 30894 h 61788"/>
                <a:gd name="connsiteX6" fmla="*/ 33072 w 63966"/>
                <a:gd name="connsiteY6" fmla="*/ 0 h 6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6" h="61788">
                  <a:moveTo>
                    <a:pt x="33072" y="0"/>
                  </a:moveTo>
                  <a:lnTo>
                    <a:pt x="30894" y="0"/>
                  </a:lnTo>
                  <a:cubicBezTo>
                    <a:pt x="13838" y="0"/>
                    <a:pt x="0" y="13838"/>
                    <a:pt x="0" y="30894"/>
                  </a:cubicBezTo>
                  <a:cubicBezTo>
                    <a:pt x="0" y="47950"/>
                    <a:pt x="13838" y="61789"/>
                    <a:pt x="30894" y="61789"/>
                  </a:cubicBezTo>
                  <a:lnTo>
                    <a:pt x="33072" y="61789"/>
                  </a:lnTo>
                  <a:cubicBezTo>
                    <a:pt x="50140" y="61789"/>
                    <a:pt x="63966" y="47950"/>
                    <a:pt x="63966" y="30894"/>
                  </a:cubicBezTo>
                  <a:cubicBezTo>
                    <a:pt x="63966" y="13838"/>
                    <a:pt x="50128" y="0"/>
                    <a:pt x="330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9005D04E-90EE-B75E-F27D-BC1B26466FB8}"/>
                </a:ext>
              </a:extLst>
            </p:cNvPr>
            <p:cNvSpPr/>
            <p:nvPr/>
          </p:nvSpPr>
          <p:spPr>
            <a:xfrm>
              <a:off x="141080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EE9031C9-AF87-6127-43DA-E09CA9E03492}"/>
                </a:ext>
              </a:extLst>
            </p:cNvPr>
            <p:cNvSpPr/>
            <p:nvPr/>
          </p:nvSpPr>
          <p:spPr>
            <a:xfrm>
              <a:off x="817104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04B9CFDA-FB88-037F-B8A9-9DFD0B0D20CD}"/>
                </a:ext>
              </a:extLst>
            </p:cNvPr>
            <p:cNvSpPr/>
            <p:nvPr/>
          </p:nvSpPr>
          <p:spPr>
            <a:xfrm>
              <a:off x="520829" y="2177274"/>
              <a:ext cx="62415" cy="60808"/>
            </a:xfrm>
            <a:custGeom>
              <a:avLst/>
              <a:gdLst>
                <a:gd name="connsiteX0" fmla="*/ 29839 w 62415"/>
                <a:gd name="connsiteY0" fmla="*/ 60809 h 60808"/>
                <a:gd name="connsiteX1" fmla="*/ 30274 w 62415"/>
                <a:gd name="connsiteY1" fmla="*/ 60809 h 60808"/>
                <a:gd name="connsiteX2" fmla="*/ 62257 w 62415"/>
                <a:gd name="connsiteY2" fmla="*/ 33543 h 60808"/>
                <a:gd name="connsiteX3" fmla="*/ 32016 w 62415"/>
                <a:gd name="connsiteY3" fmla="*/ 0 h 60808"/>
                <a:gd name="connsiteX4" fmla="*/ 29839 w 62415"/>
                <a:gd name="connsiteY4" fmla="*/ 0 h 60808"/>
                <a:gd name="connsiteX5" fmla="*/ 10884 w 62415"/>
                <a:gd name="connsiteY5" fmla="*/ 6810 h 60808"/>
                <a:gd name="connsiteX6" fmla="*/ 10835 w 62415"/>
                <a:gd name="connsiteY6" fmla="*/ 6871 h 60808"/>
                <a:gd name="connsiteX7" fmla="*/ 9 w 62415"/>
                <a:gd name="connsiteY7" fmla="*/ 36011 h 60808"/>
                <a:gd name="connsiteX8" fmla="*/ 9 w 62415"/>
                <a:gd name="connsiteY8" fmla="*/ 36084 h 60808"/>
                <a:gd name="connsiteX9" fmla="*/ 29839 w 62415"/>
                <a:gd name="connsiteY9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15" h="60808">
                  <a:moveTo>
                    <a:pt x="29839" y="60809"/>
                  </a:moveTo>
                  <a:lnTo>
                    <a:pt x="30274" y="60809"/>
                  </a:lnTo>
                  <a:cubicBezTo>
                    <a:pt x="46181" y="60809"/>
                    <a:pt x="60673" y="49366"/>
                    <a:pt x="62257" y="33543"/>
                  </a:cubicBezTo>
                  <a:cubicBezTo>
                    <a:pt x="64084" y="15338"/>
                    <a:pt x="49834" y="0"/>
                    <a:pt x="32016" y="0"/>
                  </a:cubicBezTo>
                  <a:lnTo>
                    <a:pt x="29839" y="0"/>
                  </a:lnTo>
                  <a:cubicBezTo>
                    <a:pt x="22629" y="0"/>
                    <a:pt x="16097" y="2613"/>
                    <a:pt x="10884" y="6810"/>
                  </a:cubicBezTo>
                  <a:cubicBezTo>
                    <a:pt x="10860" y="6823"/>
                    <a:pt x="10847" y="6847"/>
                    <a:pt x="10835" y="6871"/>
                  </a:cubicBezTo>
                  <a:cubicBezTo>
                    <a:pt x="7134" y="16536"/>
                    <a:pt x="3517" y="26249"/>
                    <a:pt x="9" y="36011"/>
                  </a:cubicBezTo>
                  <a:cubicBezTo>
                    <a:pt x="-3" y="36035"/>
                    <a:pt x="-3" y="36059"/>
                    <a:pt x="9" y="36084"/>
                  </a:cubicBezTo>
                  <a:cubicBezTo>
                    <a:pt x="2670" y="50152"/>
                    <a:pt x="14997" y="60809"/>
                    <a:pt x="29839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BF5C7645-602A-BC17-E707-477C41C8731D}"/>
                </a:ext>
              </a:extLst>
            </p:cNvPr>
            <p:cNvSpPr/>
            <p:nvPr/>
          </p:nvSpPr>
          <p:spPr>
            <a:xfrm>
              <a:off x="101501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A79617FF-917A-F0CD-4DF0-68F78178D954}"/>
                </a:ext>
              </a:extLst>
            </p:cNvPr>
            <p:cNvSpPr/>
            <p:nvPr/>
          </p:nvSpPr>
          <p:spPr>
            <a:xfrm>
              <a:off x="1806603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8CFA60FE-0B79-9BF6-70DF-47ACFF2EFC21}"/>
                </a:ext>
              </a:extLst>
            </p:cNvPr>
            <p:cNvSpPr/>
            <p:nvPr/>
          </p:nvSpPr>
          <p:spPr>
            <a:xfrm>
              <a:off x="111395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EDABA3B5-4E8E-2677-7304-F51BF35B4C8F}"/>
                </a:ext>
              </a:extLst>
            </p:cNvPr>
            <p:cNvSpPr/>
            <p:nvPr/>
          </p:nvSpPr>
          <p:spPr>
            <a:xfrm>
              <a:off x="259819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B9F6C0F-A1B7-59CC-4341-BF530043E720}"/>
                </a:ext>
              </a:extLst>
            </p:cNvPr>
            <p:cNvSpPr/>
            <p:nvPr/>
          </p:nvSpPr>
          <p:spPr>
            <a:xfrm>
              <a:off x="299397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C9F63E94-A727-BE1E-9032-B773CF5F535C}"/>
                </a:ext>
              </a:extLst>
            </p:cNvPr>
            <p:cNvSpPr/>
            <p:nvPr/>
          </p:nvSpPr>
          <p:spPr>
            <a:xfrm>
              <a:off x="230134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92E061C9-A6DB-6CC4-FCD8-D05BBB487720}"/>
                </a:ext>
              </a:extLst>
            </p:cNvPr>
            <p:cNvSpPr/>
            <p:nvPr/>
          </p:nvSpPr>
          <p:spPr>
            <a:xfrm>
              <a:off x="2103449" y="2177274"/>
              <a:ext cx="62974" cy="60808"/>
            </a:xfrm>
            <a:custGeom>
              <a:avLst/>
              <a:gdLst>
                <a:gd name="connsiteX0" fmla="*/ 30398 w 62974"/>
                <a:gd name="connsiteY0" fmla="*/ 60809 h 60808"/>
                <a:gd name="connsiteX1" fmla="*/ 32576 w 62974"/>
                <a:gd name="connsiteY1" fmla="*/ 60809 h 60808"/>
                <a:gd name="connsiteX2" fmla="*/ 62974 w 62974"/>
                <a:gd name="connsiteY2" fmla="*/ 30398 h 60808"/>
                <a:gd name="connsiteX3" fmla="*/ 32576 w 62974"/>
                <a:gd name="connsiteY3" fmla="*/ 0 h 60808"/>
                <a:gd name="connsiteX4" fmla="*/ 30398 w 62974"/>
                <a:gd name="connsiteY4" fmla="*/ 0 h 60808"/>
                <a:gd name="connsiteX5" fmla="*/ 0 w 62974"/>
                <a:gd name="connsiteY5" fmla="*/ 30398 h 60808"/>
                <a:gd name="connsiteX6" fmla="*/ 30398 w 62974"/>
                <a:gd name="connsiteY6" fmla="*/ 60809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0398" y="60809"/>
                  </a:move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-12" y="47188"/>
                    <a:pt x="13596" y="60809"/>
                    <a:pt x="30398" y="6080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01F8E5BB-86A5-E292-FEAD-2A133B2DC2FE}"/>
                </a:ext>
              </a:extLst>
            </p:cNvPr>
            <p:cNvSpPr/>
            <p:nvPr/>
          </p:nvSpPr>
          <p:spPr>
            <a:xfrm>
              <a:off x="249924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56ABE54D-6307-CBDD-5542-FBE6ADD3E12E}"/>
                </a:ext>
              </a:extLst>
            </p:cNvPr>
            <p:cNvSpPr/>
            <p:nvPr/>
          </p:nvSpPr>
          <p:spPr>
            <a:xfrm>
              <a:off x="170765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5D2A4966-5A77-103E-280B-CFB2E912DBB6}"/>
                </a:ext>
              </a:extLst>
            </p:cNvPr>
            <p:cNvSpPr/>
            <p:nvPr/>
          </p:nvSpPr>
          <p:spPr>
            <a:xfrm>
              <a:off x="279609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68893F0F-0D9B-4D6B-D6E1-AC741C206EB9}"/>
                </a:ext>
              </a:extLst>
            </p:cNvPr>
            <p:cNvSpPr/>
            <p:nvPr/>
          </p:nvSpPr>
          <p:spPr>
            <a:xfrm>
              <a:off x="916065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CF322A92-B1F1-77B5-766B-1588BA99C4F0}"/>
                </a:ext>
              </a:extLst>
            </p:cNvPr>
            <p:cNvSpPr/>
            <p:nvPr/>
          </p:nvSpPr>
          <p:spPr>
            <a:xfrm>
              <a:off x="1311848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8513671-430D-1735-6627-9B7B9416F94A}"/>
                </a:ext>
              </a:extLst>
            </p:cNvPr>
            <p:cNvSpPr/>
            <p:nvPr/>
          </p:nvSpPr>
          <p:spPr>
            <a:xfrm>
              <a:off x="121291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77DC1B7D-6DC2-03A8-D4B7-4BB8D2BE5BEC}"/>
                </a:ext>
              </a:extLst>
            </p:cNvPr>
            <p:cNvSpPr/>
            <p:nvPr/>
          </p:nvSpPr>
          <p:spPr>
            <a:xfrm>
              <a:off x="269712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4648496F-60BE-B1FD-46F4-FB714C376AEF}"/>
                </a:ext>
              </a:extLst>
            </p:cNvPr>
            <p:cNvSpPr/>
            <p:nvPr/>
          </p:nvSpPr>
          <p:spPr>
            <a:xfrm>
              <a:off x="2400283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273FCFA1-5B97-C2C8-E979-3FCDBE9128A8}"/>
                </a:ext>
              </a:extLst>
            </p:cNvPr>
            <p:cNvSpPr/>
            <p:nvPr/>
          </p:nvSpPr>
          <p:spPr>
            <a:xfrm>
              <a:off x="3092936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3F0F353B-32EC-3E41-DFA6-8EADC98834D1}"/>
                </a:ext>
              </a:extLst>
            </p:cNvPr>
            <p:cNvSpPr/>
            <p:nvPr/>
          </p:nvSpPr>
          <p:spPr>
            <a:xfrm>
              <a:off x="1509757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6F22508-0988-1AEF-2838-95E812C82B00}"/>
                </a:ext>
              </a:extLst>
            </p:cNvPr>
            <p:cNvSpPr/>
            <p:nvPr/>
          </p:nvSpPr>
          <p:spPr>
            <a:xfrm>
              <a:off x="289503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E3D0F40C-7B6D-2FD1-A1F4-E3CBF7A9AEAF}"/>
                </a:ext>
              </a:extLst>
            </p:cNvPr>
            <p:cNvSpPr/>
            <p:nvPr/>
          </p:nvSpPr>
          <p:spPr>
            <a:xfrm>
              <a:off x="2202386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4515D23B-AD56-D045-94F0-1E614E4CE19C}"/>
                </a:ext>
              </a:extLst>
            </p:cNvPr>
            <p:cNvSpPr/>
            <p:nvPr/>
          </p:nvSpPr>
          <p:spPr>
            <a:xfrm>
              <a:off x="1905540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E080B6A4-1947-F4F7-E293-308F118ADFCF}"/>
                </a:ext>
              </a:extLst>
            </p:cNvPr>
            <p:cNvSpPr/>
            <p:nvPr/>
          </p:nvSpPr>
          <p:spPr>
            <a:xfrm>
              <a:off x="2004501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5" y="60809"/>
                    <a:pt x="62974" y="47200"/>
                    <a:pt x="62974" y="30398"/>
                  </a:cubicBezTo>
                  <a:cubicBezTo>
                    <a:pt x="62974" y="13608"/>
                    <a:pt x="49365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70716CBB-0D98-6E08-0CCD-C241A86A928B}"/>
                </a:ext>
              </a:extLst>
            </p:cNvPr>
            <p:cNvSpPr/>
            <p:nvPr/>
          </p:nvSpPr>
          <p:spPr>
            <a:xfrm>
              <a:off x="718167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3971D49B-841A-0CD3-4DCA-F324FF42D3B0}"/>
                </a:ext>
              </a:extLst>
            </p:cNvPr>
            <p:cNvSpPr/>
            <p:nvPr/>
          </p:nvSpPr>
          <p:spPr>
            <a:xfrm>
              <a:off x="1608694" y="2177274"/>
              <a:ext cx="62974" cy="60808"/>
            </a:xfrm>
            <a:custGeom>
              <a:avLst/>
              <a:gdLst>
                <a:gd name="connsiteX0" fmla="*/ 32576 w 62974"/>
                <a:gd name="connsiteY0" fmla="*/ 0 h 60808"/>
                <a:gd name="connsiteX1" fmla="*/ 30398 w 62974"/>
                <a:gd name="connsiteY1" fmla="*/ 0 h 60808"/>
                <a:gd name="connsiteX2" fmla="*/ 0 w 62974"/>
                <a:gd name="connsiteY2" fmla="*/ 30398 h 60808"/>
                <a:gd name="connsiteX3" fmla="*/ 30398 w 62974"/>
                <a:gd name="connsiteY3" fmla="*/ 60809 h 60808"/>
                <a:gd name="connsiteX4" fmla="*/ 32576 w 62974"/>
                <a:gd name="connsiteY4" fmla="*/ 60809 h 60808"/>
                <a:gd name="connsiteX5" fmla="*/ 62974 w 62974"/>
                <a:gd name="connsiteY5" fmla="*/ 30398 h 60808"/>
                <a:gd name="connsiteX6" fmla="*/ 32576 w 62974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4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86" y="13608"/>
                    <a:pt x="49378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8E58C8C-861F-DB73-E3FB-8E42AE03E3C6}"/>
                </a:ext>
              </a:extLst>
            </p:cNvPr>
            <p:cNvSpPr/>
            <p:nvPr/>
          </p:nvSpPr>
          <p:spPr>
            <a:xfrm>
              <a:off x="3191884" y="2177274"/>
              <a:ext cx="62406" cy="60808"/>
            </a:xfrm>
            <a:custGeom>
              <a:avLst/>
              <a:gdLst>
                <a:gd name="connsiteX0" fmla="*/ 30399 w 62406"/>
                <a:gd name="connsiteY0" fmla="*/ 0 h 60808"/>
                <a:gd name="connsiteX1" fmla="*/ 158 w 62406"/>
                <a:gd name="connsiteY1" fmla="*/ 33543 h 60808"/>
                <a:gd name="connsiteX2" fmla="*/ 32141 w 62406"/>
                <a:gd name="connsiteY2" fmla="*/ 60809 h 60808"/>
                <a:gd name="connsiteX3" fmla="*/ 32576 w 62406"/>
                <a:gd name="connsiteY3" fmla="*/ 60809 h 60808"/>
                <a:gd name="connsiteX4" fmla="*/ 62406 w 62406"/>
                <a:gd name="connsiteY4" fmla="*/ 36084 h 60808"/>
                <a:gd name="connsiteX5" fmla="*/ 62406 w 62406"/>
                <a:gd name="connsiteY5" fmla="*/ 36011 h 60808"/>
                <a:gd name="connsiteX6" fmla="*/ 51580 w 62406"/>
                <a:gd name="connsiteY6" fmla="*/ 6871 h 60808"/>
                <a:gd name="connsiteX7" fmla="*/ 51531 w 62406"/>
                <a:gd name="connsiteY7" fmla="*/ 6810 h 60808"/>
                <a:gd name="connsiteX8" fmla="*/ 32576 w 62406"/>
                <a:gd name="connsiteY8" fmla="*/ 0 h 60808"/>
                <a:gd name="connsiteX9" fmla="*/ 30399 w 62406"/>
                <a:gd name="connsiteY9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406" h="60808">
                  <a:moveTo>
                    <a:pt x="30399" y="0"/>
                  </a:moveTo>
                  <a:cubicBezTo>
                    <a:pt x="12569" y="0"/>
                    <a:pt x="-1668" y="15338"/>
                    <a:pt x="158" y="33543"/>
                  </a:cubicBezTo>
                  <a:cubicBezTo>
                    <a:pt x="1743" y="49366"/>
                    <a:pt x="16234" y="60809"/>
                    <a:pt x="32141" y="60809"/>
                  </a:cubicBezTo>
                  <a:lnTo>
                    <a:pt x="32576" y="60809"/>
                  </a:lnTo>
                  <a:cubicBezTo>
                    <a:pt x="47419" y="60809"/>
                    <a:pt x="59733" y="50152"/>
                    <a:pt x="62406" y="36084"/>
                  </a:cubicBezTo>
                  <a:cubicBezTo>
                    <a:pt x="62406" y="36059"/>
                    <a:pt x="62406" y="36035"/>
                    <a:pt x="62406" y="36011"/>
                  </a:cubicBezTo>
                  <a:cubicBezTo>
                    <a:pt x="58898" y="26249"/>
                    <a:pt x="55282" y="16536"/>
                    <a:pt x="51580" y="6871"/>
                  </a:cubicBezTo>
                  <a:cubicBezTo>
                    <a:pt x="51568" y="6847"/>
                    <a:pt x="51556" y="6823"/>
                    <a:pt x="51531" y="6810"/>
                  </a:cubicBezTo>
                  <a:cubicBezTo>
                    <a:pt x="46318" y="2613"/>
                    <a:pt x="39786" y="0"/>
                    <a:pt x="32576" y="0"/>
                  </a:cubicBezTo>
                  <a:lnTo>
                    <a:pt x="30399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A07CB33C-A31C-86A2-3CAB-E18DC0613F1F}"/>
                </a:ext>
              </a:extLst>
            </p:cNvPr>
            <p:cNvSpPr/>
            <p:nvPr/>
          </p:nvSpPr>
          <p:spPr>
            <a:xfrm>
              <a:off x="619219" y="2177274"/>
              <a:ext cx="62973" cy="60808"/>
            </a:xfrm>
            <a:custGeom>
              <a:avLst/>
              <a:gdLst>
                <a:gd name="connsiteX0" fmla="*/ 32576 w 62973"/>
                <a:gd name="connsiteY0" fmla="*/ 0 h 60808"/>
                <a:gd name="connsiteX1" fmla="*/ 30398 w 62973"/>
                <a:gd name="connsiteY1" fmla="*/ 0 h 60808"/>
                <a:gd name="connsiteX2" fmla="*/ 0 w 62973"/>
                <a:gd name="connsiteY2" fmla="*/ 30398 h 60808"/>
                <a:gd name="connsiteX3" fmla="*/ 30398 w 62973"/>
                <a:gd name="connsiteY3" fmla="*/ 60809 h 60808"/>
                <a:gd name="connsiteX4" fmla="*/ 32576 w 62973"/>
                <a:gd name="connsiteY4" fmla="*/ 60809 h 60808"/>
                <a:gd name="connsiteX5" fmla="*/ 62974 w 62973"/>
                <a:gd name="connsiteY5" fmla="*/ 30398 h 60808"/>
                <a:gd name="connsiteX6" fmla="*/ 32576 w 62973"/>
                <a:gd name="connsiteY6" fmla="*/ 0 h 6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3" h="60808">
                  <a:moveTo>
                    <a:pt x="32576" y="0"/>
                  </a:moveTo>
                  <a:lnTo>
                    <a:pt x="30398" y="0"/>
                  </a:lnTo>
                  <a:cubicBezTo>
                    <a:pt x="13608" y="0"/>
                    <a:pt x="0" y="13608"/>
                    <a:pt x="0" y="30398"/>
                  </a:cubicBezTo>
                  <a:cubicBezTo>
                    <a:pt x="0" y="47188"/>
                    <a:pt x="13608" y="60809"/>
                    <a:pt x="30398" y="60809"/>
                  </a:cubicBezTo>
                  <a:lnTo>
                    <a:pt x="32576" y="60809"/>
                  </a:lnTo>
                  <a:cubicBezTo>
                    <a:pt x="49366" y="60809"/>
                    <a:pt x="62974" y="47200"/>
                    <a:pt x="62974" y="30398"/>
                  </a:cubicBezTo>
                  <a:cubicBezTo>
                    <a:pt x="62974" y="13608"/>
                    <a:pt x="49366" y="0"/>
                    <a:pt x="325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E18BD15-1134-0DEE-2BF9-5802AB2132BA}"/>
                </a:ext>
              </a:extLst>
            </p:cNvPr>
            <p:cNvSpPr/>
            <p:nvPr/>
          </p:nvSpPr>
          <p:spPr>
            <a:xfrm>
              <a:off x="2796574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654061B6-288B-EF48-2916-060440242498}"/>
                </a:ext>
              </a:extLst>
            </p:cNvPr>
            <p:cNvSpPr/>
            <p:nvPr/>
          </p:nvSpPr>
          <p:spPr>
            <a:xfrm>
              <a:off x="151024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3FB65F0F-98F1-4F90-36E2-55F6EB6B22BE}"/>
                </a:ext>
              </a:extLst>
            </p:cNvPr>
            <p:cNvSpPr/>
            <p:nvPr/>
          </p:nvSpPr>
          <p:spPr>
            <a:xfrm>
              <a:off x="220287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751FE277-6D64-CC8F-0435-2C12F3F6F2CE}"/>
                </a:ext>
              </a:extLst>
            </p:cNvPr>
            <p:cNvSpPr/>
            <p:nvPr/>
          </p:nvSpPr>
          <p:spPr>
            <a:xfrm>
              <a:off x="190602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0AE09CD3-FD93-467D-17ED-529E1CA56698}"/>
                </a:ext>
              </a:extLst>
            </p:cNvPr>
            <p:cNvSpPr/>
            <p:nvPr/>
          </p:nvSpPr>
          <p:spPr>
            <a:xfrm>
              <a:off x="13123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825FF3DA-C5CE-B5E1-77E7-4A270BE8667D}"/>
                </a:ext>
              </a:extLst>
            </p:cNvPr>
            <p:cNvSpPr/>
            <p:nvPr/>
          </p:nvSpPr>
          <p:spPr>
            <a:xfrm>
              <a:off x="180708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505D2E72-F2A9-439C-0081-384958980B95}"/>
                </a:ext>
              </a:extLst>
            </p:cNvPr>
            <p:cNvSpPr/>
            <p:nvPr/>
          </p:nvSpPr>
          <p:spPr>
            <a:xfrm>
              <a:off x="240076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9341DDC2-95D0-A271-2737-4626D36DABFF}"/>
                </a:ext>
              </a:extLst>
            </p:cNvPr>
            <p:cNvSpPr/>
            <p:nvPr/>
          </p:nvSpPr>
          <p:spPr>
            <a:xfrm>
              <a:off x="111443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1D95C7B7-C565-1EE4-EFE7-DC715BCD296B}"/>
                </a:ext>
              </a:extLst>
            </p:cNvPr>
            <p:cNvSpPr/>
            <p:nvPr/>
          </p:nvSpPr>
          <p:spPr>
            <a:xfrm>
              <a:off x="25986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D716D684-5423-1387-7FEB-7CE70E5A305E}"/>
                </a:ext>
              </a:extLst>
            </p:cNvPr>
            <p:cNvSpPr/>
            <p:nvPr/>
          </p:nvSpPr>
          <p:spPr>
            <a:xfrm>
              <a:off x="3192369" y="2254412"/>
              <a:ext cx="62006" cy="59828"/>
            </a:xfrm>
            <a:custGeom>
              <a:avLst/>
              <a:gdLst>
                <a:gd name="connsiteX0" fmla="*/ 29915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5 w 62006"/>
                <a:gd name="connsiteY4" fmla="*/ 0 h 59828"/>
                <a:gd name="connsiteX5" fmla="*/ 0 w 62006"/>
                <a:gd name="connsiteY5" fmla="*/ 29915 h 59828"/>
                <a:gd name="connsiteX6" fmla="*/ 29915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5" y="59829"/>
                  </a:move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5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65540C9F-FDBF-771F-BC85-53EB3897AC9B}"/>
                </a:ext>
              </a:extLst>
            </p:cNvPr>
            <p:cNvSpPr/>
            <p:nvPr/>
          </p:nvSpPr>
          <p:spPr>
            <a:xfrm>
              <a:off x="3093420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2097B70-0E22-B0DD-8F81-F772528BB359}"/>
                </a:ext>
              </a:extLst>
            </p:cNvPr>
            <p:cNvSpPr/>
            <p:nvPr/>
          </p:nvSpPr>
          <p:spPr>
            <a:xfrm>
              <a:off x="1213395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A8C104CC-B3A7-2940-8E74-92F34E7930AE}"/>
                </a:ext>
              </a:extLst>
            </p:cNvPr>
            <p:cNvSpPr/>
            <p:nvPr/>
          </p:nvSpPr>
          <p:spPr>
            <a:xfrm>
              <a:off x="249972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004D53C4-13C3-645C-97DA-7E1E042CCF1D}"/>
                </a:ext>
              </a:extLst>
            </p:cNvPr>
            <p:cNvSpPr/>
            <p:nvPr/>
          </p:nvSpPr>
          <p:spPr>
            <a:xfrm>
              <a:off x="101549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2A314FC1-65B5-5578-B821-203AADF8BCAE}"/>
                </a:ext>
              </a:extLst>
            </p:cNvPr>
            <p:cNvSpPr/>
            <p:nvPr/>
          </p:nvSpPr>
          <p:spPr>
            <a:xfrm>
              <a:off x="2103933" y="2254412"/>
              <a:ext cx="62006" cy="59828"/>
            </a:xfrm>
            <a:custGeom>
              <a:avLst/>
              <a:gdLst>
                <a:gd name="connsiteX0" fmla="*/ 29914 w 62006"/>
                <a:gd name="connsiteY0" fmla="*/ 59829 h 59828"/>
                <a:gd name="connsiteX1" fmla="*/ 32092 w 62006"/>
                <a:gd name="connsiteY1" fmla="*/ 59829 h 59828"/>
                <a:gd name="connsiteX2" fmla="*/ 62006 w 62006"/>
                <a:gd name="connsiteY2" fmla="*/ 29915 h 59828"/>
                <a:gd name="connsiteX3" fmla="*/ 32092 w 62006"/>
                <a:gd name="connsiteY3" fmla="*/ 0 h 59828"/>
                <a:gd name="connsiteX4" fmla="*/ 29914 w 62006"/>
                <a:gd name="connsiteY4" fmla="*/ 0 h 59828"/>
                <a:gd name="connsiteX5" fmla="*/ 0 w 62006"/>
                <a:gd name="connsiteY5" fmla="*/ 29915 h 59828"/>
                <a:gd name="connsiteX6" fmla="*/ 29914 w 62006"/>
                <a:gd name="connsiteY6" fmla="*/ 59829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29914" y="59829"/>
                  </a:move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26"/>
                    <a:pt x="13391" y="59829"/>
                    <a:pt x="29914" y="5982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EB1AAC66-B88A-57B9-44F9-B1FF9FDC7044}"/>
                </a:ext>
              </a:extLst>
            </p:cNvPr>
            <p:cNvSpPr/>
            <p:nvPr/>
          </p:nvSpPr>
          <p:spPr>
            <a:xfrm>
              <a:off x="299445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2006" y="13391"/>
                    <a:pt x="48616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CD7C764D-F668-DEE3-3384-E92F23C6AAA1}"/>
                </a:ext>
              </a:extLst>
            </p:cNvPr>
            <p:cNvSpPr/>
            <p:nvPr/>
          </p:nvSpPr>
          <p:spPr>
            <a:xfrm>
              <a:off x="52074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7C81411-75DD-F4E6-2550-554497C3F19F}"/>
                </a:ext>
              </a:extLst>
            </p:cNvPr>
            <p:cNvSpPr/>
            <p:nvPr/>
          </p:nvSpPr>
          <p:spPr>
            <a:xfrm>
              <a:off x="81758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A1B052AE-2777-C64B-D985-4B84E8EA6E78}"/>
                </a:ext>
              </a:extLst>
            </p:cNvPr>
            <p:cNvSpPr/>
            <p:nvPr/>
          </p:nvSpPr>
          <p:spPr>
            <a:xfrm>
              <a:off x="141129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6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5B93448-480E-8BB8-9EA2-337F6CB76B2C}"/>
                </a:ext>
              </a:extLst>
            </p:cNvPr>
            <p:cNvSpPr/>
            <p:nvPr/>
          </p:nvSpPr>
          <p:spPr>
            <a:xfrm>
              <a:off x="916549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F0EFFAF5-3D89-C424-1001-6571CE865CB1}"/>
                </a:ext>
              </a:extLst>
            </p:cNvPr>
            <p:cNvSpPr/>
            <p:nvPr/>
          </p:nvSpPr>
          <p:spPr>
            <a:xfrm>
              <a:off x="1708138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7F6D4284-C224-9C9C-A26F-9E0A7D39F0EF}"/>
                </a:ext>
              </a:extLst>
            </p:cNvPr>
            <p:cNvSpPr/>
            <p:nvPr/>
          </p:nvSpPr>
          <p:spPr>
            <a:xfrm>
              <a:off x="2004984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5 w 62006"/>
                <a:gd name="connsiteY1" fmla="*/ 0 h 59828"/>
                <a:gd name="connsiteX2" fmla="*/ 0 w 62006"/>
                <a:gd name="connsiteY2" fmla="*/ 29915 h 59828"/>
                <a:gd name="connsiteX3" fmla="*/ 29915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5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5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19845458-6D6B-8FFB-0625-6C6966556AB5}"/>
                </a:ext>
              </a:extLst>
            </p:cNvPr>
            <p:cNvSpPr/>
            <p:nvPr/>
          </p:nvSpPr>
          <p:spPr>
            <a:xfrm>
              <a:off x="2697613" y="2254412"/>
              <a:ext cx="62005" cy="59828"/>
            </a:xfrm>
            <a:custGeom>
              <a:avLst/>
              <a:gdLst>
                <a:gd name="connsiteX0" fmla="*/ 32092 w 62005"/>
                <a:gd name="connsiteY0" fmla="*/ 0 h 59828"/>
                <a:gd name="connsiteX1" fmla="*/ 29914 w 62005"/>
                <a:gd name="connsiteY1" fmla="*/ 0 h 59828"/>
                <a:gd name="connsiteX2" fmla="*/ 0 w 62005"/>
                <a:gd name="connsiteY2" fmla="*/ 29915 h 59828"/>
                <a:gd name="connsiteX3" fmla="*/ 29914 w 62005"/>
                <a:gd name="connsiteY3" fmla="*/ 59829 h 59828"/>
                <a:gd name="connsiteX4" fmla="*/ 32092 w 62005"/>
                <a:gd name="connsiteY4" fmla="*/ 59829 h 59828"/>
                <a:gd name="connsiteX5" fmla="*/ 62006 w 62005"/>
                <a:gd name="connsiteY5" fmla="*/ 29915 h 59828"/>
                <a:gd name="connsiteX6" fmla="*/ 32092 w 62005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5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D5F3F28B-D3FF-022A-0558-C4E82B35C9F8}"/>
                </a:ext>
              </a:extLst>
            </p:cNvPr>
            <p:cNvSpPr/>
            <p:nvPr/>
          </p:nvSpPr>
          <p:spPr>
            <a:xfrm>
              <a:off x="71865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55994B7B-63C4-B05F-25CF-CD92D81327A4}"/>
                </a:ext>
              </a:extLst>
            </p:cNvPr>
            <p:cNvSpPr/>
            <p:nvPr/>
          </p:nvSpPr>
          <p:spPr>
            <a:xfrm>
              <a:off x="619702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1994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646E2AD0-421A-082F-6C84-4BC4400E46F8}"/>
                </a:ext>
              </a:extLst>
            </p:cNvPr>
            <p:cNvSpPr/>
            <p:nvPr/>
          </p:nvSpPr>
          <p:spPr>
            <a:xfrm>
              <a:off x="2895523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33397F1-8FD2-BAC3-4144-FFD1745507FF}"/>
                </a:ext>
              </a:extLst>
            </p:cNvPr>
            <p:cNvSpPr/>
            <p:nvPr/>
          </p:nvSpPr>
          <p:spPr>
            <a:xfrm>
              <a:off x="2301831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03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8DD30AE6-BE2B-E2DE-1667-3C597D7651AF}"/>
                </a:ext>
              </a:extLst>
            </p:cNvPr>
            <p:cNvSpPr/>
            <p:nvPr/>
          </p:nvSpPr>
          <p:spPr>
            <a:xfrm>
              <a:off x="1609177" y="2254412"/>
              <a:ext cx="62006" cy="59828"/>
            </a:xfrm>
            <a:custGeom>
              <a:avLst/>
              <a:gdLst>
                <a:gd name="connsiteX0" fmla="*/ 32092 w 62006"/>
                <a:gd name="connsiteY0" fmla="*/ 0 h 59828"/>
                <a:gd name="connsiteX1" fmla="*/ 29914 w 62006"/>
                <a:gd name="connsiteY1" fmla="*/ 0 h 59828"/>
                <a:gd name="connsiteX2" fmla="*/ 0 w 62006"/>
                <a:gd name="connsiteY2" fmla="*/ 29915 h 59828"/>
                <a:gd name="connsiteX3" fmla="*/ 29914 w 62006"/>
                <a:gd name="connsiteY3" fmla="*/ 59829 h 59828"/>
                <a:gd name="connsiteX4" fmla="*/ 32092 w 62006"/>
                <a:gd name="connsiteY4" fmla="*/ 59829 h 59828"/>
                <a:gd name="connsiteX5" fmla="*/ 62006 w 62006"/>
                <a:gd name="connsiteY5" fmla="*/ 29915 h 59828"/>
                <a:gd name="connsiteX6" fmla="*/ 32092 w 62006"/>
                <a:gd name="connsiteY6" fmla="*/ 0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06" h="59828">
                  <a:moveTo>
                    <a:pt x="32092" y="0"/>
                  </a:moveTo>
                  <a:lnTo>
                    <a:pt x="29914" y="0"/>
                  </a:lnTo>
                  <a:cubicBezTo>
                    <a:pt x="13391" y="0"/>
                    <a:pt x="0" y="13391"/>
                    <a:pt x="0" y="29915"/>
                  </a:cubicBezTo>
                  <a:cubicBezTo>
                    <a:pt x="0" y="46438"/>
                    <a:pt x="13391" y="59829"/>
                    <a:pt x="29914" y="59829"/>
                  </a:cubicBezTo>
                  <a:lnTo>
                    <a:pt x="32092" y="59829"/>
                  </a:lnTo>
                  <a:cubicBezTo>
                    <a:pt x="48615" y="59829"/>
                    <a:pt x="62006" y="46438"/>
                    <a:pt x="62006" y="29915"/>
                  </a:cubicBezTo>
                  <a:cubicBezTo>
                    <a:pt x="62006" y="13391"/>
                    <a:pt x="48615" y="0"/>
                    <a:pt x="3209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2F412897-5B33-A9FA-A758-5EB84DB58958}"/>
                </a:ext>
              </a:extLst>
            </p:cNvPr>
            <p:cNvSpPr/>
            <p:nvPr/>
          </p:nvSpPr>
          <p:spPr>
            <a:xfrm>
              <a:off x="1213891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728BBE7-8877-12C5-4950-B558D592CB87}"/>
                </a:ext>
              </a:extLst>
            </p:cNvPr>
            <p:cNvSpPr/>
            <p:nvPr/>
          </p:nvSpPr>
          <p:spPr>
            <a:xfrm>
              <a:off x="16096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D1AF736C-585C-D42A-4279-6637C98E3AC6}"/>
                </a:ext>
              </a:extLst>
            </p:cNvPr>
            <p:cNvSpPr/>
            <p:nvPr/>
          </p:nvSpPr>
          <p:spPr>
            <a:xfrm>
              <a:off x="52123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E7389D9E-D364-B2C3-CD2A-AE263FC28745}"/>
                </a:ext>
              </a:extLst>
            </p:cNvPr>
            <p:cNvSpPr/>
            <p:nvPr/>
          </p:nvSpPr>
          <p:spPr>
            <a:xfrm>
              <a:off x="240126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CDB4A110-3646-2C0B-3207-10E4952B41DB}"/>
                </a:ext>
              </a:extLst>
            </p:cNvPr>
            <p:cNvSpPr/>
            <p:nvPr/>
          </p:nvSpPr>
          <p:spPr>
            <a:xfrm>
              <a:off x="111493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0FB27015-3AB6-5DDB-4E62-273C6A798D8D}"/>
                </a:ext>
              </a:extLst>
            </p:cNvPr>
            <p:cNvSpPr/>
            <p:nvPr/>
          </p:nvSpPr>
          <p:spPr>
            <a:xfrm>
              <a:off x="62019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EB080291-EE2E-83B0-C6A5-D3619531D56C}"/>
                </a:ext>
              </a:extLst>
            </p:cNvPr>
            <p:cNvSpPr/>
            <p:nvPr/>
          </p:nvSpPr>
          <p:spPr>
            <a:xfrm>
              <a:off x="23023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CF40AE64-B4D6-3734-B668-F40FF99DA011}"/>
                </a:ext>
              </a:extLst>
            </p:cNvPr>
            <p:cNvSpPr/>
            <p:nvPr/>
          </p:nvSpPr>
          <p:spPr>
            <a:xfrm>
              <a:off x="19065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AF1B9E9-9FBE-F7CE-7F92-257BC2DBE813}"/>
                </a:ext>
              </a:extLst>
            </p:cNvPr>
            <p:cNvSpPr/>
            <p:nvPr/>
          </p:nvSpPr>
          <p:spPr>
            <a:xfrm>
              <a:off x="180758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21ECA46A-7518-0BB0-D2EC-99B7224F40A0}"/>
                </a:ext>
              </a:extLst>
            </p:cNvPr>
            <p:cNvSpPr/>
            <p:nvPr/>
          </p:nvSpPr>
          <p:spPr>
            <a:xfrm>
              <a:off x="289601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2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A9E74803-2919-6601-90ED-3FA74CBFDAC0}"/>
                </a:ext>
              </a:extLst>
            </p:cNvPr>
            <p:cNvSpPr/>
            <p:nvPr/>
          </p:nvSpPr>
          <p:spPr>
            <a:xfrm>
              <a:off x="3291813" y="2346468"/>
              <a:ext cx="12026" cy="36500"/>
            </a:xfrm>
            <a:custGeom>
              <a:avLst/>
              <a:gdLst>
                <a:gd name="connsiteX0" fmla="*/ 12024 w 12026"/>
                <a:gd name="connsiteY0" fmla="*/ 36348 h 36500"/>
                <a:gd name="connsiteX1" fmla="*/ 3424 w 12026"/>
                <a:gd name="connsiteY1" fmla="*/ 95 h 36500"/>
                <a:gd name="connsiteX2" fmla="*/ 3194 w 12026"/>
                <a:gd name="connsiteY2" fmla="*/ 71 h 36500"/>
                <a:gd name="connsiteX3" fmla="*/ 0 w 12026"/>
                <a:gd name="connsiteY3" fmla="*/ 13086 h 36500"/>
                <a:gd name="connsiteX4" fmla="*/ 11830 w 12026"/>
                <a:gd name="connsiteY4" fmla="*/ 36481 h 36500"/>
                <a:gd name="connsiteX5" fmla="*/ 12024 w 12026"/>
                <a:gd name="connsiteY5" fmla="*/ 36348 h 3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500">
                  <a:moveTo>
                    <a:pt x="12024" y="36348"/>
                  </a:moveTo>
                  <a:cubicBezTo>
                    <a:pt x="9302" y="24203"/>
                    <a:pt x="6435" y="12118"/>
                    <a:pt x="3424" y="95"/>
                  </a:cubicBezTo>
                  <a:cubicBezTo>
                    <a:pt x="3399" y="-14"/>
                    <a:pt x="3242" y="-38"/>
                    <a:pt x="3194" y="71"/>
                  </a:cubicBezTo>
                  <a:cubicBezTo>
                    <a:pt x="1222" y="4002"/>
                    <a:pt x="0" y="8381"/>
                    <a:pt x="0" y="13086"/>
                  </a:cubicBezTo>
                  <a:cubicBezTo>
                    <a:pt x="0" y="22691"/>
                    <a:pt x="4681" y="31158"/>
                    <a:pt x="11830" y="36481"/>
                  </a:cubicBezTo>
                  <a:cubicBezTo>
                    <a:pt x="11915" y="36541"/>
                    <a:pt x="12048" y="36457"/>
                    <a:pt x="12024" y="3634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C9EFB9E3-1717-3F64-57C3-DB5364D11770}"/>
                </a:ext>
              </a:extLst>
            </p:cNvPr>
            <p:cNvSpPr/>
            <p:nvPr/>
          </p:nvSpPr>
          <p:spPr>
            <a:xfrm>
              <a:off x="299495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779431E-E7A9-099C-17E0-962BE90A37EC}"/>
                </a:ext>
              </a:extLst>
            </p:cNvPr>
            <p:cNvSpPr/>
            <p:nvPr/>
          </p:nvSpPr>
          <p:spPr>
            <a:xfrm>
              <a:off x="319286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359F664-A091-F06C-F746-EA420285710A}"/>
                </a:ext>
              </a:extLst>
            </p:cNvPr>
            <p:cNvSpPr/>
            <p:nvPr/>
          </p:nvSpPr>
          <p:spPr>
            <a:xfrm>
              <a:off x="2698109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7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3D49FFAE-B728-91C5-1519-569089AE86EC}"/>
                </a:ext>
              </a:extLst>
            </p:cNvPr>
            <p:cNvSpPr/>
            <p:nvPr/>
          </p:nvSpPr>
          <p:spPr>
            <a:xfrm>
              <a:off x="71914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5CE56BDC-0E8E-3F90-7E5B-6F86B4EE7149}"/>
                </a:ext>
              </a:extLst>
            </p:cNvPr>
            <p:cNvSpPr/>
            <p:nvPr/>
          </p:nvSpPr>
          <p:spPr>
            <a:xfrm>
              <a:off x="131282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26" y="13173"/>
                    <a:pt x="47854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E5EDA96B-03C8-4B77-0456-D5DA75586779}"/>
                </a:ext>
              </a:extLst>
            </p:cNvPr>
            <p:cNvSpPr/>
            <p:nvPr/>
          </p:nvSpPr>
          <p:spPr>
            <a:xfrm>
              <a:off x="471289" y="2346473"/>
              <a:ext cx="12026" cy="36496"/>
            </a:xfrm>
            <a:custGeom>
              <a:avLst/>
              <a:gdLst>
                <a:gd name="connsiteX0" fmla="*/ 12027 w 12026"/>
                <a:gd name="connsiteY0" fmla="*/ 13081 h 36496"/>
                <a:gd name="connsiteX1" fmla="*/ 8833 w 12026"/>
                <a:gd name="connsiteY1" fmla="*/ 66 h 36496"/>
                <a:gd name="connsiteX2" fmla="*/ 8603 w 12026"/>
                <a:gd name="connsiteY2" fmla="*/ 90 h 36496"/>
                <a:gd name="connsiteX3" fmla="*/ 3 w 12026"/>
                <a:gd name="connsiteY3" fmla="*/ 36343 h 36496"/>
                <a:gd name="connsiteX4" fmla="*/ 196 w 12026"/>
                <a:gd name="connsiteY4" fmla="*/ 36476 h 36496"/>
                <a:gd name="connsiteX5" fmla="*/ 12027 w 12026"/>
                <a:gd name="connsiteY5" fmla="*/ 13081 h 3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6" h="36496">
                  <a:moveTo>
                    <a:pt x="12027" y="13081"/>
                  </a:moveTo>
                  <a:cubicBezTo>
                    <a:pt x="12027" y="8376"/>
                    <a:pt x="10805" y="3997"/>
                    <a:pt x="8833" y="66"/>
                  </a:cubicBezTo>
                  <a:cubicBezTo>
                    <a:pt x="8785" y="-31"/>
                    <a:pt x="8628" y="-19"/>
                    <a:pt x="8603" y="90"/>
                  </a:cubicBezTo>
                  <a:cubicBezTo>
                    <a:pt x="5579" y="12114"/>
                    <a:pt x="2725" y="24198"/>
                    <a:pt x="3" y="36343"/>
                  </a:cubicBezTo>
                  <a:cubicBezTo>
                    <a:pt x="-21" y="36452"/>
                    <a:pt x="112" y="36536"/>
                    <a:pt x="196" y="36476"/>
                  </a:cubicBezTo>
                  <a:cubicBezTo>
                    <a:pt x="7345" y="31141"/>
                    <a:pt x="12027" y="22686"/>
                    <a:pt x="12027" y="130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21C14C62-0D61-BAC8-7ED1-C6F99BE16AFF}"/>
                </a:ext>
              </a:extLst>
            </p:cNvPr>
            <p:cNvSpPr/>
            <p:nvPr/>
          </p:nvSpPr>
          <p:spPr>
            <a:xfrm>
              <a:off x="279707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7E231F8-0B0E-529C-08E1-BE9D9AD0FC4C}"/>
                </a:ext>
              </a:extLst>
            </p:cNvPr>
            <p:cNvSpPr/>
            <p:nvPr/>
          </p:nvSpPr>
          <p:spPr>
            <a:xfrm>
              <a:off x="2104429" y="2331551"/>
              <a:ext cx="61014" cy="58837"/>
            </a:xfrm>
            <a:custGeom>
              <a:avLst/>
              <a:gdLst>
                <a:gd name="connsiteX0" fmla="*/ 29418 w 61014"/>
                <a:gd name="connsiteY0" fmla="*/ 58837 h 58837"/>
                <a:gd name="connsiteX1" fmla="*/ 31596 w 61014"/>
                <a:gd name="connsiteY1" fmla="*/ 58837 h 58837"/>
                <a:gd name="connsiteX2" fmla="*/ 61014 w 61014"/>
                <a:gd name="connsiteY2" fmla="*/ 29419 h 58837"/>
                <a:gd name="connsiteX3" fmla="*/ 31596 w 61014"/>
                <a:gd name="connsiteY3" fmla="*/ 0 h 58837"/>
                <a:gd name="connsiteX4" fmla="*/ 29418 w 61014"/>
                <a:gd name="connsiteY4" fmla="*/ 0 h 58837"/>
                <a:gd name="connsiteX5" fmla="*/ 0 w 61014"/>
                <a:gd name="connsiteY5" fmla="*/ 29419 h 58837"/>
                <a:gd name="connsiteX6" fmla="*/ 29418 w 61014"/>
                <a:gd name="connsiteY6" fmla="*/ 58837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7">
                  <a:moveTo>
                    <a:pt x="29418" y="58837"/>
                  </a:moveTo>
                  <a:lnTo>
                    <a:pt x="31596" y="58837"/>
                  </a:lnTo>
                  <a:cubicBezTo>
                    <a:pt x="47853" y="58837"/>
                    <a:pt x="61014" y="45664"/>
                    <a:pt x="61014" y="29419"/>
                  </a:cubicBezTo>
                  <a:cubicBezTo>
                    <a:pt x="61014" y="13173"/>
                    <a:pt x="47841" y="0"/>
                    <a:pt x="31596" y="0"/>
                  </a:cubicBezTo>
                  <a:lnTo>
                    <a:pt x="29418" y="0"/>
                  </a:lnTo>
                  <a:cubicBezTo>
                    <a:pt x="13161" y="0"/>
                    <a:pt x="0" y="13173"/>
                    <a:pt x="0" y="29419"/>
                  </a:cubicBezTo>
                  <a:cubicBezTo>
                    <a:pt x="-12" y="45664"/>
                    <a:pt x="13161" y="58837"/>
                    <a:pt x="29418" y="5883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8B51A16C-478A-3F4B-2E2B-0E07E909E883}"/>
                </a:ext>
              </a:extLst>
            </p:cNvPr>
            <p:cNvSpPr/>
            <p:nvPr/>
          </p:nvSpPr>
          <p:spPr>
            <a:xfrm>
              <a:off x="81808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898B76D9-4BEB-8283-BD0F-23D9D1B51B55}"/>
                </a:ext>
              </a:extLst>
            </p:cNvPr>
            <p:cNvSpPr/>
            <p:nvPr/>
          </p:nvSpPr>
          <p:spPr>
            <a:xfrm>
              <a:off x="1411788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2B96D52D-EBA4-38DE-8647-E49D5ECC1153}"/>
                </a:ext>
              </a:extLst>
            </p:cNvPr>
            <p:cNvSpPr/>
            <p:nvPr/>
          </p:nvSpPr>
          <p:spPr>
            <a:xfrm>
              <a:off x="2005480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F41481E3-A95E-3C39-6E81-375198491AF1}"/>
                </a:ext>
              </a:extLst>
            </p:cNvPr>
            <p:cNvSpPr/>
            <p:nvPr/>
          </p:nvSpPr>
          <p:spPr>
            <a:xfrm>
              <a:off x="170863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D9F2CE2-CD42-87DE-73C5-F57C8190D84C}"/>
                </a:ext>
              </a:extLst>
            </p:cNvPr>
            <p:cNvSpPr/>
            <p:nvPr/>
          </p:nvSpPr>
          <p:spPr>
            <a:xfrm>
              <a:off x="917045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892F6FD1-8597-D576-5BFA-3AE36DEAA7CE}"/>
                </a:ext>
              </a:extLst>
            </p:cNvPr>
            <p:cNvSpPr/>
            <p:nvPr/>
          </p:nvSpPr>
          <p:spPr>
            <a:xfrm>
              <a:off x="1510737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26257337-BE92-4F0C-309A-C202EA1349D1}"/>
                </a:ext>
              </a:extLst>
            </p:cNvPr>
            <p:cNvSpPr/>
            <p:nvPr/>
          </p:nvSpPr>
          <p:spPr>
            <a:xfrm>
              <a:off x="2500224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B87F215D-B154-3A87-EDC3-67761F7534ED}"/>
                </a:ext>
              </a:extLst>
            </p:cNvPr>
            <p:cNvSpPr/>
            <p:nvPr/>
          </p:nvSpPr>
          <p:spPr>
            <a:xfrm>
              <a:off x="259917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4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4025A09-D9AA-89B1-A6A1-5DA45D2FA52A}"/>
                </a:ext>
              </a:extLst>
            </p:cNvPr>
            <p:cNvSpPr/>
            <p:nvPr/>
          </p:nvSpPr>
          <p:spPr>
            <a:xfrm>
              <a:off x="309391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9 w 61014"/>
                <a:gd name="connsiteY1" fmla="*/ 0 h 58836"/>
                <a:gd name="connsiteX2" fmla="*/ 0 w 61014"/>
                <a:gd name="connsiteY2" fmla="*/ 29418 h 58836"/>
                <a:gd name="connsiteX3" fmla="*/ 29419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9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9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CEE5D79A-CDFA-9C8A-6B65-2AC64311AB81}"/>
                </a:ext>
              </a:extLst>
            </p:cNvPr>
            <p:cNvSpPr/>
            <p:nvPr/>
          </p:nvSpPr>
          <p:spPr>
            <a:xfrm>
              <a:off x="1015993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14" y="13173"/>
                    <a:pt x="47841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D12BBE50-C1DC-A20B-BE21-3C037AE790D7}"/>
                </a:ext>
              </a:extLst>
            </p:cNvPr>
            <p:cNvSpPr/>
            <p:nvPr/>
          </p:nvSpPr>
          <p:spPr>
            <a:xfrm>
              <a:off x="2203366" y="2331539"/>
              <a:ext cx="61014" cy="58836"/>
            </a:xfrm>
            <a:custGeom>
              <a:avLst/>
              <a:gdLst>
                <a:gd name="connsiteX0" fmla="*/ 31596 w 61014"/>
                <a:gd name="connsiteY0" fmla="*/ 0 h 58836"/>
                <a:gd name="connsiteX1" fmla="*/ 29418 w 61014"/>
                <a:gd name="connsiteY1" fmla="*/ 0 h 58836"/>
                <a:gd name="connsiteX2" fmla="*/ 0 w 61014"/>
                <a:gd name="connsiteY2" fmla="*/ 29418 h 58836"/>
                <a:gd name="connsiteX3" fmla="*/ 29418 w 61014"/>
                <a:gd name="connsiteY3" fmla="*/ 58837 h 58836"/>
                <a:gd name="connsiteX4" fmla="*/ 31596 w 61014"/>
                <a:gd name="connsiteY4" fmla="*/ 58837 h 58836"/>
                <a:gd name="connsiteX5" fmla="*/ 61014 w 61014"/>
                <a:gd name="connsiteY5" fmla="*/ 29418 h 58836"/>
                <a:gd name="connsiteX6" fmla="*/ 31596 w 61014"/>
                <a:gd name="connsiteY6" fmla="*/ 0 h 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14" h="58836">
                  <a:moveTo>
                    <a:pt x="31596" y="0"/>
                  </a:moveTo>
                  <a:lnTo>
                    <a:pt x="29418" y="0"/>
                  </a:lnTo>
                  <a:cubicBezTo>
                    <a:pt x="13161" y="0"/>
                    <a:pt x="0" y="13173"/>
                    <a:pt x="0" y="29418"/>
                  </a:cubicBezTo>
                  <a:cubicBezTo>
                    <a:pt x="0" y="45664"/>
                    <a:pt x="13173" y="58837"/>
                    <a:pt x="29418" y="58837"/>
                  </a:cubicBezTo>
                  <a:lnTo>
                    <a:pt x="31596" y="58837"/>
                  </a:lnTo>
                  <a:cubicBezTo>
                    <a:pt x="47853" y="58837"/>
                    <a:pt x="61014" y="45664"/>
                    <a:pt x="61014" y="29418"/>
                  </a:cubicBezTo>
                  <a:cubicBezTo>
                    <a:pt x="61026" y="13173"/>
                    <a:pt x="47853" y="0"/>
                    <a:pt x="3159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67E9BCB5-9D44-7F16-D428-E225286AAF10}"/>
                </a:ext>
              </a:extLst>
            </p:cNvPr>
            <p:cNvSpPr/>
            <p:nvPr/>
          </p:nvSpPr>
          <p:spPr>
            <a:xfrm>
              <a:off x="31933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6974F80C-ECD8-B8F4-0487-DB1923EC85F5}"/>
                </a:ext>
              </a:extLst>
            </p:cNvPr>
            <p:cNvSpPr/>
            <p:nvPr/>
          </p:nvSpPr>
          <p:spPr>
            <a:xfrm>
              <a:off x="269859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5F155EB3-771C-11DD-881C-22B99A9A7BB7}"/>
                </a:ext>
              </a:extLst>
            </p:cNvPr>
            <p:cNvSpPr/>
            <p:nvPr/>
          </p:nvSpPr>
          <p:spPr>
            <a:xfrm>
              <a:off x="25996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4 w 60046"/>
                <a:gd name="connsiteY1" fmla="*/ 0 h 57869"/>
                <a:gd name="connsiteX2" fmla="*/ 0 w 60046"/>
                <a:gd name="connsiteY2" fmla="*/ 28935 h 57869"/>
                <a:gd name="connsiteX3" fmla="*/ 28934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4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4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D194C9D7-6621-85BB-B6CE-CE27F4E7C2B4}"/>
                </a:ext>
              </a:extLst>
            </p:cNvPr>
            <p:cNvSpPr/>
            <p:nvPr/>
          </p:nvSpPr>
          <p:spPr>
            <a:xfrm>
              <a:off x="52172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2AC16202-F9A1-7653-6476-EC5BF122ADB5}"/>
                </a:ext>
              </a:extLst>
            </p:cNvPr>
            <p:cNvSpPr/>
            <p:nvPr/>
          </p:nvSpPr>
          <p:spPr>
            <a:xfrm>
              <a:off x="250070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8AF071EF-21C9-333C-D9EF-90217C8CB368}"/>
                </a:ext>
              </a:extLst>
            </p:cNvPr>
            <p:cNvSpPr/>
            <p:nvPr/>
          </p:nvSpPr>
          <p:spPr>
            <a:xfrm>
              <a:off x="91752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CF3E12DD-6DDD-0553-906E-3577CDA32DE8}"/>
                </a:ext>
              </a:extLst>
            </p:cNvPr>
            <p:cNvSpPr/>
            <p:nvPr/>
          </p:nvSpPr>
          <p:spPr>
            <a:xfrm>
              <a:off x="111541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09AC7018-CD31-42E6-83DA-26F828C1DD98}"/>
                </a:ext>
              </a:extLst>
            </p:cNvPr>
            <p:cNvSpPr/>
            <p:nvPr/>
          </p:nvSpPr>
          <p:spPr>
            <a:xfrm>
              <a:off x="71963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01B809A5-CFD8-9FA7-2C27-81810403ED5D}"/>
                </a:ext>
              </a:extLst>
            </p:cNvPr>
            <p:cNvSpPr/>
            <p:nvPr/>
          </p:nvSpPr>
          <p:spPr>
            <a:xfrm>
              <a:off x="230281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586E11F-46C8-F782-865E-4DCAE6C3220C}"/>
                </a:ext>
              </a:extLst>
            </p:cNvPr>
            <p:cNvSpPr/>
            <p:nvPr/>
          </p:nvSpPr>
          <p:spPr>
            <a:xfrm>
              <a:off x="220384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103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9ECD23C4-A720-C6B3-CF47-9ED154F50B29}"/>
                </a:ext>
              </a:extLst>
            </p:cNvPr>
            <p:cNvSpPr/>
            <p:nvPr/>
          </p:nvSpPr>
          <p:spPr>
            <a:xfrm>
              <a:off x="101647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CE081CEB-3F59-B558-CF0A-8A9029DE1161}"/>
                </a:ext>
              </a:extLst>
            </p:cNvPr>
            <p:cNvSpPr/>
            <p:nvPr/>
          </p:nvSpPr>
          <p:spPr>
            <a:xfrm>
              <a:off x="3094400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5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3405844D-68BE-840B-21AA-4AABFC887B55}"/>
                </a:ext>
              </a:extLst>
            </p:cNvPr>
            <p:cNvSpPr/>
            <p:nvPr/>
          </p:nvSpPr>
          <p:spPr>
            <a:xfrm>
              <a:off x="62068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D0741FA0-16F0-A9F2-9CDB-9EBC5BFC585E}"/>
                </a:ext>
              </a:extLst>
            </p:cNvPr>
            <p:cNvSpPr/>
            <p:nvPr/>
          </p:nvSpPr>
          <p:spPr>
            <a:xfrm>
              <a:off x="240174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1F89C05-A494-12F1-9C33-CB440DD30138}"/>
                </a:ext>
              </a:extLst>
            </p:cNvPr>
            <p:cNvSpPr/>
            <p:nvPr/>
          </p:nvSpPr>
          <p:spPr>
            <a:xfrm>
              <a:off x="81856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A0B4606-467D-42E5-2D55-1D4BCB543C56}"/>
                </a:ext>
              </a:extLst>
            </p:cNvPr>
            <p:cNvSpPr/>
            <p:nvPr/>
          </p:nvSpPr>
          <p:spPr>
            <a:xfrm>
              <a:off x="3292297" y="2411497"/>
              <a:ext cx="27266" cy="54821"/>
            </a:xfrm>
            <a:custGeom>
              <a:avLst/>
              <a:gdLst>
                <a:gd name="connsiteX0" fmla="*/ 0 w 27266"/>
                <a:gd name="connsiteY0" fmla="*/ 26261 h 54821"/>
                <a:gd name="connsiteX1" fmla="*/ 27120 w 27266"/>
                <a:gd name="connsiteY1" fmla="*/ 54821 h 54821"/>
                <a:gd name="connsiteX2" fmla="*/ 27265 w 27266"/>
                <a:gd name="connsiteY2" fmla="*/ 54664 h 54821"/>
                <a:gd name="connsiteX3" fmla="*/ 17322 w 27266"/>
                <a:gd name="connsiteY3" fmla="*/ 109 h 54821"/>
                <a:gd name="connsiteX4" fmla="*/ 17128 w 27266"/>
                <a:gd name="connsiteY4" fmla="*/ 12 h 54821"/>
                <a:gd name="connsiteX5" fmla="*/ 0 w 27266"/>
                <a:gd name="connsiteY5" fmla="*/ 26261 h 5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1">
                  <a:moveTo>
                    <a:pt x="0" y="26261"/>
                  </a:moveTo>
                  <a:cubicBezTo>
                    <a:pt x="0" y="41575"/>
                    <a:pt x="12024" y="53986"/>
                    <a:pt x="27120" y="54821"/>
                  </a:cubicBezTo>
                  <a:cubicBezTo>
                    <a:pt x="27205" y="54821"/>
                    <a:pt x="27277" y="54749"/>
                    <a:pt x="27265" y="54664"/>
                  </a:cubicBezTo>
                  <a:cubicBezTo>
                    <a:pt x="24266" y="36374"/>
                    <a:pt x="21011" y="18157"/>
                    <a:pt x="17322" y="109"/>
                  </a:cubicBezTo>
                  <a:cubicBezTo>
                    <a:pt x="17310" y="24"/>
                    <a:pt x="17213" y="-24"/>
                    <a:pt x="17128" y="12"/>
                  </a:cubicBezTo>
                  <a:cubicBezTo>
                    <a:pt x="7052" y="4464"/>
                    <a:pt x="0" y="14528"/>
                    <a:pt x="0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2F01229-7803-B9DF-0CC9-A8B1B788376F}"/>
                </a:ext>
              </a:extLst>
            </p:cNvPr>
            <p:cNvSpPr/>
            <p:nvPr/>
          </p:nvSpPr>
          <p:spPr>
            <a:xfrm>
              <a:off x="2104913" y="2408678"/>
              <a:ext cx="60046" cy="57869"/>
            </a:xfrm>
            <a:custGeom>
              <a:avLst/>
              <a:gdLst>
                <a:gd name="connsiteX0" fmla="*/ 28935 w 60046"/>
                <a:gd name="connsiteY0" fmla="*/ 57869 h 57869"/>
                <a:gd name="connsiteX1" fmla="*/ 31112 w 60046"/>
                <a:gd name="connsiteY1" fmla="*/ 57869 h 57869"/>
                <a:gd name="connsiteX2" fmla="*/ 60047 w 60046"/>
                <a:gd name="connsiteY2" fmla="*/ 28935 h 57869"/>
                <a:gd name="connsiteX3" fmla="*/ 31112 w 60046"/>
                <a:gd name="connsiteY3" fmla="*/ 0 h 57869"/>
                <a:gd name="connsiteX4" fmla="*/ 28935 w 60046"/>
                <a:gd name="connsiteY4" fmla="*/ 0 h 57869"/>
                <a:gd name="connsiteX5" fmla="*/ 0 w 60046"/>
                <a:gd name="connsiteY5" fmla="*/ 28935 h 57869"/>
                <a:gd name="connsiteX6" fmla="*/ 28935 w 60046"/>
                <a:gd name="connsiteY6" fmla="*/ 57869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28935" y="57869"/>
                  </a:move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0447F143-EBED-AEB2-9858-850A9CCD49FD}"/>
                </a:ext>
              </a:extLst>
            </p:cNvPr>
            <p:cNvSpPr/>
            <p:nvPr/>
          </p:nvSpPr>
          <p:spPr>
            <a:xfrm>
              <a:off x="161015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7BC17BA-45B0-8E91-9E5B-8A7EC956D249}"/>
                </a:ext>
              </a:extLst>
            </p:cNvPr>
            <p:cNvSpPr/>
            <p:nvPr/>
          </p:nvSpPr>
          <p:spPr>
            <a:xfrm>
              <a:off x="1412272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0B824297-F6DE-6E6D-C104-CA83CCD82289}"/>
                </a:ext>
              </a:extLst>
            </p:cNvPr>
            <p:cNvSpPr/>
            <p:nvPr/>
          </p:nvSpPr>
          <p:spPr>
            <a:xfrm>
              <a:off x="131331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7AD99CD8-C0B6-CD07-EA41-8392D040E22C}"/>
                </a:ext>
              </a:extLst>
            </p:cNvPr>
            <p:cNvSpPr/>
            <p:nvPr/>
          </p:nvSpPr>
          <p:spPr>
            <a:xfrm>
              <a:off x="1808067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DFF00561-C0C1-645A-91D7-4BB948DD06BF}"/>
                </a:ext>
              </a:extLst>
            </p:cNvPr>
            <p:cNvSpPr/>
            <p:nvPr/>
          </p:nvSpPr>
          <p:spPr>
            <a:xfrm>
              <a:off x="19070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288FE4B9-834F-3E36-5CAD-44B27237EB8C}"/>
                </a:ext>
              </a:extLst>
            </p:cNvPr>
            <p:cNvSpPr/>
            <p:nvPr/>
          </p:nvSpPr>
          <p:spPr>
            <a:xfrm>
              <a:off x="279755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9D07DDDA-B6A9-34C4-EEB2-3E1A8128A52A}"/>
                </a:ext>
              </a:extLst>
            </p:cNvPr>
            <p:cNvSpPr/>
            <p:nvPr/>
          </p:nvSpPr>
          <p:spPr>
            <a:xfrm>
              <a:off x="1511221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6C0F109-8FA9-789C-E73F-F591A8A7EB3C}"/>
                </a:ext>
              </a:extLst>
            </p:cNvPr>
            <p:cNvSpPr/>
            <p:nvPr/>
          </p:nvSpPr>
          <p:spPr>
            <a:xfrm>
              <a:off x="455565" y="2411497"/>
              <a:ext cx="27266" cy="54822"/>
            </a:xfrm>
            <a:custGeom>
              <a:avLst/>
              <a:gdLst>
                <a:gd name="connsiteX0" fmla="*/ 27267 w 27266"/>
                <a:gd name="connsiteY0" fmla="*/ 26261 h 54822"/>
                <a:gd name="connsiteX1" fmla="*/ 10138 w 27266"/>
                <a:gd name="connsiteY1" fmla="*/ 12 h 54822"/>
                <a:gd name="connsiteX2" fmla="*/ 9945 w 27266"/>
                <a:gd name="connsiteY2" fmla="*/ 109 h 54822"/>
                <a:gd name="connsiteX3" fmla="*/ 1 w 27266"/>
                <a:gd name="connsiteY3" fmla="*/ 54664 h 54822"/>
                <a:gd name="connsiteX4" fmla="*/ 146 w 27266"/>
                <a:gd name="connsiteY4" fmla="*/ 54821 h 54822"/>
                <a:gd name="connsiteX5" fmla="*/ 27267 w 27266"/>
                <a:gd name="connsiteY5" fmla="*/ 26261 h 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" h="54822">
                  <a:moveTo>
                    <a:pt x="27267" y="26261"/>
                  </a:moveTo>
                  <a:cubicBezTo>
                    <a:pt x="27267" y="14528"/>
                    <a:pt x="20214" y="4464"/>
                    <a:pt x="10138" y="12"/>
                  </a:cubicBezTo>
                  <a:cubicBezTo>
                    <a:pt x="10053" y="-24"/>
                    <a:pt x="9969" y="24"/>
                    <a:pt x="9945" y="109"/>
                  </a:cubicBezTo>
                  <a:cubicBezTo>
                    <a:pt x="6255" y="18157"/>
                    <a:pt x="3013" y="36374"/>
                    <a:pt x="1" y="54664"/>
                  </a:cubicBezTo>
                  <a:cubicBezTo>
                    <a:pt x="-11" y="54749"/>
                    <a:pt x="62" y="54833"/>
                    <a:pt x="146" y="54821"/>
                  </a:cubicBezTo>
                  <a:cubicBezTo>
                    <a:pt x="15243" y="53986"/>
                    <a:pt x="27267" y="41575"/>
                    <a:pt x="27267" y="2626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F4673EE6-D23A-6654-EB1F-6391C9C1CF69}"/>
                </a:ext>
              </a:extLst>
            </p:cNvPr>
            <p:cNvSpPr/>
            <p:nvPr/>
          </p:nvSpPr>
          <p:spPr>
            <a:xfrm>
              <a:off x="1214375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A25BFE2D-C314-609A-9E25-F13624B9BE7A}"/>
                </a:ext>
              </a:extLst>
            </p:cNvPr>
            <p:cNvSpPr/>
            <p:nvPr/>
          </p:nvSpPr>
          <p:spPr>
            <a:xfrm>
              <a:off x="2005964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4FE066A-E24E-0580-6327-C718A0E51ABE}"/>
                </a:ext>
              </a:extLst>
            </p:cNvPr>
            <p:cNvSpPr/>
            <p:nvPr/>
          </p:nvSpPr>
          <p:spPr>
            <a:xfrm>
              <a:off x="2995439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47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823305FD-BBC4-97F5-E7B4-805357A7F673}"/>
                </a:ext>
              </a:extLst>
            </p:cNvPr>
            <p:cNvSpPr/>
            <p:nvPr/>
          </p:nvSpPr>
          <p:spPr>
            <a:xfrm>
              <a:off x="1709118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7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7" y="44914"/>
                    <a:pt x="60047" y="28935"/>
                  </a:cubicBezTo>
                  <a:cubicBezTo>
                    <a:pt x="60034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AEECEC79-090C-5974-FF7C-55B74FD356D3}"/>
                </a:ext>
              </a:extLst>
            </p:cNvPr>
            <p:cNvSpPr/>
            <p:nvPr/>
          </p:nvSpPr>
          <p:spPr>
            <a:xfrm>
              <a:off x="2896503" y="2408678"/>
              <a:ext cx="60046" cy="57869"/>
            </a:xfrm>
            <a:custGeom>
              <a:avLst/>
              <a:gdLst>
                <a:gd name="connsiteX0" fmla="*/ 31112 w 60046"/>
                <a:gd name="connsiteY0" fmla="*/ 0 h 57869"/>
                <a:gd name="connsiteX1" fmla="*/ 28935 w 60046"/>
                <a:gd name="connsiteY1" fmla="*/ 0 h 57869"/>
                <a:gd name="connsiteX2" fmla="*/ 0 w 60046"/>
                <a:gd name="connsiteY2" fmla="*/ 28935 h 57869"/>
                <a:gd name="connsiteX3" fmla="*/ 28935 w 60046"/>
                <a:gd name="connsiteY3" fmla="*/ 57869 h 57869"/>
                <a:gd name="connsiteX4" fmla="*/ 31112 w 60046"/>
                <a:gd name="connsiteY4" fmla="*/ 57869 h 57869"/>
                <a:gd name="connsiteX5" fmla="*/ 60046 w 60046"/>
                <a:gd name="connsiteY5" fmla="*/ 28935 h 57869"/>
                <a:gd name="connsiteX6" fmla="*/ 31112 w 60046"/>
                <a:gd name="connsiteY6" fmla="*/ 0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6" h="57869">
                  <a:moveTo>
                    <a:pt x="31112" y="0"/>
                  </a:moveTo>
                  <a:lnTo>
                    <a:pt x="28935" y="0"/>
                  </a:lnTo>
                  <a:cubicBezTo>
                    <a:pt x="12955" y="0"/>
                    <a:pt x="0" y="12955"/>
                    <a:pt x="0" y="28935"/>
                  </a:cubicBezTo>
                  <a:cubicBezTo>
                    <a:pt x="0" y="44914"/>
                    <a:pt x="12955" y="57869"/>
                    <a:pt x="28935" y="57869"/>
                  </a:cubicBezTo>
                  <a:lnTo>
                    <a:pt x="31112" y="57869"/>
                  </a:lnTo>
                  <a:cubicBezTo>
                    <a:pt x="47091" y="57869"/>
                    <a:pt x="60046" y="44914"/>
                    <a:pt x="60046" y="28935"/>
                  </a:cubicBezTo>
                  <a:cubicBezTo>
                    <a:pt x="60046" y="12955"/>
                    <a:pt x="47091" y="0"/>
                    <a:pt x="3111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403789AE-93E4-A444-734F-4D3C16E49AC1}"/>
                </a:ext>
              </a:extLst>
            </p:cNvPr>
            <p:cNvSpPr/>
            <p:nvPr/>
          </p:nvSpPr>
          <p:spPr>
            <a:xfrm>
              <a:off x="240224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48A6E9C-5E27-44EB-A11F-40C102E0C7B3}"/>
                </a:ext>
              </a:extLst>
            </p:cNvPr>
            <p:cNvSpPr/>
            <p:nvPr/>
          </p:nvSpPr>
          <p:spPr>
            <a:xfrm>
              <a:off x="190749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8AF0578F-845C-B0C7-783A-1D335B5151C2}"/>
                </a:ext>
              </a:extLst>
            </p:cNvPr>
            <p:cNvSpPr/>
            <p:nvPr/>
          </p:nvSpPr>
          <p:spPr>
            <a:xfrm>
              <a:off x="22043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2A8504E-8A50-83F7-FB22-024C098AA6B6}"/>
                </a:ext>
              </a:extLst>
            </p:cNvPr>
            <p:cNvSpPr/>
            <p:nvPr/>
          </p:nvSpPr>
          <p:spPr>
            <a:xfrm>
              <a:off x="161065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50C82ED6-EAA8-CF55-52A5-B145AB82D9CE}"/>
                </a:ext>
              </a:extLst>
            </p:cNvPr>
            <p:cNvSpPr/>
            <p:nvPr/>
          </p:nvSpPr>
          <p:spPr>
            <a:xfrm>
              <a:off x="200646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0476D661-4FC2-83B2-DF00-FB0B31B31606}"/>
                </a:ext>
              </a:extLst>
            </p:cNvPr>
            <p:cNvSpPr/>
            <p:nvPr/>
          </p:nvSpPr>
          <p:spPr>
            <a:xfrm>
              <a:off x="1214871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7F89A829-D63B-B54E-6F82-472FB7AE54F6}"/>
                </a:ext>
              </a:extLst>
            </p:cNvPr>
            <p:cNvSpPr/>
            <p:nvPr/>
          </p:nvSpPr>
          <p:spPr>
            <a:xfrm>
              <a:off x="230330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4E3C7B06-5C6C-F2DD-CCE3-4F3C77EA045A}"/>
                </a:ext>
              </a:extLst>
            </p:cNvPr>
            <p:cNvSpPr/>
            <p:nvPr/>
          </p:nvSpPr>
          <p:spPr>
            <a:xfrm>
              <a:off x="101697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F52E9DDE-0366-901E-56A0-578DE73FA1CC}"/>
                </a:ext>
              </a:extLst>
            </p:cNvPr>
            <p:cNvSpPr/>
            <p:nvPr/>
          </p:nvSpPr>
          <p:spPr>
            <a:xfrm>
              <a:off x="91802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357E1754-54A7-AF28-A738-40DDC232F507}"/>
                </a:ext>
              </a:extLst>
            </p:cNvPr>
            <p:cNvSpPr/>
            <p:nvPr/>
          </p:nvSpPr>
          <p:spPr>
            <a:xfrm>
              <a:off x="279805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CF16372-CBF9-131E-6CF1-9D7E5EEE5E57}"/>
                </a:ext>
              </a:extLst>
            </p:cNvPr>
            <p:cNvSpPr/>
            <p:nvPr/>
          </p:nvSpPr>
          <p:spPr>
            <a:xfrm>
              <a:off x="299593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A2D1EF0-4BB7-CF4A-A151-5FAC22493C86}"/>
                </a:ext>
              </a:extLst>
            </p:cNvPr>
            <p:cNvSpPr/>
            <p:nvPr/>
          </p:nvSpPr>
          <p:spPr>
            <a:xfrm>
              <a:off x="2600152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8 w 59054"/>
                <a:gd name="connsiteY1" fmla="*/ 0 h 56877"/>
                <a:gd name="connsiteX2" fmla="*/ 0 w 59054"/>
                <a:gd name="connsiteY2" fmla="*/ 28439 h 56877"/>
                <a:gd name="connsiteX3" fmla="*/ 28438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8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8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694FC99B-C248-9890-2CF7-0B8CFBE52472}"/>
                </a:ext>
              </a:extLst>
            </p:cNvPr>
            <p:cNvSpPr/>
            <p:nvPr/>
          </p:nvSpPr>
          <p:spPr>
            <a:xfrm>
              <a:off x="3292787" y="2485974"/>
              <a:ext cx="37250" cy="56732"/>
            </a:xfrm>
            <a:custGeom>
              <a:avLst/>
              <a:gdLst>
                <a:gd name="connsiteX0" fmla="*/ 18 w 37250"/>
                <a:gd name="connsiteY0" fmla="*/ 29394 h 56732"/>
                <a:gd name="connsiteX1" fmla="*/ 29049 w 37250"/>
                <a:gd name="connsiteY1" fmla="*/ 56732 h 56732"/>
                <a:gd name="connsiteX2" fmla="*/ 30537 w 37250"/>
                <a:gd name="connsiteY2" fmla="*/ 56732 h 56732"/>
                <a:gd name="connsiteX3" fmla="*/ 37154 w 37250"/>
                <a:gd name="connsiteY3" fmla="*/ 55873 h 56732"/>
                <a:gd name="connsiteX4" fmla="*/ 37251 w 37250"/>
                <a:gd name="connsiteY4" fmla="*/ 55740 h 56732"/>
                <a:gd name="connsiteX5" fmla="*/ 30066 w 37250"/>
                <a:gd name="connsiteY5" fmla="*/ 109 h 56732"/>
                <a:gd name="connsiteX6" fmla="*/ 29945 w 37250"/>
                <a:gd name="connsiteY6" fmla="*/ 0 h 56732"/>
                <a:gd name="connsiteX7" fmla="*/ 28372 w 37250"/>
                <a:gd name="connsiteY7" fmla="*/ 0 h 56732"/>
                <a:gd name="connsiteX8" fmla="*/ 18 w 37250"/>
                <a:gd name="connsiteY8" fmla="*/ 29394 h 5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0" h="56732">
                  <a:moveTo>
                    <a:pt x="18" y="29394"/>
                  </a:moveTo>
                  <a:cubicBezTo>
                    <a:pt x="563" y="44769"/>
                    <a:pt x="13663" y="56732"/>
                    <a:pt x="29049" y="56732"/>
                  </a:cubicBezTo>
                  <a:lnTo>
                    <a:pt x="30537" y="56732"/>
                  </a:lnTo>
                  <a:cubicBezTo>
                    <a:pt x="32836" y="56732"/>
                    <a:pt x="35025" y="56381"/>
                    <a:pt x="37154" y="55873"/>
                  </a:cubicBezTo>
                  <a:cubicBezTo>
                    <a:pt x="37215" y="55861"/>
                    <a:pt x="37251" y="55801"/>
                    <a:pt x="37251" y="55740"/>
                  </a:cubicBezTo>
                  <a:cubicBezTo>
                    <a:pt x="35183" y="37100"/>
                    <a:pt x="32836" y="18532"/>
                    <a:pt x="30066" y="109"/>
                  </a:cubicBezTo>
                  <a:cubicBezTo>
                    <a:pt x="30054" y="48"/>
                    <a:pt x="30005" y="0"/>
                    <a:pt x="29945" y="0"/>
                  </a:cubicBezTo>
                  <a:lnTo>
                    <a:pt x="28372" y="0"/>
                  </a:lnTo>
                  <a:cubicBezTo>
                    <a:pt x="12357" y="-12"/>
                    <a:pt x="-550" y="13258"/>
                    <a:pt x="18" y="29394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932D97B7-E0BC-050F-04FD-1C3A1669DF68}"/>
                </a:ext>
              </a:extLst>
            </p:cNvPr>
            <p:cNvSpPr/>
            <p:nvPr/>
          </p:nvSpPr>
          <p:spPr>
            <a:xfrm>
              <a:off x="3094896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5255A0-6614-5C72-A174-6B8396911ABC}"/>
                </a:ext>
              </a:extLst>
            </p:cNvPr>
            <p:cNvSpPr/>
            <p:nvPr/>
          </p:nvSpPr>
          <p:spPr>
            <a:xfrm>
              <a:off x="1808563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DF306037-598A-4EF1-5CA7-46242E48ECD5}"/>
                </a:ext>
              </a:extLst>
            </p:cNvPr>
            <p:cNvSpPr/>
            <p:nvPr/>
          </p:nvSpPr>
          <p:spPr>
            <a:xfrm>
              <a:off x="62117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6750AC07-261D-4630-3C18-7A0D3ECAE3F0}"/>
                </a:ext>
              </a:extLst>
            </p:cNvPr>
            <p:cNvSpPr/>
            <p:nvPr/>
          </p:nvSpPr>
          <p:spPr>
            <a:xfrm>
              <a:off x="5222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ABC7E768-44CD-86A4-AF25-9F91A5D93D08}"/>
                </a:ext>
              </a:extLst>
            </p:cNvPr>
            <p:cNvSpPr/>
            <p:nvPr/>
          </p:nvSpPr>
          <p:spPr>
            <a:xfrm>
              <a:off x="170961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E8F8ADAF-2A43-C4F8-F5E0-4339355BCE6B}"/>
                </a:ext>
              </a:extLst>
            </p:cNvPr>
            <p:cNvSpPr/>
            <p:nvPr/>
          </p:nvSpPr>
          <p:spPr>
            <a:xfrm>
              <a:off x="151171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1ABA0CA7-DA71-FCC8-4DB3-FFC7CD4ED9C7}"/>
                </a:ext>
              </a:extLst>
            </p:cNvPr>
            <p:cNvSpPr/>
            <p:nvPr/>
          </p:nvSpPr>
          <p:spPr>
            <a:xfrm>
              <a:off x="131380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073C166-291D-2CBF-13FF-7C0FF27C0917}"/>
                </a:ext>
              </a:extLst>
            </p:cNvPr>
            <p:cNvSpPr/>
            <p:nvPr/>
          </p:nvSpPr>
          <p:spPr>
            <a:xfrm>
              <a:off x="141276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460466EF-0BD0-4DCE-EA5C-0EA132BEFE81}"/>
                </a:ext>
              </a:extLst>
            </p:cNvPr>
            <p:cNvSpPr/>
            <p:nvPr/>
          </p:nvSpPr>
          <p:spPr>
            <a:xfrm>
              <a:off x="81906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19E9FCE3-29F5-2527-CF20-1A3E108F518F}"/>
                </a:ext>
              </a:extLst>
            </p:cNvPr>
            <p:cNvSpPr/>
            <p:nvPr/>
          </p:nvSpPr>
          <p:spPr>
            <a:xfrm>
              <a:off x="2896998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B25D9F75-83FD-DE0D-0D3D-9377FB14B467}"/>
                </a:ext>
              </a:extLst>
            </p:cNvPr>
            <p:cNvSpPr/>
            <p:nvPr/>
          </p:nvSpPr>
          <p:spPr>
            <a:xfrm>
              <a:off x="1115910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C1546B7A-BB84-278B-F6F2-47DC2BF4AA3D}"/>
                </a:ext>
              </a:extLst>
            </p:cNvPr>
            <p:cNvSpPr/>
            <p:nvPr/>
          </p:nvSpPr>
          <p:spPr>
            <a:xfrm>
              <a:off x="2699089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29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A39C6DFB-9866-9400-732B-5B860D7B1EE7}"/>
                </a:ext>
              </a:extLst>
            </p:cNvPr>
            <p:cNvSpPr/>
            <p:nvPr/>
          </p:nvSpPr>
          <p:spPr>
            <a:xfrm>
              <a:off x="445089" y="2485950"/>
              <a:ext cx="37252" cy="56744"/>
            </a:xfrm>
            <a:custGeom>
              <a:avLst/>
              <a:gdLst>
                <a:gd name="connsiteX0" fmla="*/ 8881 w 37252"/>
                <a:gd name="connsiteY0" fmla="*/ 56744 h 56744"/>
                <a:gd name="connsiteX1" fmla="*/ 37235 w 37252"/>
                <a:gd name="connsiteY1" fmla="*/ 27338 h 56744"/>
                <a:gd name="connsiteX2" fmla="*/ 8203 w 37252"/>
                <a:gd name="connsiteY2" fmla="*/ 0 h 56744"/>
                <a:gd name="connsiteX3" fmla="*/ 7308 w 37252"/>
                <a:gd name="connsiteY3" fmla="*/ 0 h 56744"/>
                <a:gd name="connsiteX4" fmla="*/ 7187 w 37252"/>
                <a:gd name="connsiteY4" fmla="*/ 109 h 56744"/>
                <a:gd name="connsiteX5" fmla="*/ 2 w 37252"/>
                <a:gd name="connsiteY5" fmla="*/ 55740 h 56744"/>
                <a:gd name="connsiteX6" fmla="*/ 99 w 37252"/>
                <a:gd name="connsiteY6" fmla="*/ 55873 h 56744"/>
                <a:gd name="connsiteX7" fmla="*/ 6715 w 37252"/>
                <a:gd name="connsiteY7" fmla="*/ 56732 h 56744"/>
                <a:gd name="connsiteX8" fmla="*/ 8881 w 37252"/>
                <a:gd name="connsiteY8" fmla="*/ 56732 h 5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52" h="56744">
                  <a:moveTo>
                    <a:pt x="8881" y="56744"/>
                  </a:moveTo>
                  <a:cubicBezTo>
                    <a:pt x="24884" y="56744"/>
                    <a:pt x="37803" y="43487"/>
                    <a:pt x="37235" y="27338"/>
                  </a:cubicBezTo>
                  <a:cubicBezTo>
                    <a:pt x="36690" y="11963"/>
                    <a:pt x="23590" y="0"/>
                    <a:pt x="8203" y="0"/>
                  </a:cubicBezTo>
                  <a:lnTo>
                    <a:pt x="7308" y="0"/>
                  </a:lnTo>
                  <a:cubicBezTo>
                    <a:pt x="7248" y="0"/>
                    <a:pt x="7199" y="48"/>
                    <a:pt x="7187" y="109"/>
                  </a:cubicBezTo>
                  <a:cubicBezTo>
                    <a:pt x="4417" y="18532"/>
                    <a:pt x="2070" y="37088"/>
                    <a:pt x="2" y="55740"/>
                  </a:cubicBezTo>
                  <a:cubicBezTo>
                    <a:pt x="-10" y="55801"/>
                    <a:pt x="38" y="55861"/>
                    <a:pt x="99" y="55873"/>
                  </a:cubicBezTo>
                  <a:cubicBezTo>
                    <a:pt x="2228" y="56394"/>
                    <a:pt x="4429" y="56732"/>
                    <a:pt x="6715" y="56732"/>
                  </a:cubicBezTo>
                  <a:lnTo>
                    <a:pt x="8881" y="5673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0078873A-DA8D-E234-FA19-F7478695EBBA}"/>
                </a:ext>
              </a:extLst>
            </p:cNvPr>
            <p:cNvSpPr/>
            <p:nvPr/>
          </p:nvSpPr>
          <p:spPr>
            <a:xfrm>
              <a:off x="720127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B2CD98F1-5928-FB00-D65C-F4749567B3B8}"/>
                </a:ext>
              </a:extLst>
            </p:cNvPr>
            <p:cNvSpPr/>
            <p:nvPr/>
          </p:nvSpPr>
          <p:spPr>
            <a:xfrm>
              <a:off x="2105409" y="2485817"/>
              <a:ext cx="59054" cy="56877"/>
            </a:xfrm>
            <a:custGeom>
              <a:avLst/>
              <a:gdLst>
                <a:gd name="connsiteX0" fmla="*/ 28439 w 59054"/>
                <a:gd name="connsiteY0" fmla="*/ 56877 h 56877"/>
                <a:gd name="connsiteX1" fmla="*/ 30616 w 59054"/>
                <a:gd name="connsiteY1" fmla="*/ 56877 h 56877"/>
                <a:gd name="connsiteX2" fmla="*/ 59055 w 59054"/>
                <a:gd name="connsiteY2" fmla="*/ 28439 h 56877"/>
                <a:gd name="connsiteX3" fmla="*/ 30616 w 59054"/>
                <a:gd name="connsiteY3" fmla="*/ 0 h 56877"/>
                <a:gd name="connsiteX4" fmla="*/ 28439 w 59054"/>
                <a:gd name="connsiteY4" fmla="*/ 0 h 56877"/>
                <a:gd name="connsiteX5" fmla="*/ 0 w 59054"/>
                <a:gd name="connsiteY5" fmla="*/ 28439 h 56877"/>
                <a:gd name="connsiteX6" fmla="*/ 28439 w 59054"/>
                <a:gd name="connsiteY6" fmla="*/ 56877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28439" y="56877"/>
                  </a:move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25" y="56877"/>
                    <a:pt x="28439" y="5687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FB381B9-AEC9-712C-63AA-35EC52A320C1}"/>
                </a:ext>
              </a:extLst>
            </p:cNvPr>
            <p:cNvSpPr/>
            <p:nvPr/>
          </p:nvSpPr>
          <p:spPr>
            <a:xfrm>
              <a:off x="2501204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7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E7D2AF4-8DE1-F639-6D85-29B5058A306E}"/>
                </a:ext>
              </a:extLst>
            </p:cNvPr>
            <p:cNvSpPr/>
            <p:nvPr/>
          </p:nvSpPr>
          <p:spPr>
            <a:xfrm>
              <a:off x="3193845" y="2485817"/>
              <a:ext cx="59054" cy="56877"/>
            </a:xfrm>
            <a:custGeom>
              <a:avLst/>
              <a:gdLst>
                <a:gd name="connsiteX0" fmla="*/ 30616 w 59054"/>
                <a:gd name="connsiteY0" fmla="*/ 0 h 56877"/>
                <a:gd name="connsiteX1" fmla="*/ 28439 w 59054"/>
                <a:gd name="connsiteY1" fmla="*/ 0 h 56877"/>
                <a:gd name="connsiteX2" fmla="*/ 0 w 59054"/>
                <a:gd name="connsiteY2" fmla="*/ 28439 h 56877"/>
                <a:gd name="connsiteX3" fmla="*/ 28439 w 59054"/>
                <a:gd name="connsiteY3" fmla="*/ 56877 h 56877"/>
                <a:gd name="connsiteX4" fmla="*/ 30616 w 59054"/>
                <a:gd name="connsiteY4" fmla="*/ 56877 h 56877"/>
                <a:gd name="connsiteX5" fmla="*/ 59055 w 59054"/>
                <a:gd name="connsiteY5" fmla="*/ 28439 h 56877"/>
                <a:gd name="connsiteX6" fmla="*/ 30616 w 59054"/>
                <a:gd name="connsiteY6" fmla="*/ 0 h 5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54" h="56877">
                  <a:moveTo>
                    <a:pt x="30616" y="0"/>
                  </a:moveTo>
                  <a:lnTo>
                    <a:pt x="28439" y="0"/>
                  </a:lnTo>
                  <a:cubicBezTo>
                    <a:pt x="12725" y="0"/>
                    <a:pt x="0" y="12737"/>
                    <a:pt x="0" y="28439"/>
                  </a:cubicBezTo>
                  <a:cubicBezTo>
                    <a:pt x="0" y="44140"/>
                    <a:pt x="12738" y="56877"/>
                    <a:pt x="28439" y="56877"/>
                  </a:cubicBezTo>
                  <a:lnTo>
                    <a:pt x="30616" y="56877"/>
                  </a:lnTo>
                  <a:cubicBezTo>
                    <a:pt x="46329" y="56877"/>
                    <a:pt x="59055" y="44140"/>
                    <a:pt x="59055" y="28439"/>
                  </a:cubicBezTo>
                  <a:cubicBezTo>
                    <a:pt x="59055" y="12737"/>
                    <a:pt x="46317" y="0"/>
                    <a:pt x="3061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9EA1A2D6-B065-B367-75DC-4D6DCF33EF3F}"/>
                </a:ext>
              </a:extLst>
            </p:cNvPr>
            <p:cNvSpPr/>
            <p:nvPr/>
          </p:nvSpPr>
          <p:spPr>
            <a:xfrm>
              <a:off x="240272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6B8A8929-4D5D-0AFB-BDAD-03530AE7B5FE}"/>
                </a:ext>
              </a:extLst>
            </p:cNvPr>
            <p:cNvSpPr/>
            <p:nvPr/>
          </p:nvSpPr>
          <p:spPr>
            <a:xfrm>
              <a:off x="3194328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0ECFE46A-7A7A-817B-55E0-843F2DA97112}"/>
                </a:ext>
              </a:extLst>
            </p:cNvPr>
            <p:cNvSpPr/>
            <p:nvPr/>
          </p:nvSpPr>
          <p:spPr>
            <a:xfrm>
              <a:off x="279853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2D91212C-204A-40B6-C432-24A86C19A850}"/>
                </a:ext>
              </a:extLst>
            </p:cNvPr>
            <p:cNvSpPr/>
            <p:nvPr/>
          </p:nvSpPr>
          <p:spPr>
            <a:xfrm>
              <a:off x="438752" y="2563004"/>
              <a:ext cx="43093" cy="55849"/>
            </a:xfrm>
            <a:custGeom>
              <a:avLst/>
              <a:gdLst>
                <a:gd name="connsiteX0" fmla="*/ 15169 w 43093"/>
                <a:gd name="connsiteY0" fmla="*/ 55849 h 55849"/>
                <a:gd name="connsiteX1" fmla="*/ 43075 w 43093"/>
                <a:gd name="connsiteY1" fmla="*/ 26902 h 55849"/>
                <a:gd name="connsiteX2" fmla="*/ 14504 w 43093"/>
                <a:gd name="connsiteY2" fmla="*/ 0 h 55849"/>
                <a:gd name="connsiteX3" fmla="*/ 12992 w 43093"/>
                <a:gd name="connsiteY3" fmla="*/ 0 h 55849"/>
                <a:gd name="connsiteX4" fmla="*/ 3992 w 43093"/>
                <a:gd name="connsiteY4" fmla="*/ 1609 h 55849"/>
                <a:gd name="connsiteX5" fmla="*/ 3895 w 43093"/>
                <a:gd name="connsiteY5" fmla="*/ 1730 h 55849"/>
                <a:gd name="connsiteX6" fmla="*/ 0 w 43093"/>
                <a:gd name="connsiteY6" fmla="*/ 52402 h 55849"/>
                <a:gd name="connsiteX7" fmla="*/ 73 w 43093"/>
                <a:gd name="connsiteY7" fmla="*/ 52535 h 55849"/>
                <a:gd name="connsiteX8" fmla="*/ 12992 w 43093"/>
                <a:gd name="connsiteY8" fmla="*/ 55837 h 55849"/>
                <a:gd name="connsiteX9" fmla="*/ 15169 w 43093"/>
                <a:gd name="connsiteY9" fmla="*/ 55837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3" h="55849">
                  <a:moveTo>
                    <a:pt x="15169" y="55849"/>
                  </a:moveTo>
                  <a:cubicBezTo>
                    <a:pt x="30931" y="55849"/>
                    <a:pt x="43644" y="42797"/>
                    <a:pt x="43075" y="26902"/>
                  </a:cubicBezTo>
                  <a:cubicBezTo>
                    <a:pt x="42543" y="11770"/>
                    <a:pt x="29636" y="0"/>
                    <a:pt x="14504" y="0"/>
                  </a:cubicBezTo>
                  <a:lnTo>
                    <a:pt x="12992" y="0"/>
                  </a:lnTo>
                  <a:cubicBezTo>
                    <a:pt x="9822" y="0"/>
                    <a:pt x="6822" y="641"/>
                    <a:pt x="3992" y="1609"/>
                  </a:cubicBezTo>
                  <a:cubicBezTo>
                    <a:pt x="3943" y="1633"/>
                    <a:pt x="3895" y="1681"/>
                    <a:pt x="3895" y="1730"/>
                  </a:cubicBezTo>
                  <a:cubicBezTo>
                    <a:pt x="2298" y="18544"/>
                    <a:pt x="1016" y="35430"/>
                    <a:pt x="0" y="52402"/>
                  </a:cubicBezTo>
                  <a:cubicBezTo>
                    <a:pt x="0" y="52462"/>
                    <a:pt x="24" y="52511"/>
                    <a:pt x="73" y="52535"/>
                  </a:cubicBezTo>
                  <a:cubicBezTo>
                    <a:pt x="3943" y="54579"/>
                    <a:pt x="8298" y="55837"/>
                    <a:pt x="12992" y="55837"/>
                  </a:cubicBezTo>
                  <a:lnTo>
                    <a:pt x="15169" y="55837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A801731F-7A7E-9AF0-1D2A-BC79D96C39E3}"/>
                </a:ext>
              </a:extLst>
            </p:cNvPr>
            <p:cNvSpPr/>
            <p:nvPr/>
          </p:nvSpPr>
          <p:spPr>
            <a:xfrm>
              <a:off x="141325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D5D55650-C2E4-8BD6-90BB-C1FC3E88A45E}"/>
                </a:ext>
              </a:extLst>
            </p:cNvPr>
            <p:cNvSpPr/>
            <p:nvPr/>
          </p:nvSpPr>
          <p:spPr>
            <a:xfrm>
              <a:off x="81954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4D98C965-88A4-3EC2-F470-80889FE194BF}"/>
                </a:ext>
              </a:extLst>
            </p:cNvPr>
            <p:cNvSpPr/>
            <p:nvPr/>
          </p:nvSpPr>
          <p:spPr>
            <a:xfrm>
              <a:off x="151220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2DFA132D-98D8-006C-A085-540E9257E529}"/>
                </a:ext>
              </a:extLst>
            </p:cNvPr>
            <p:cNvSpPr/>
            <p:nvPr/>
          </p:nvSpPr>
          <p:spPr>
            <a:xfrm>
              <a:off x="91850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131A4E81-280D-D88F-5018-47DFC6D6A677}"/>
                </a:ext>
              </a:extLst>
            </p:cNvPr>
            <p:cNvSpPr/>
            <p:nvPr/>
          </p:nvSpPr>
          <p:spPr>
            <a:xfrm>
              <a:off x="3095380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02A49197-D063-2CFE-1A89-CC6988959F68}"/>
                </a:ext>
              </a:extLst>
            </p:cNvPr>
            <p:cNvSpPr/>
            <p:nvPr/>
          </p:nvSpPr>
          <p:spPr>
            <a:xfrm>
              <a:off x="220482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55153842-8856-9D59-2E80-01C1BFBE7E03}"/>
                </a:ext>
              </a:extLst>
            </p:cNvPr>
            <p:cNvSpPr/>
            <p:nvPr/>
          </p:nvSpPr>
          <p:spPr>
            <a:xfrm>
              <a:off x="180904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E068D871-5B13-D3AC-796E-2234890FE05C}"/>
                </a:ext>
              </a:extLst>
            </p:cNvPr>
            <p:cNvSpPr/>
            <p:nvPr/>
          </p:nvSpPr>
          <p:spPr>
            <a:xfrm>
              <a:off x="3293283" y="2563004"/>
              <a:ext cx="43096" cy="55861"/>
            </a:xfrm>
            <a:custGeom>
              <a:avLst/>
              <a:gdLst>
                <a:gd name="connsiteX0" fmla="*/ 27925 w 43096"/>
                <a:gd name="connsiteY0" fmla="*/ 0 h 55861"/>
                <a:gd name="connsiteX1" fmla="*/ 18 w 43096"/>
                <a:gd name="connsiteY1" fmla="*/ 28947 h 55861"/>
                <a:gd name="connsiteX2" fmla="*/ 28602 w 43096"/>
                <a:gd name="connsiteY2" fmla="*/ 55861 h 55861"/>
                <a:gd name="connsiteX3" fmla="*/ 30102 w 43096"/>
                <a:gd name="connsiteY3" fmla="*/ 55861 h 55861"/>
                <a:gd name="connsiteX4" fmla="*/ 43021 w 43096"/>
                <a:gd name="connsiteY4" fmla="*/ 52547 h 55861"/>
                <a:gd name="connsiteX5" fmla="*/ 43094 w 43096"/>
                <a:gd name="connsiteY5" fmla="*/ 52414 h 55861"/>
                <a:gd name="connsiteX6" fmla="*/ 39198 w 43096"/>
                <a:gd name="connsiteY6" fmla="*/ 1742 h 55861"/>
                <a:gd name="connsiteX7" fmla="*/ 39102 w 43096"/>
                <a:gd name="connsiteY7" fmla="*/ 1621 h 55861"/>
                <a:gd name="connsiteX8" fmla="*/ 30090 w 43096"/>
                <a:gd name="connsiteY8" fmla="*/ 12 h 55861"/>
                <a:gd name="connsiteX9" fmla="*/ 27925 w 43096"/>
                <a:gd name="connsiteY9" fmla="*/ 12 h 5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96" h="55861">
                  <a:moveTo>
                    <a:pt x="27925" y="0"/>
                  </a:moveTo>
                  <a:cubicBezTo>
                    <a:pt x="12163" y="0"/>
                    <a:pt x="-550" y="13052"/>
                    <a:pt x="18" y="28947"/>
                  </a:cubicBezTo>
                  <a:cubicBezTo>
                    <a:pt x="550" y="44079"/>
                    <a:pt x="13457" y="55861"/>
                    <a:pt x="28602" y="55861"/>
                  </a:cubicBezTo>
                  <a:lnTo>
                    <a:pt x="30102" y="55861"/>
                  </a:lnTo>
                  <a:cubicBezTo>
                    <a:pt x="34796" y="55861"/>
                    <a:pt x="39150" y="54591"/>
                    <a:pt x="43021" y="52547"/>
                  </a:cubicBezTo>
                  <a:cubicBezTo>
                    <a:pt x="43069" y="52523"/>
                    <a:pt x="43106" y="52462"/>
                    <a:pt x="43094" y="52414"/>
                  </a:cubicBezTo>
                  <a:cubicBezTo>
                    <a:pt x="42077" y="35443"/>
                    <a:pt x="40795" y="18556"/>
                    <a:pt x="39198" y="1742"/>
                  </a:cubicBezTo>
                  <a:cubicBezTo>
                    <a:pt x="39198" y="1681"/>
                    <a:pt x="39150" y="1633"/>
                    <a:pt x="39102" y="1621"/>
                  </a:cubicBezTo>
                  <a:cubicBezTo>
                    <a:pt x="36259" y="641"/>
                    <a:pt x="33259" y="12"/>
                    <a:pt x="30090" y="12"/>
                  </a:cubicBezTo>
                  <a:lnTo>
                    <a:pt x="27925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25CD3C37-C2C8-FD1D-685F-E9BBDC4A37E7}"/>
                </a:ext>
              </a:extLst>
            </p:cNvPr>
            <p:cNvSpPr/>
            <p:nvPr/>
          </p:nvSpPr>
          <p:spPr>
            <a:xfrm>
              <a:off x="72061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34F16F63-E191-6B36-9C93-0174FD54912F}"/>
                </a:ext>
              </a:extLst>
            </p:cNvPr>
            <p:cNvSpPr/>
            <p:nvPr/>
          </p:nvSpPr>
          <p:spPr>
            <a:xfrm>
              <a:off x="269957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8720F305-7296-4505-D4F4-66560F2F5F85}"/>
                </a:ext>
              </a:extLst>
            </p:cNvPr>
            <p:cNvSpPr/>
            <p:nvPr/>
          </p:nvSpPr>
          <p:spPr>
            <a:xfrm>
              <a:off x="1907983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07F7C61-7A80-5867-F046-8D3F5B85FE04}"/>
                </a:ext>
              </a:extLst>
            </p:cNvPr>
            <p:cNvSpPr/>
            <p:nvPr/>
          </p:nvSpPr>
          <p:spPr>
            <a:xfrm>
              <a:off x="2897482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843B878A-4A6F-8230-0E35-92F7966690C1}"/>
                </a:ext>
              </a:extLst>
            </p:cNvPr>
            <p:cNvSpPr/>
            <p:nvPr/>
          </p:nvSpPr>
          <p:spPr>
            <a:xfrm>
              <a:off x="2105893" y="2562944"/>
              <a:ext cx="58086" cy="55909"/>
            </a:xfrm>
            <a:custGeom>
              <a:avLst/>
              <a:gdLst>
                <a:gd name="connsiteX0" fmla="*/ 27955 w 58086"/>
                <a:gd name="connsiteY0" fmla="*/ 55910 h 55909"/>
                <a:gd name="connsiteX1" fmla="*/ 30132 w 58086"/>
                <a:gd name="connsiteY1" fmla="*/ 55910 h 55909"/>
                <a:gd name="connsiteX2" fmla="*/ 58087 w 58086"/>
                <a:gd name="connsiteY2" fmla="*/ 27955 h 55909"/>
                <a:gd name="connsiteX3" fmla="*/ 30132 w 58086"/>
                <a:gd name="connsiteY3" fmla="*/ 0 h 55909"/>
                <a:gd name="connsiteX4" fmla="*/ 27955 w 58086"/>
                <a:gd name="connsiteY4" fmla="*/ 0 h 55909"/>
                <a:gd name="connsiteX5" fmla="*/ 0 w 58086"/>
                <a:gd name="connsiteY5" fmla="*/ 27955 h 55909"/>
                <a:gd name="connsiteX6" fmla="*/ 27955 w 58086"/>
                <a:gd name="connsiteY6" fmla="*/ 5591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27955" y="55910"/>
                  </a:move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08" y="55910"/>
                    <a:pt x="27955" y="5591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F32AFA0D-653D-9CFF-1099-88AB6AA32C21}"/>
                </a:ext>
              </a:extLst>
            </p:cNvPr>
            <p:cNvSpPr/>
            <p:nvPr/>
          </p:nvSpPr>
          <p:spPr>
            <a:xfrm>
              <a:off x="2996419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CC9D5A6E-46FF-6319-1D7C-B826352D9459}"/>
                </a:ext>
              </a:extLst>
            </p:cNvPr>
            <p:cNvSpPr/>
            <p:nvPr/>
          </p:nvSpPr>
          <p:spPr>
            <a:xfrm>
              <a:off x="200694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465E3F2A-2439-DAEA-9B48-8F02B2DD5430}"/>
                </a:ext>
              </a:extLst>
            </p:cNvPr>
            <p:cNvSpPr/>
            <p:nvPr/>
          </p:nvSpPr>
          <p:spPr>
            <a:xfrm>
              <a:off x="161113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AED9C9F6-26D6-D16C-027D-FB6F9C6EF1CC}"/>
                </a:ext>
              </a:extLst>
            </p:cNvPr>
            <p:cNvSpPr/>
            <p:nvPr/>
          </p:nvSpPr>
          <p:spPr>
            <a:xfrm>
              <a:off x="2303790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5EB1BF7F-5F22-674C-C2CE-CB7A155839D5}"/>
                </a:ext>
              </a:extLst>
            </p:cNvPr>
            <p:cNvSpPr/>
            <p:nvPr/>
          </p:nvSpPr>
          <p:spPr>
            <a:xfrm>
              <a:off x="2600636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8CF14C08-7084-E8C2-ED4D-17653ABEB120}"/>
                </a:ext>
              </a:extLst>
            </p:cNvPr>
            <p:cNvSpPr/>
            <p:nvPr/>
          </p:nvSpPr>
          <p:spPr>
            <a:xfrm>
              <a:off x="2501687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E5DC2924-9D56-A9A3-5313-EC028A01BB69}"/>
                </a:ext>
              </a:extLst>
            </p:cNvPr>
            <p:cNvSpPr/>
            <p:nvPr/>
          </p:nvSpPr>
          <p:spPr>
            <a:xfrm>
              <a:off x="1017457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83A3DEFF-83E7-4DF0-F21B-CABFC5CF2CBC}"/>
                </a:ext>
              </a:extLst>
            </p:cNvPr>
            <p:cNvSpPr/>
            <p:nvPr/>
          </p:nvSpPr>
          <p:spPr>
            <a:xfrm>
              <a:off x="121535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4951B667-8712-894D-0FEC-806E1634B3CC}"/>
                </a:ext>
              </a:extLst>
            </p:cNvPr>
            <p:cNvSpPr/>
            <p:nvPr/>
          </p:nvSpPr>
          <p:spPr>
            <a:xfrm>
              <a:off x="1710098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2F1FD8EC-7206-C993-7D56-AC7D513647BE}"/>
                </a:ext>
              </a:extLst>
            </p:cNvPr>
            <p:cNvSpPr/>
            <p:nvPr/>
          </p:nvSpPr>
          <p:spPr>
            <a:xfrm>
              <a:off x="1116394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C87024FB-6D8D-93A6-A68C-B729DF25EBA5}"/>
                </a:ext>
              </a:extLst>
            </p:cNvPr>
            <p:cNvSpPr/>
            <p:nvPr/>
          </p:nvSpPr>
          <p:spPr>
            <a:xfrm>
              <a:off x="522701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79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BBD58A4E-DFE7-B304-B41F-250F706D70C3}"/>
                </a:ext>
              </a:extLst>
            </p:cNvPr>
            <p:cNvSpPr/>
            <p:nvPr/>
          </p:nvSpPr>
          <p:spPr>
            <a:xfrm>
              <a:off x="1314291" y="2562944"/>
              <a:ext cx="58087" cy="55909"/>
            </a:xfrm>
            <a:custGeom>
              <a:avLst/>
              <a:gdLst>
                <a:gd name="connsiteX0" fmla="*/ 30132 w 58087"/>
                <a:gd name="connsiteY0" fmla="*/ 0 h 55909"/>
                <a:gd name="connsiteX1" fmla="*/ 27955 w 58087"/>
                <a:gd name="connsiteY1" fmla="*/ 0 h 55909"/>
                <a:gd name="connsiteX2" fmla="*/ 0 w 58087"/>
                <a:gd name="connsiteY2" fmla="*/ 27955 h 55909"/>
                <a:gd name="connsiteX3" fmla="*/ 27955 w 58087"/>
                <a:gd name="connsiteY3" fmla="*/ 55910 h 55909"/>
                <a:gd name="connsiteX4" fmla="*/ 30132 w 58087"/>
                <a:gd name="connsiteY4" fmla="*/ 55910 h 55909"/>
                <a:gd name="connsiteX5" fmla="*/ 58087 w 58087"/>
                <a:gd name="connsiteY5" fmla="*/ 27955 h 55909"/>
                <a:gd name="connsiteX6" fmla="*/ 30132 w 58087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7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DB7EC08-B68B-38A5-8F01-066DCD7E8001}"/>
                </a:ext>
              </a:extLst>
            </p:cNvPr>
            <p:cNvSpPr/>
            <p:nvPr/>
          </p:nvSpPr>
          <p:spPr>
            <a:xfrm>
              <a:off x="621662" y="2562944"/>
              <a:ext cx="58086" cy="55909"/>
            </a:xfrm>
            <a:custGeom>
              <a:avLst/>
              <a:gdLst>
                <a:gd name="connsiteX0" fmla="*/ 30132 w 58086"/>
                <a:gd name="connsiteY0" fmla="*/ 0 h 55909"/>
                <a:gd name="connsiteX1" fmla="*/ 27955 w 58086"/>
                <a:gd name="connsiteY1" fmla="*/ 0 h 55909"/>
                <a:gd name="connsiteX2" fmla="*/ 0 w 58086"/>
                <a:gd name="connsiteY2" fmla="*/ 27955 h 55909"/>
                <a:gd name="connsiteX3" fmla="*/ 27955 w 58086"/>
                <a:gd name="connsiteY3" fmla="*/ 55910 h 55909"/>
                <a:gd name="connsiteX4" fmla="*/ 30132 w 58086"/>
                <a:gd name="connsiteY4" fmla="*/ 55910 h 55909"/>
                <a:gd name="connsiteX5" fmla="*/ 58087 w 58086"/>
                <a:gd name="connsiteY5" fmla="*/ 27955 h 55909"/>
                <a:gd name="connsiteX6" fmla="*/ 30132 w 58086"/>
                <a:gd name="connsiteY6" fmla="*/ 0 h 5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86" h="55909">
                  <a:moveTo>
                    <a:pt x="30132" y="0"/>
                  </a:moveTo>
                  <a:lnTo>
                    <a:pt x="27955" y="0"/>
                  </a:lnTo>
                  <a:cubicBezTo>
                    <a:pt x="12520" y="0"/>
                    <a:pt x="0" y="12520"/>
                    <a:pt x="0" y="27955"/>
                  </a:cubicBezTo>
                  <a:cubicBezTo>
                    <a:pt x="0" y="43390"/>
                    <a:pt x="12520" y="55910"/>
                    <a:pt x="27955" y="55910"/>
                  </a:cubicBezTo>
                  <a:lnTo>
                    <a:pt x="30132" y="55910"/>
                  </a:lnTo>
                  <a:cubicBezTo>
                    <a:pt x="45567" y="55910"/>
                    <a:pt x="58087" y="43390"/>
                    <a:pt x="58087" y="27955"/>
                  </a:cubicBezTo>
                  <a:cubicBezTo>
                    <a:pt x="58087" y="12520"/>
                    <a:pt x="45567" y="0"/>
                    <a:pt x="3013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CE74A732-3C97-2CFC-0723-1A3B604CB2E0}"/>
                </a:ext>
              </a:extLst>
            </p:cNvPr>
            <p:cNvSpPr/>
            <p:nvPr/>
          </p:nvSpPr>
          <p:spPr>
            <a:xfrm>
              <a:off x="72110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4D87B26C-3282-C07E-754B-2B5F95E6B444}"/>
                </a:ext>
              </a:extLst>
            </p:cNvPr>
            <p:cNvSpPr/>
            <p:nvPr/>
          </p:nvSpPr>
          <p:spPr>
            <a:xfrm>
              <a:off x="101795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F977C2E3-43E9-5372-D280-B49CB7D015C5}"/>
                </a:ext>
              </a:extLst>
            </p:cNvPr>
            <p:cNvSpPr/>
            <p:nvPr/>
          </p:nvSpPr>
          <p:spPr>
            <a:xfrm>
              <a:off x="141374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1452830F-A43A-2785-A557-C705947DD5DE}"/>
                </a:ext>
              </a:extLst>
            </p:cNvPr>
            <p:cNvSpPr/>
            <p:nvPr/>
          </p:nvSpPr>
          <p:spPr>
            <a:xfrm>
              <a:off x="111688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E994F676-63AC-E40D-3132-934FB2A5013F}"/>
                </a:ext>
              </a:extLst>
            </p:cNvPr>
            <p:cNvSpPr/>
            <p:nvPr/>
          </p:nvSpPr>
          <p:spPr>
            <a:xfrm>
              <a:off x="2106389" y="2640095"/>
              <a:ext cx="57094" cy="54917"/>
            </a:xfrm>
            <a:custGeom>
              <a:avLst/>
              <a:gdLst>
                <a:gd name="connsiteX0" fmla="*/ 27459 w 57094"/>
                <a:gd name="connsiteY0" fmla="*/ 54918 h 54917"/>
                <a:gd name="connsiteX1" fmla="*/ 29636 w 57094"/>
                <a:gd name="connsiteY1" fmla="*/ 54918 h 54917"/>
                <a:gd name="connsiteX2" fmla="*/ 57095 w 57094"/>
                <a:gd name="connsiteY2" fmla="*/ 27459 h 54917"/>
                <a:gd name="connsiteX3" fmla="*/ 29636 w 57094"/>
                <a:gd name="connsiteY3" fmla="*/ 0 h 54917"/>
                <a:gd name="connsiteX4" fmla="*/ 27459 w 57094"/>
                <a:gd name="connsiteY4" fmla="*/ 0 h 54917"/>
                <a:gd name="connsiteX5" fmla="*/ 0 w 57094"/>
                <a:gd name="connsiteY5" fmla="*/ 27459 h 54917"/>
                <a:gd name="connsiteX6" fmla="*/ 27459 w 57094"/>
                <a:gd name="connsiteY6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4" h="54917">
                  <a:moveTo>
                    <a:pt x="27459" y="54918"/>
                  </a:move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290"/>
                    <a:pt x="44805" y="0"/>
                    <a:pt x="29636" y="0"/>
                  </a:cubicBez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-12" y="42616"/>
                    <a:pt x="12290" y="54918"/>
                    <a:pt x="27459" y="5491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2995F045-0BC3-1B78-9DF5-D838EE6478F4}"/>
                </a:ext>
              </a:extLst>
            </p:cNvPr>
            <p:cNvSpPr/>
            <p:nvPr/>
          </p:nvSpPr>
          <p:spPr>
            <a:xfrm>
              <a:off x="319482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377D417-2D9B-9EEB-2D91-EA2A80162986}"/>
                </a:ext>
              </a:extLst>
            </p:cNvPr>
            <p:cNvSpPr/>
            <p:nvPr/>
          </p:nvSpPr>
          <p:spPr>
            <a:xfrm>
              <a:off x="190847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97B56A0C-4E23-4BA0-86BE-570DDFA5FB24}"/>
                </a:ext>
              </a:extLst>
            </p:cNvPr>
            <p:cNvSpPr/>
            <p:nvPr/>
          </p:nvSpPr>
          <p:spPr>
            <a:xfrm>
              <a:off x="121585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4F8E1171-7027-D616-B54A-C65735523E51}"/>
                </a:ext>
              </a:extLst>
            </p:cNvPr>
            <p:cNvSpPr/>
            <p:nvPr/>
          </p:nvSpPr>
          <p:spPr>
            <a:xfrm>
              <a:off x="151269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5792BE6A-F727-70B0-A9B5-3E8507AD0794}"/>
                </a:ext>
              </a:extLst>
            </p:cNvPr>
            <p:cNvSpPr/>
            <p:nvPr/>
          </p:nvSpPr>
          <p:spPr>
            <a:xfrm>
              <a:off x="171059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2EB0DF81-9E59-9A4B-64EC-02396FE4400F}"/>
                </a:ext>
              </a:extLst>
            </p:cNvPr>
            <p:cNvSpPr/>
            <p:nvPr/>
          </p:nvSpPr>
          <p:spPr>
            <a:xfrm>
              <a:off x="220532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2A302D5-2D1B-55C1-3E11-6FB69372DB95}"/>
                </a:ext>
              </a:extLst>
            </p:cNvPr>
            <p:cNvSpPr/>
            <p:nvPr/>
          </p:nvSpPr>
          <p:spPr>
            <a:xfrm>
              <a:off x="309587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11DFB9A6-FE4C-C9EB-B5DA-0ACAF1E18A00}"/>
                </a:ext>
              </a:extLst>
            </p:cNvPr>
            <p:cNvSpPr/>
            <p:nvPr/>
          </p:nvSpPr>
          <p:spPr>
            <a:xfrm>
              <a:off x="52319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654CF89C-47E6-58EC-F305-A7375B7471AC}"/>
                </a:ext>
              </a:extLst>
            </p:cNvPr>
            <p:cNvSpPr/>
            <p:nvPr/>
          </p:nvSpPr>
          <p:spPr>
            <a:xfrm>
              <a:off x="8200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215705BF-D835-022F-32B3-4C8D76F25E89}"/>
                </a:ext>
              </a:extLst>
            </p:cNvPr>
            <p:cNvSpPr/>
            <p:nvPr/>
          </p:nvSpPr>
          <p:spPr>
            <a:xfrm>
              <a:off x="62215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107085E4-A7B2-9405-713A-1AF92422F02F}"/>
                </a:ext>
              </a:extLst>
            </p:cNvPr>
            <p:cNvSpPr/>
            <p:nvPr/>
          </p:nvSpPr>
          <p:spPr>
            <a:xfrm>
              <a:off x="250218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44FA2DB1-ABE0-FABC-E08A-DA8566E45089}"/>
                </a:ext>
              </a:extLst>
            </p:cNvPr>
            <p:cNvSpPr/>
            <p:nvPr/>
          </p:nvSpPr>
          <p:spPr>
            <a:xfrm>
              <a:off x="180954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D836B9B3-C091-55A4-7B63-281F11FC6D76}"/>
                </a:ext>
              </a:extLst>
            </p:cNvPr>
            <p:cNvSpPr/>
            <p:nvPr/>
          </p:nvSpPr>
          <p:spPr>
            <a:xfrm>
              <a:off x="2897978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4BE3E27A-28AA-EDA3-9857-A171B38B994D}"/>
                </a:ext>
              </a:extLst>
            </p:cNvPr>
            <p:cNvSpPr/>
            <p:nvPr/>
          </p:nvSpPr>
          <p:spPr>
            <a:xfrm>
              <a:off x="240322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70BB19EA-81B3-2CE6-AC17-A82EDF0F382B}"/>
                </a:ext>
              </a:extLst>
            </p:cNvPr>
            <p:cNvSpPr/>
            <p:nvPr/>
          </p:nvSpPr>
          <p:spPr>
            <a:xfrm>
              <a:off x="2304286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7EC0AB93-57B3-E895-558E-D727B7B2B1E5}"/>
                </a:ext>
              </a:extLst>
            </p:cNvPr>
            <p:cNvSpPr/>
            <p:nvPr/>
          </p:nvSpPr>
          <p:spPr>
            <a:xfrm>
              <a:off x="1314787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091EC9F0-695A-E52F-F22D-E1432D082732}"/>
                </a:ext>
              </a:extLst>
            </p:cNvPr>
            <p:cNvSpPr/>
            <p:nvPr/>
          </p:nvSpPr>
          <p:spPr>
            <a:xfrm>
              <a:off x="3293768" y="2640095"/>
              <a:ext cx="45185" cy="54917"/>
            </a:xfrm>
            <a:custGeom>
              <a:avLst/>
              <a:gdLst>
                <a:gd name="connsiteX0" fmla="*/ 27464 w 45185"/>
                <a:gd name="connsiteY0" fmla="*/ 0 h 54917"/>
                <a:gd name="connsiteX1" fmla="*/ 17 w 45185"/>
                <a:gd name="connsiteY1" fmla="*/ 28463 h 54917"/>
                <a:gd name="connsiteX2" fmla="*/ 28117 w 45185"/>
                <a:gd name="connsiteY2" fmla="*/ 54918 h 54917"/>
                <a:gd name="connsiteX3" fmla="*/ 29629 w 45185"/>
                <a:gd name="connsiteY3" fmla="*/ 54918 h 54917"/>
                <a:gd name="connsiteX4" fmla="*/ 45125 w 45185"/>
                <a:gd name="connsiteY4" fmla="*/ 50103 h 54917"/>
                <a:gd name="connsiteX5" fmla="*/ 45185 w 45185"/>
                <a:gd name="connsiteY5" fmla="*/ 49970 h 54917"/>
                <a:gd name="connsiteX6" fmla="*/ 44060 w 45185"/>
                <a:gd name="connsiteY6" fmla="*/ 4270 h 54917"/>
                <a:gd name="connsiteX7" fmla="*/ 43988 w 45185"/>
                <a:gd name="connsiteY7" fmla="*/ 4149 h 54917"/>
                <a:gd name="connsiteX8" fmla="*/ 29617 w 45185"/>
                <a:gd name="connsiteY8" fmla="*/ 0 h 54917"/>
                <a:gd name="connsiteX9" fmla="*/ 27464 w 45185"/>
                <a:gd name="connsiteY9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85" h="54917">
                  <a:moveTo>
                    <a:pt x="27464" y="0"/>
                  </a:moveTo>
                  <a:cubicBezTo>
                    <a:pt x="11968" y="0"/>
                    <a:pt x="-527" y="12834"/>
                    <a:pt x="17" y="28463"/>
                  </a:cubicBezTo>
                  <a:cubicBezTo>
                    <a:pt x="549" y="43342"/>
                    <a:pt x="13227" y="54918"/>
                    <a:pt x="28117" y="54918"/>
                  </a:cubicBezTo>
                  <a:lnTo>
                    <a:pt x="29629" y="54918"/>
                  </a:lnTo>
                  <a:cubicBezTo>
                    <a:pt x="35387" y="54918"/>
                    <a:pt x="40710" y="53127"/>
                    <a:pt x="45125" y="50103"/>
                  </a:cubicBezTo>
                  <a:cubicBezTo>
                    <a:pt x="45161" y="50079"/>
                    <a:pt x="45185" y="50031"/>
                    <a:pt x="45185" y="49970"/>
                  </a:cubicBezTo>
                  <a:cubicBezTo>
                    <a:pt x="45052" y="34680"/>
                    <a:pt x="44665" y="19439"/>
                    <a:pt x="44060" y="4270"/>
                  </a:cubicBezTo>
                  <a:cubicBezTo>
                    <a:pt x="44060" y="4222"/>
                    <a:pt x="44036" y="4173"/>
                    <a:pt x="43988" y="4149"/>
                  </a:cubicBezTo>
                  <a:cubicBezTo>
                    <a:pt x="39802" y="1560"/>
                    <a:pt x="34903" y="0"/>
                    <a:pt x="29617" y="0"/>
                  </a:cubicBezTo>
                  <a:lnTo>
                    <a:pt x="2746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6ACE9346-977B-83C6-EF78-412A3E138BFC}"/>
                </a:ext>
              </a:extLst>
            </p:cNvPr>
            <p:cNvSpPr/>
            <p:nvPr/>
          </p:nvSpPr>
          <p:spPr>
            <a:xfrm>
              <a:off x="919004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2AF061DB-F95F-1EC4-F3BB-59233FDACB73}"/>
                </a:ext>
              </a:extLst>
            </p:cNvPr>
            <p:cNvSpPr/>
            <p:nvPr/>
          </p:nvSpPr>
          <p:spPr>
            <a:xfrm>
              <a:off x="2996915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993ADD6-3084-8563-8F89-ED00F7EA65E3}"/>
                </a:ext>
              </a:extLst>
            </p:cNvPr>
            <p:cNvSpPr/>
            <p:nvPr/>
          </p:nvSpPr>
          <p:spPr>
            <a:xfrm>
              <a:off x="2007440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A83F524F-F7CA-E5FE-C889-0D9BA67166D6}"/>
                </a:ext>
              </a:extLst>
            </p:cNvPr>
            <p:cNvSpPr/>
            <p:nvPr/>
          </p:nvSpPr>
          <p:spPr>
            <a:xfrm>
              <a:off x="279902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793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6DA92B0C-1EF8-B1B9-C9A5-127C20A417C4}"/>
                </a:ext>
              </a:extLst>
            </p:cNvPr>
            <p:cNvSpPr/>
            <p:nvPr/>
          </p:nvSpPr>
          <p:spPr>
            <a:xfrm>
              <a:off x="2700069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002E220A-AD20-95A8-BDE8-3DFFC0D12520}"/>
                </a:ext>
              </a:extLst>
            </p:cNvPr>
            <p:cNvSpPr/>
            <p:nvPr/>
          </p:nvSpPr>
          <p:spPr>
            <a:xfrm>
              <a:off x="2601132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095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E320FE1E-6241-B027-4EF6-444B0C92AB81}"/>
                </a:ext>
              </a:extLst>
            </p:cNvPr>
            <p:cNvSpPr/>
            <p:nvPr/>
          </p:nvSpPr>
          <p:spPr>
            <a:xfrm>
              <a:off x="1611633" y="2640083"/>
              <a:ext cx="57095" cy="54917"/>
            </a:xfrm>
            <a:custGeom>
              <a:avLst/>
              <a:gdLst>
                <a:gd name="connsiteX0" fmla="*/ 29636 w 57095"/>
                <a:gd name="connsiteY0" fmla="*/ 0 h 54917"/>
                <a:gd name="connsiteX1" fmla="*/ 27459 w 57095"/>
                <a:gd name="connsiteY1" fmla="*/ 0 h 54917"/>
                <a:gd name="connsiteX2" fmla="*/ 0 w 57095"/>
                <a:gd name="connsiteY2" fmla="*/ 27459 h 54917"/>
                <a:gd name="connsiteX3" fmla="*/ 27459 w 57095"/>
                <a:gd name="connsiteY3" fmla="*/ 54918 h 54917"/>
                <a:gd name="connsiteX4" fmla="*/ 29636 w 57095"/>
                <a:gd name="connsiteY4" fmla="*/ 54918 h 54917"/>
                <a:gd name="connsiteX5" fmla="*/ 57095 w 57095"/>
                <a:gd name="connsiteY5" fmla="*/ 27459 h 54917"/>
                <a:gd name="connsiteX6" fmla="*/ 29636 w 57095"/>
                <a:gd name="connsiteY6" fmla="*/ 0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095" h="54917">
                  <a:moveTo>
                    <a:pt x="29636" y="0"/>
                  </a:moveTo>
                  <a:lnTo>
                    <a:pt x="27459" y="0"/>
                  </a:lnTo>
                  <a:cubicBezTo>
                    <a:pt x="12290" y="0"/>
                    <a:pt x="0" y="12290"/>
                    <a:pt x="0" y="27459"/>
                  </a:cubicBezTo>
                  <a:cubicBezTo>
                    <a:pt x="0" y="42628"/>
                    <a:pt x="12290" y="54918"/>
                    <a:pt x="27459" y="54918"/>
                  </a:cubicBezTo>
                  <a:lnTo>
                    <a:pt x="29636" y="54918"/>
                  </a:lnTo>
                  <a:cubicBezTo>
                    <a:pt x="44805" y="54918"/>
                    <a:pt x="57095" y="42628"/>
                    <a:pt x="57095" y="27459"/>
                  </a:cubicBezTo>
                  <a:cubicBezTo>
                    <a:pt x="57107" y="12302"/>
                    <a:pt x="44805" y="0"/>
                    <a:pt x="2963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F9CE3472-CE83-ABDA-DD47-28C59932165A}"/>
                </a:ext>
              </a:extLst>
            </p:cNvPr>
            <p:cNvSpPr/>
            <p:nvPr/>
          </p:nvSpPr>
          <p:spPr>
            <a:xfrm>
              <a:off x="436164" y="2640083"/>
              <a:ext cx="45197" cy="54929"/>
            </a:xfrm>
            <a:custGeom>
              <a:avLst/>
              <a:gdLst>
                <a:gd name="connsiteX0" fmla="*/ 17733 w 45197"/>
                <a:gd name="connsiteY0" fmla="*/ 54918 h 54929"/>
                <a:gd name="connsiteX1" fmla="*/ 45180 w 45197"/>
                <a:gd name="connsiteY1" fmla="*/ 26455 h 54929"/>
                <a:gd name="connsiteX2" fmla="*/ 17080 w 45197"/>
                <a:gd name="connsiteY2" fmla="*/ 0 h 54929"/>
                <a:gd name="connsiteX3" fmla="*/ 15556 w 45197"/>
                <a:gd name="connsiteY3" fmla="*/ 0 h 54929"/>
                <a:gd name="connsiteX4" fmla="*/ 1198 w 45197"/>
                <a:gd name="connsiteY4" fmla="*/ 4149 h 54929"/>
                <a:gd name="connsiteX5" fmla="*/ 1125 w 45197"/>
                <a:gd name="connsiteY5" fmla="*/ 4270 h 54929"/>
                <a:gd name="connsiteX6" fmla="*/ 0 w 45197"/>
                <a:gd name="connsiteY6" fmla="*/ 49982 h 54929"/>
                <a:gd name="connsiteX7" fmla="*/ 60 w 45197"/>
                <a:gd name="connsiteY7" fmla="*/ 50115 h 54929"/>
                <a:gd name="connsiteX8" fmla="*/ 15544 w 45197"/>
                <a:gd name="connsiteY8" fmla="*/ 54930 h 54929"/>
                <a:gd name="connsiteX9" fmla="*/ 17733 w 45197"/>
                <a:gd name="connsiteY9" fmla="*/ 54930 h 5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97" h="54929">
                  <a:moveTo>
                    <a:pt x="17733" y="54918"/>
                  </a:moveTo>
                  <a:cubicBezTo>
                    <a:pt x="33229" y="54918"/>
                    <a:pt x="45724" y="42083"/>
                    <a:pt x="45180" y="26455"/>
                  </a:cubicBezTo>
                  <a:cubicBezTo>
                    <a:pt x="44648" y="11576"/>
                    <a:pt x="31971" y="0"/>
                    <a:pt x="17080" y="0"/>
                  </a:cubicBezTo>
                  <a:lnTo>
                    <a:pt x="15556" y="0"/>
                  </a:lnTo>
                  <a:cubicBezTo>
                    <a:pt x="10270" y="0"/>
                    <a:pt x="5383" y="1560"/>
                    <a:pt x="1198" y="4149"/>
                  </a:cubicBezTo>
                  <a:cubicBezTo>
                    <a:pt x="1149" y="4173"/>
                    <a:pt x="1125" y="4222"/>
                    <a:pt x="1125" y="4270"/>
                  </a:cubicBezTo>
                  <a:cubicBezTo>
                    <a:pt x="520" y="19451"/>
                    <a:pt x="145" y="34680"/>
                    <a:pt x="0" y="49982"/>
                  </a:cubicBezTo>
                  <a:cubicBezTo>
                    <a:pt x="0" y="50031"/>
                    <a:pt x="24" y="50079"/>
                    <a:pt x="60" y="50115"/>
                  </a:cubicBezTo>
                  <a:cubicBezTo>
                    <a:pt x="4476" y="53139"/>
                    <a:pt x="9798" y="54930"/>
                    <a:pt x="15544" y="54930"/>
                  </a:cubicBezTo>
                  <a:lnTo>
                    <a:pt x="17733" y="5493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13FE5994-B455-0734-E797-14CF6020C345}"/>
                </a:ext>
              </a:extLst>
            </p:cNvPr>
            <p:cNvSpPr/>
            <p:nvPr/>
          </p:nvSpPr>
          <p:spPr>
            <a:xfrm>
              <a:off x="151318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71A74DC0-1AD5-2D09-1598-7A02D7C8BDC3}"/>
                </a:ext>
              </a:extLst>
            </p:cNvPr>
            <p:cNvSpPr/>
            <p:nvPr/>
          </p:nvSpPr>
          <p:spPr>
            <a:xfrm>
              <a:off x="171107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809F2B18-E77D-1E0D-DC71-08857467CF97}"/>
                </a:ext>
              </a:extLst>
            </p:cNvPr>
            <p:cNvSpPr/>
            <p:nvPr/>
          </p:nvSpPr>
          <p:spPr>
            <a:xfrm>
              <a:off x="72159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11482888-A438-CDAE-B1D7-DB846376AD35}"/>
                </a:ext>
              </a:extLst>
            </p:cNvPr>
            <p:cNvSpPr/>
            <p:nvPr/>
          </p:nvSpPr>
          <p:spPr>
            <a:xfrm>
              <a:off x="220580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0B0799EA-2B83-1184-1297-E4F86DBB6A91}"/>
                </a:ext>
              </a:extLst>
            </p:cNvPr>
            <p:cNvSpPr/>
            <p:nvPr/>
          </p:nvSpPr>
          <p:spPr>
            <a:xfrm>
              <a:off x="2997399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FA3A8135-E041-8822-9E6A-C9880AAB86AC}"/>
                </a:ext>
              </a:extLst>
            </p:cNvPr>
            <p:cNvSpPr/>
            <p:nvPr/>
          </p:nvSpPr>
          <p:spPr>
            <a:xfrm>
              <a:off x="62264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B5918AA-7A36-2BA2-DFEC-C06D60063334}"/>
                </a:ext>
              </a:extLst>
            </p:cNvPr>
            <p:cNvSpPr/>
            <p:nvPr/>
          </p:nvSpPr>
          <p:spPr>
            <a:xfrm>
              <a:off x="161211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A1CFADD-9A6D-8EA7-9253-794EC7E7C7B8}"/>
                </a:ext>
              </a:extLst>
            </p:cNvPr>
            <p:cNvSpPr/>
            <p:nvPr/>
          </p:nvSpPr>
          <p:spPr>
            <a:xfrm>
              <a:off x="52368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5A423936-7317-0424-1163-82828E42BED2}"/>
                </a:ext>
              </a:extLst>
            </p:cNvPr>
            <p:cNvSpPr/>
            <p:nvPr/>
          </p:nvSpPr>
          <p:spPr>
            <a:xfrm>
              <a:off x="230477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C7B0CC4D-2EA0-2BE2-1C56-8559CA61940F}"/>
                </a:ext>
              </a:extLst>
            </p:cNvPr>
            <p:cNvSpPr/>
            <p:nvPr/>
          </p:nvSpPr>
          <p:spPr>
            <a:xfrm>
              <a:off x="1810026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41A5C3F0-1279-DA2C-1AD4-37D35354C26A}"/>
                </a:ext>
              </a:extLst>
            </p:cNvPr>
            <p:cNvSpPr/>
            <p:nvPr/>
          </p:nvSpPr>
          <p:spPr>
            <a:xfrm>
              <a:off x="289846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5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4D81AEA-CD94-28C1-7BE4-1AD382C03148}"/>
                </a:ext>
              </a:extLst>
            </p:cNvPr>
            <p:cNvSpPr/>
            <p:nvPr/>
          </p:nvSpPr>
          <p:spPr>
            <a:xfrm>
              <a:off x="3294252" y="2717234"/>
              <a:ext cx="44629" cy="53925"/>
            </a:xfrm>
            <a:custGeom>
              <a:avLst/>
              <a:gdLst>
                <a:gd name="connsiteX0" fmla="*/ 26968 w 44629"/>
                <a:gd name="connsiteY0" fmla="*/ 0 h 53925"/>
                <a:gd name="connsiteX1" fmla="*/ 17 w 44629"/>
                <a:gd name="connsiteY1" fmla="*/ 27943 h 53925"/>
                <a:gd name="connsiteX2" fmla="*/ 27609 w 44629"/>
                <a:gd name="connsiteY2" fmla="*/ 53926 h 53925"/>
                <a:gd name="connsiteX3" fmla="*/ 29134 w 44629"/>
                <a:gd name="connsiteY3" fmla="*/ 53926 h 53925"/>
                <a:gd name="connsiteX4" fmla="*/ 43323 w 44629"/>
                <a:gd name="connsiteY4" fmla="*/ 49813 h 53925"/>
                <a:gd name="connsiteX5" fmla="*/ 43395 w 44629"/>
                <a:gd name="connsiteY5" fmla="*/ 49692 h 53925"/>
                <a:gd name="connsiteX6" fmla="*/ 44629 w 44629"/>
                <a:gd name="connsiteY6" fmla="*/ 5020 h 53925"/>
                <a:gd name="connsiteX7" fmla="*/ 44569 w 44629"/>
                <a:gd name="connsiteY7" fmla="*/ 4899 h 53925"/>
                <a:gd name="connsiteX8" fmla="*/ 29145 w 44629"/>
                <a:gd name="connsiteY8" fmla="*/ 0 h 53925"/>
                <a:gd name="connsiteX9" fmla="*/ 26968 w 44629"/>
                <a:gd name="connsiteY9" fmla="*/ 0 h 5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29" h="53925">
                  <a:moveTo>
                    <a:pt x="26968" y="0"/>
                  </a:moveTo>
                  <a:cubicBezTo>
                    <a:pt x="11751" y="0"/>
                    <a:pt x="-527" y="12605"/>
                    <a:pt x="17" y="27943"/>
                  </a:cubicBezTo>
                  <a:cubicBezTo>
                    <a:pt x="538" y="42555"/>
                    <a:pt x="12985" y="53926"/>
                    <a:pt x="27609" y="53926"/>
                  </a:cubicBezTo>
                  <a:lnTo>
                    <a:pt x="29134" y="53926"/>
                  </a:lnTo>
                  <a:cubicBezTo>
                    <a:pt x="34359" y="53926"/>
                    <a:pt x="39186" y="52378"/>
                    <a:pt x="43323" y="49813"/>
                  </a:cubicBezTo>
                  <a:cubicBezTo>
                    <a:pt x="43359" y="49789"/>
                    <a:pt x="43395" y="49740"/>
                    <a:pt x="43395" y="49692"/>
                  </a:cubicBezTo>
                  <a:cubicBezTo>
                    <a:pt x="44036" y="34862"/>
                    <a:pt x="44435" y="19959"/>
                    <a:pt x="44629" y="5020"/>
                  </a:cubicBezTo>
                  <a:cubicBezTo>
                    <a:pt x="44629" y="4972"/>
                    <a:pt x="44605" y="4923"/>
                    <a:pt x="44569" y="4899"/>
                  </a:cubicBezTo>
                  <a:cubicBezTo>
                    <a:pt x="40190" y="1839"/>
                    <a:pt x="34891" y="0"/>
                    <a:pt x="29145" y="0"/>
                  </a:cubicBezTo>
                  <a:lnTo>
                    <a:pt x="26968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C8E3FD0F-3D4F-9EDA-75C6-EB8FBF639780}"/>
                </a:ext>
              </a:extLst>
            </p:cNvPr>
            <p:cNvSpPr/>
            <p:nvPr/>
          </p:nvSpPr>
          <p:spPr>
            <a:xfrm>
              <a:off x="101843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58E21DEA-F881-CB7C-2487-CCBD33B654F3}"/>
                </a:ext>
              </a:extLst>
            </p:cNvPr>
            <p:cNvSpPr/>
            <p:nvPr/>
          </p:nvSpPr>
          <p:spPr>
            <a:xfrm>
              <a:off x="1315271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168AB54-9409-6A04-66BB-8732017872B1}"/>
                </a:ext>
              </a:extLst>
            </p:cNvPr>
            <p:cNvSpPr/>
            <p:nvPr/>
          </p:nvSpPr>
          <p:spPr>
            <a:xfrm>
              <a:off x="190896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C3C45122-EA45-8944-B000-6F87E1186A65}"/>
                </a:ext>
              </a:extLst>
            </p:cNvPr>
            <p:cNvSpPr/>
            <p:nvPr/>
          </p:nvSpPr>
          <p:spPr>
            <a:xfrm>
              <a:off x="270055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28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E945D6EC-6188-E6AE-EC71-3B293F1E2CC8}"/>
                </a:ext>
              </a:extLst>
            </p:cNvPr>
            <p:cNvSpPr/>
            <p:nvPr/>
          </p:nvSpPr>
          <p:spPr>
            <a:xfrm>
              <a:off x="279951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46232095-21E9-76B8-B6B7-D8F2B8912225}"/>
                </a:ext>
              </a:extLst>
            </p:cNvPr>
            <p:cNvSpPr/>
            <p:nvPr/>
          </p:nvSpPr>
          <p:spPr>
            <a:xfrm>
              <a:off x="91948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884164C-01F9-1A7E-BCA9-DD2943D5806A}"/>
                </a:ext>
              </a:extLst>
            </p:cNvPr>
            <p:cNvSpPr/>
            <p:nvPr/>
          </p:nvSpPr>
          <p:spPr>
            <a:xfrm>
              <a:off x="3195308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3AFCB2D7-99C1-AEA3-3ABA-20DD13EEA668}"/>
                </a:ext>
              </a:extLst>
            </p:cNvPr>
            <p:cNvSpPr/>
            <p:nvPr/>
          </p:nvSpPr>
          <p:spPr>
            <a:xfrm>
              <a:off x="121633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71A448CD-B42A-3EDF-35FA-76052B0D87F7}"/>
                </a:ext>
              </a:extLst>
            </p:cNvPr>
            <p:cNvSpPr/>
            <p:nvPr/>
          </p:nvSpPr>
          <p:spPr>
            <a:xfrm>
              <a:off x="2106873" y="2717209"/>
              <a:ext cx="56127" cy="53950"/>
            </a:xfrm>
            <a:custGeom>
              <a:avLst/>
              <a:gdLst>
                <a:gd name="connsiteX0" fmla="*/ 26975 w 56127"/>
                <a:gd name="connsiteY0" fmla="*/ 53950 h 53950"/>
                <a:gd name="connsiteX1" fmla="*/ 29152 w 56127"/>
                <a:gd name="connsiteY1" fmla="*/ 53950 h 53950"/>
                <a:gd name="connsiteX2" fmla="*/ 56127 w 56127"/>
                <a:gd name="connsiteY2" fmla="*/ 26975 h 53950"/>
                <a:gd name="connsiteX3" fmla="*/ 29152 w 56127"/>
                <a:gd name="connsiteY3" fmla="*/ 0 h 53950"/>
                <a:gd name="connsiteX4" fmla="*/ 26975 w 56127"/>
                <a:gd name="connsiteY4" fmla="*/ 0 h 53950"/>
                <a:gd name="connsiteX5" fmla="*/ 0 w 56127"/>
                <a:gd name="connsiteY5" fmla="*/ 26975 h 53950"/>
                <a:gd name="connsiteX6" fmla="*/ 26975 w 56127"/>
                <a:gd name="connsiteY6" fmla="*/ 53950 h 5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50">
                  <a:moveTo>
                    <a:pt x="26975" y="53950"/>
                  </a:move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78"/>
                    <a:pt x="12072" y="53950"/>
                    <a:pt x="26975" y="5395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5B2E82DB-B013-6575-163B-32DA597F940C}"/>
                </a:ext>
              </a:extLst>
            </p:cNvPr>
            <p:cNvSpPr/>
            <p:nvPr/>
          </p:nvSpPr>
          <p:spPr>
            <a:xfrm>
              <a:off x="2007924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8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8" y="41878"/>
                    <a:pt x="56128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70FD325A-3A60-9847-5343-DCA17A07061D}"/>
                </a:ext>
              </a:extLst>
            </p:cNvPr>
            <p:cNvSpPr/>
            <p:nvPr/>
          </p:nvSpPr>
          <p:spPr>
            <a:xfrm>
              <a:off x="250266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07116647-FF2D-7281-A4E7-FAB7B229C42C}"/>
                </a:ext>
              </a:extLst>
            </p:cNvPr>
            <p:cNvSpPr/>
            <p:nvPr/>
          </p:nvSpPr>
          <p:spPr>
            <a:xfrm>
              <a:off x="436248" y="2717222"/>
              <a:ext cx="44616" cy="53937"/>
            </a:xfrm>
            <a:custGeom>
              <a:avLst/>
              <a:gdLst>
                <a:gd name="connsiteX0" fmla="*/ 17649 w 44616"/>
                <a:gd name="connsiteY0" fmla="*/ 53938 h 53937"/>
                <a:gd name="connsiteX1" fmla="*/ 44600 w 44616"/>
                <a:gd name="connsiteY1" fmla="*/ 25983 h 53937"/>
                <a:gd name="connsiteX2" fmla="*/ 17008 w 44616"/>
                <a:gd name="connsiteY2" fmla="*/ 0 h 53937"/>
                <a:gd name="connsiteX3" fmla="*/ 15471 w 44616"/>
                <a:gd name="connsiteY3" fmla="*/ 0 h 53937"/>
                <a:gd name="connsiteX4" fmla="*/ 60 w 44616"/>
                <a:gd name="connsiteY4" fmla="*/ 4887 h 53937"/>
                <a:gd name="connsiteX5" fmla="*/ 0 w 44616"/>
                <a:gd name="connsiteY5" fmla="*/ 5008 h 53937"/>
                <a:gd name="connsiteX6" fmla="*/ 1234 w 44616"/>
                <a:gd name="connsiteY6" fmla="*/ 49692 h 53937"/>
                <a:gd name="connsiteX7" fmla="*/ 1306 w 44616"/>
                <a:gd name="connsiteY7" fmla="*/ 49813 h 53937"/>
                <a:gd name="connsiteX8" fmla="*/ 15483 w 44616"/>
                <a:gd name="connsiteY8" fmla="*/ 53926 h 53937"/>
                <a:gd name="connsiteX9" fmla="*/ 17649 w 44616"/>
                <a:gd name="connsiteY9" fmla="*/ 53926 h 5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616" h="53937">
                  <a:moveTo>
                    <a:pt x="17649" y="53938"/>
                  </a:moveTo>
                  <a:cubicBezTo>
                    <a:pt x="32866" y="53938"/>
                    <a:pt x="45144" y="41333"/>
                    <a:pt x="44600" y="25983"/>
                  </a:cubicBezTo>
                  <a:cubicBezTo>
                    <a:pt x="44079" y="11371"/>
                    <a:pt x="31620" y="0"/>
                    <a:pt x="17008" y="0"/>
                  </a:cubicBezTo>
                  <a:lnTo>
                    <a:pt x="15471" y="0"/>
                  </a:lnTo>
                  <a:cubicBezTo>
                    <a:pt x="9726" y="0"/>
                    <a:pt x="4427" y="1827"/>
                    <a:pt x="60" y="4887"/>
                  </a:cubicBezTo>
                  <a:cubicBezTo>
                    <a:pt x="24" y="4911"/>
                    <a:pt x="0" y="4959"/>
                    <a:pt x="0" y="5008"/>
                  </a:cubicBezTo>
                  <a:cubicBezTo>
                    <a:pt x="194" y="19959"/>
                    <a:pt x="593" y="34850"/>
                    <a:pt x="1234" y="49692"/>
                  </a:cubicBezTo>
                  <a:cubicBezTo>
                    <a:pt x="1234" y="49740"/>
                    <a:pt x="1258" y="49789"/>
                    <a:pt x="1306" y="49813"/>
                  </a:cubicBezTo>
                  <a:cubicBezTo>
                    <a:pt x="5431" y="52378"/>
                    <a:pt x="10270" y="53926"/>
                    <a:pt x="15483" y="53926"/>
                  </a:cubicBezTo>
                  <a:lnTo>
                    <a:pt x="17649" y="53926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491723C6-DDA7-B251-F999-E6C49378FBE7}"/>
                </a:ext>
              </a:extLst>
            </p:cNvPr>
            <p:cNvSpPr/>
            <p:nvPr/>
          </p:nvSpPr>
          <p:spPr>
            <a:xfrm>
              <a:off x="1117373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40C24B7F-72F2-3E37-4B12-6E2C86F80BC4}"/>
                </a:ext>
              </a:extLst>
            </p:cNvPr>
            <p:cNvSpPr/>
            <p:nvPr/>
          </p:nvSpPr>
          <p:spPr>
            <a:xfrm>
              <a:off x="240370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928AAB9F-22F4-FCB3-7ACA-B5C4EC836A1C}"/>
                </a:ext>
              </a:extLst>
            </p:cNvPr>
            <p:cNvSpPr/>
            <p:nvPr/>
          </p:nvSpPr>
          <p:spPr>
            <a:xfrm>
              <a:off x="3096360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C2FBDC06-95E9-7B2A-770D-0673C716133A}"/>
                </a:ext>
              </a:extLst>
            </p:cNvPr>
            <p:cNvSpPr/>
            <p:nvPr/>
          </p:nvSpPr>
          <p:spPr>
            <a:xfrm>
              <a:off x="2601616" y="2717222"/>
              <a:ext cx="56127" cy="53949"/>
            </a:xfrm>
            <a:custGeom>
              <a:avLst/>
              <a:gdLst>
                <a:gd name="connsiteX0" fmla="*/ 29153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3 w 56127"/>
                <a:gd name="connsiteY4" fmla="*/ 53950 h 53949"/>
                <a:gd name="connsiteX5" fmla="*/ 56127 w 56127"/>
                <a:gd name="connsiteY5" fmla="*/ 26975 h 53949"/>
                <a:gd name="connsiteX6" fmla="*/ 29153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3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3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437CBC6E-6004-D0FB-A378-49C911CEB7D9}"/>
                </a:ext>
              </a:extLst>
            </p:cNvPr>
            <p:cNvSpPr/>
            <p:nvPr/>
          </p:nvSpPr>
          <p:spPr>
            <a:xfrm>
              <a:off x="820527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27" y="12072"/>
                    <a:pt x="44055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566EED0-8E58-2F99-A52F-EAF27A19B486}"/>
                </a:ext>
              </a:extLst>
            </p:cNvPr>
            <p:cNvSpPr/>
            <p:nvPr/>
          </p:nvSpPr>
          <p:spPr>
            <a:xfrm>
              <a:off x="1414232" y="2717222"/>
              <a:ext cx="56127" cy="53949"/>
            </a:xfrm>
            <a:custGeom>
              <a:avLst/>
              <a:gdLst>
                <a:gd name="connsiteX0" fmla="*/ 29152 w 56127"/>
                <a:gd name="connsiteY0" fmla="*/ 0 h 53949"/>
                <a:gd name="connsiteX1" fmla="*/ 26975 w 56127"/>
                <a:gd name="connsiteY1" fmla="*/ 0 h 53949"/>
                <a:gd name="connsiteX2" fmla="*/ 0 w 56127"/>
                <a:gd name="connsiteY2" fmla="*/ 26975 h 53949"/>
                <a:gd name="connsiteX3" fmla="*/ 26975 w 56127"/>
                <a:gd name="connsiteY3" fmla="*/ 53950 h 53949"/>
                <a:gd name="connsiteX4" fmla="*/ 29152 w 56127"/>
                <a:gd name="connsiteY4" fmla="*/ 53950 h 53949"/>
                <a:gd name="connsiteX5" fmla="*/ 56127 w 56127"/>
                <a:gd name="connsiteY5" fmla="*/ 26975 h 53949"/>
                <a:gd name="connsiteX6" fmla="*/ 29152 w 56127"/>
                <a:gd name="connsiteY6" fmla="*/ 0 h 5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27" h="53949">
                  <a:moveTo>
                    <a:pt x="29152" y="0"/>
                  </a:moveTo>
                  <a:lnTo>
                    <a:pt x="26975" y="0"/>
                  </a:lnTo>
                  <a:cubicBezTo>
                    <a:pt x="12084" y="0"/>
                    <a:pt x="0" y="12072"/>
                    <a:pt x="0" y="26975"/>
                  </a:cubicBezTo>
                  <a:cubicBezTo>
                    <a:pt x="0" y="41866"/>
                    <a:pt x="12072" y="53950"/>
                    <a:pt x="26975" y="53950"/>
                  </a:cubicBezTo>
                  <a:lnTo>
                    <a:pt x="29152" y="53950"/>
                  </a:lnTo>
                  <a:cubicBezTo>
                    <a:pt x="44043" y="53950"/>
                    <a:pt x="56127" y="41878"/>
                    <a:pt x="56127" y="26975"/>
                  </a:cubicBezTo>
                  <a:cubicBezTo>
                    <a:pt x="56115" y="12072"/>
                    <a:pt x="44043" y="0"/>
                    <a:pt x="291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FA54AD31-6EC8-233A-DF4C-07FD9F889813}"/>
                </a:ext>
              </a:extLst>
            </p:cNvPr>
            <p:cNvSpPr/>
            <p:nvPr/>
          </p:nvSpPr>
          <p:spPr>
            <a:xfrm>
              <a:off x="131576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EE54D06A-8640-8455-C61E-70F56B44C0D4}"/>
                </a:ext>
              </a:extLst>
            </p:cNvPr>
            <p:cNvSpPr/>
            <p:nvPr/>
          </p:nvSpPr>
          <p:spPr>
            <a:xfrm>
              <a:off x="121683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FC0FD8BD-4B61-241C-12E7-1D7A807BE2AC}"/>
                </a:ext>
              </a:extLst>
            </p:cNvPr>
            <p:cNvSpPr/>
            <p:nvPr/>
          </p:nvSpPr>
          <p:spPr>
            <a:xfrm>
              <a:off x="2206305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4016EA9F-FA60-8127-FD00-656BDE7588D7}"/>
                </a:ext>
              </a:extLst>
            </p:cNvPr>
            <p:cNvSpPr/>
            <p:nvPr/>
          </p:nvSpPr>
          <p:spPr>
            <a:xfrm>
              <a:off x="101893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5641665C-2573-77F4-B7FB-7CA425819491}"/>
                </a:ext>
              </a:extLst>
            </p:cNvPr>
            <p:cNvSpPr/>
            <p:nvPr/>
          </p:nvSpPr>
          <p:spPr>
            <a:xfrm>
              <a:off x="62313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C79DFA6F-0CCA-DFF3-3B85-9D4318EB8DD0}"/>
                </a:ext>
              </a:extLst>
            </p:cNvPr>
            <p:cNvSpPr/>
            <p:nvPr/>
          </p:nvSpPr>
          <p:spPr>
            <a:xfrm>
              <a:off x="289895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48A3FD7F-996A-47B0-F533-BDC2D0B8B17F}"/>
                </a:ext>
              </a:extLst>
            </p:cNvPr>
            <p:cNvSpPr/>
            <p:nvPr/>
          </p:nvSpPr>
          <p:spPr>
            <a:xfrm>
              <a:off x="2107368" y="2794360"/>
              <a:ext cx="55135" cy="52958"/>
            </a:xfrm>
            <a:custGeom>
              <a:avLst/>
              <a:gdLst>
                <a:gd name="connsiteX0" fmla="*/ 26479 w 55135"/>
                <a:gd name="connsiteY0" fmla="*/ 52958 h 52958"/>
                <a:gd name="connsiteX1" fmla="*/ 28656 w 55135"/>
                <a:gd name="connsiteY1" fmla="*/ 52958 h 52958"/>
                <a:gd name="connsiteX2" fmla="*/ 55135 w 55135"/>
                <a:gd name="connsiteY2" fmla="*/ 26479 h 52958"/>
                <a:gd name="connsiteX3" fmla="*/ 28656 w 55135"/>
                <a:gd name="connsiteY3" fmla="*/ 0 h 52958"/>
                <a:gd name="connsiteX4" fmla="*/ 26479 w 55135"/>
                <a:gd name="connsiteY4" fmla="*/ 0 h 52958"/>
                <a:gd name="connsiteX5" fmla="*/ 0 w 55135"/>
                <a:gd name="connsiteY5" fmla="*/ 26479 h 52958"/>
                <a:gd name="connsiteX6" fmla="*/ 26479 w 55135"/>
                <a:gd name="connsiteY6" fmla="*/ 52958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6479" y="52958"/>
                  </a:move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42" y="52958"/>
                    <a:pt x="26479" y="5295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7D094A20-2976-DD5A-4228-79E4B1EC74E7}"/>
                </a:ext>
              </a:extLst>
            </p:cNvPr>
            <p:cNvSpPr/>
            <p:nvPr/>
          </p:nvSpPr>
          <p:spPr>
            <a:xfrm>
              <a:off x="240420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74C48E7E-90BE-05B4-059B-40C9E320A0A6}"/>
                </a:ext>
              </a:extLst>
            </p:cNvPr>
            <p:cNvSpPr/>
            <p:nvPr/>
          </p:nvSpPr>
          <p:spPr>
            <a:xfrm>
              <a:off x="2602112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8C318C1E-6C99-7A7F-8939-7BFB90E204F0}"/>
                </a:ext>
              </a:extLst>
            </p:cNvPr>
            <p:cNvSpPr/>
            <p:nvPr/>
          </p:nvSpPr>
          <p:spPr>
            <a:xfrm>
              <a:off x="250316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1A5FF005-1032-23FE-8736-703DE2EB2998}"/>
                </a:ext>
              </a:extLst>
            </p:cNvPr>
            <p:cNvSpPr/>
            <p:nvPr/>
          </p:nvSpPr>
          <p:spPr>
            <a:xfrm>
              <a:off x="319580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D82FE5F0-97BB-74B6-75B1-7AFD0518495A}"/>
                </a:ext>
              </a:extLst>
            </p:cNvPr>
            <p:cNvSpPr/>
            <p:nvPr/>
          </p:nvSpPr>
          <p:spPr>
            <a:xfrm>
              <a:off x="439175" y="2794360"/>
              <a:ext cx="41205" cy="52909"/>
            </a:xfrm>
            <a:custGeom>
              <a:avLst/>
              <a:gdLst>
                <a:gd name="connsiteX0" fmla="*/ 14746 w 41205"/>
                <a:gd name="connsiteY0" fmla="*/ 52910 h 52909"/>
                <a:gd name="connsiteX1" fmla="*/ 41188 w 41205"/>
                <a:gd name="connsiteY1" fmla="*/ 25487 h 52909"/>
                <a:gd name="connsiteX2" fmla="*/ 14117 w 41205"/>
                <a:gd name="connsiteY2" fmla="*/ 0 h 52909"/>
                <a:gd name="connsiteX3" fmla="*/ 12568 w 41205"/>
                <a:gd name="connsiteY3" fmla="*/ 0 h 52909"/>
                <a:gd name="connsiteX4" fmla="*/ 73 w 41205"/>
                <a:gd name="connsiteY4" fmla="*/ 3266 h 52909"/>
                <a:gd name="connsiteX5" fmla="*/ 0 w 41205"/>
                <a:gd name="connsiteY5" fmla="*/ 3399 h 52909"/>
                <a:gd name="connsiteX6" fmla="*/ 3810 w 41205"/>
                <a:gd name="connsiteY6" fmla="*/ 51216 h 52909"/>
                <a:gd name="connsiteX7" fmla="*/ 3907 w 41205"/>
                <a:gd name="connsiteY7" fmla="*/ 51337 h 52909"/>
                <a:gd name="connsiteX8" fmla="*/ 12568 w 41205"/>
                <a:gd name="connsiteY8" fmla="*/ 52910 h 52909"/>
                <a:gd name="connsiteX9" fmla="*/ 14746 w 41205"/>
                <a:gd name="connsiteY9" fmla="*/ 52910 h 5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5" h="52909">
                  <a:moveTo>
                    <a:pt x="14746" y="52910"/>
                  </a:moveTo>
                  <a:cubicBezTo>
                    <a:pt x="29673" y="52910"/>
                    <a:pt x="41721" y="40547"/>
                    <a:pt x="41188" y="25487"/>
                  </a:cubicBezTo>
                  <a:cubicBezTo>
                    <a:pt x="40680" y="11153"/>
                    <a:pt x="28463" y="0"/>
                    <a:pt x="14117" y="0"/>
                  </a:cubicBezTo>
                  <a:lnTo>
                    <a:pt x="12568" y="0"/>
                  </a:lnTo>
                  <a:cubicBezTo>
                    <a:pt x="8020" y="0"/>
                    <a:pt x="3810" y="1246"/>
                    <a:pt x="73" y="3266"/>
                  </a:cubicBezTo>
                  <a:cubicBezTo>
                    <a:pt x="24" y="3290"/>
                    <a:pt x="0" y="3339"/>
                    <a:pt x="0" y="3399"/>
                  </a:cubicBezTo>
                  <a:cubicBezTo>
                    <a:pt x="1028" y="19403"/>
                    <a:pt x="2262" y="35358"/>
                    <a:pt x="3810" y="51216"/>
                  </a:cubicBezTo>
                  <a:cubicBezTo>
                    <a:pt x="3810" y="51265"/>
                    <a:pt x="3847" y="51313"/>
                    <a:pt x="3907" y="51337"/>
                  </a:cubicBezTo>
                  <a:cubicBezTo>
                    <a:pt x="6629" y="52293"/>
                    <a:pt x="9520" y="52910"/>
                    <a:pt x="12568" y="52910"/>
                  </a:cubicBezTo>
                  <a:lnTo>
                    <a:pt x="14746" y="5291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7346B36C-BA55-49A0-8A95-542D083FB8B1}"/>
                </a:ext>
              </a:extLst>
            </p:cNvPr>
            <p:cNvSpPr/>
            <p:nvPr/>
          </p:nvSpPr>
          <p:spPr>
            <a:xfrm>
              <a:off x="200842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FC5A039-6906-9404-6CF4-4B66C2F4D0F2}"/>
                </a:ext>
              </a:extLst>
            </p:cNvPr>
            <p:cNvSpPr/>
            <p:nvPr/>
          </p:nvSpPr>
          <p:spPr>
            <a:xfrm>
              <a:off x="111786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E11B660B-0A8F-8ABD-2AB3-6B5F1EFF4F0A}"/>
                </a:ext>
              </a:extLst>
            </p:cNvPr>
            <p:cNvSpPr/>
            <p:nvPr/>
          </p:nvSpPr>
          <p:spPr>
            <a:xfrm>
              <a:off x="52417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2245EC3A-47D2-2353-966E-E59C25B7A138}"/>
                </a:ext>
              </a:extLst>
            </p:cNvPr>
            <p:cNvSpPr/>
            <p:nvPr/>
          </p:nvSpPr>
          <p:spPr>
            <a:xfrm>
              <a:off x="309685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C11822B7-8F97-DD8D-4408-F23D6936CD4C}"/>
                </a:ext>
              </a:extLst>
            </p:cNvPr>
            <p:cNvSpPr/>
            <p:nvPr/>
          </p:nvSpPr>
          <p:spPr>
            <a:xfrm>
              <a:off x="171157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11EE1FDA-4EDA-9068-6B12-022B6C1A3948}"/>
                </a:ext>
              </a:extLst>
            </p:cNvPr>
            <p:cNvSpPr/>
            <p:nvPr/>
          </p:nvSpPr>
          <p:spPr>
            <a:xfrm>
              <a:off x="270104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D10FD7B5-F933-E63D-330A-185A0EFAE9F3}"/>
                </a:ext>
              </a:extLst>
            </p:cNvPr>
            <p:cNvSpPr/>
            <p:nvPr/>
          </p:nvSpPr>
          <p:spPr>
            <a:xfrm>
              <a:off x="82102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B277E8EE-2333-1DA3-FA9D-E4FD3D1D503C}"/>
                </a:ext>
              </a:extLst>
            </p:cNvPr>
            <p:cNvSpPr/>
            <p:nvPr/>
          </p:nvSpPr>
          <p:spPr>
            <a:xfrm>
              <a:off x="2997895" y="2794360"/>
              <a:ext cx="55135" cy="52958"/>
            </a:xfrm>
            <a:custGeom>
              <a:avLst/>
              <a:gdLst>
                <a:gd name="connsiteX0" fmla="*/ 28657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7 w 55135"/>
                <a:gd name="connsiteY4" fmla="*/ 52958 h 52958"/>
                <a:gd name="connsiteX5" fmla="*/ 55136 w 55135"/>
                <a:gd name="connsiteY5" fmla="*/ 26479 h 52958"/>
                <a:gd name="connsiteX6" fmla="*/ 28657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7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7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0DA6C932-3C79-0057-E00B-1EF28FB7F733}"/>
                </a:ext>
              </a:extLst>
            </p:cNvPr>
            <p:cNvSpPr/>
            <p:nvPr/>
          </p:nvSpPr>
          <p:spPr>
            <a:xfrm>
              <a:off x="722087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35C1ADF3-8DB8-93BD-BC60-6006655EB197}"/>
                </a:ext>
              </a:extLst>
            </p:cNvPr>
            <p:cNvSpPr/>
            <p:nvPr/>
          </p:nvSpPr>
          <p:spPr>
            <a:xfrm>
              <a:off x="919984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5D2A0DDD-2859-B6B3-DC5D-996ED70F9ECF}"/>
                </a:ext>
              </a:extLst>
            </p:cNvPr>
            <p:cNvSpPr/>
            <p:nvPr/>
          </p:nvSpPr>
          <p:spPr>
            <a:xfrm>
              <a:off x="2800010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56381082-7AD6-695C-336A-A3C230E3AB57}"/>
                </a:ext>
              </a:extLst>
            </p:cNvPr>
            <p:cNvSpPr/>
            <p:nvPr/>
          </p:nvSpPr>
          <p:spPr>
            <a:xfrm>
              <a:off x="1810522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C2374DD7-71EE-66D7-31C5-F47430AD0A01}"/>
                </a:ext>
              </a:extLst>
            </p:cNvPr>
            <p:cNvSpPr/>
            <p:nvPr/>
          </p:nvSpPr>
          <p:spPr>
            <a:xfrm>
              <a:off x="1909459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6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5" y="0"/>
                    <a:pt x="0" y="11854"/>
                    <a:pt x="0" y="26479"/>
                  </a:cubicBezTo>
                  <a:cubicBezTo>
                    <a:pt x="0" y="41104"/>
                    <a:pt x="11855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6" y="41104"/>
                    <a:pt x="55136" y="26479"/>
                  </a:cubicBezTo>
                  <a:cubicBezTo>
                    <a:pt x="55136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43E4020E-ACAF-7A02-5C79-89EF3FD6AFB0}"/>
                </a:ext>
              </a:extLst>
            </p:cNvPr>
            <p:cNvSpPr/>
            <p:nvPr/>
          </p:nvSpPr>
          <p:spPr>
            <a:xfrm>
              <a:off x="1612613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93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8B13F6EC-50BA-C7BC-FEE1-97F2402AF968}"/>
                </a:ext>
              </a:extLst>
            </p:cNvPr>
            <p:cNvSpPr/>
            <p:nvPr/>
          </p:nvSpPr>
          <p:spPr>
            <a:xfrm>
              <a:off x="151367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4E9CEA72-42FD-7BD3-6DDE-4B441BAC3AB7}"/>
                </a:ext>
              </a:extLst>
            </p:cNvPr>
            <p:cNvSpPr/>
            <p:nvPr/>
          </p:nvSpPr>
          <p:spPr>
            <a:xfrm>
              <a:off x="3294736" y="2794397"/>
              <a:ext cx="41193" cy="52921"/>
            </a:xfrm>
            <a:custGeom>
              <a:avLst/>
              <a:gdLst>
                <a:gd name="connsiteX0" fmla="*/ 26460 w 41193"/>
                <a:gd name="connsiteY0" fmla="*/ 12 h 52921"/>
                <a:gd name="connsiteX1" fmla="*/ 17 w 41193"/>
                <a:gd name="connsiteY1" fmla="*/ 27435 h 52921"/>
                <a:gd name="connsiteX2" fmla="*/ 27089 w 41193"/>
                <a:gd name="connsiteY2" fmla="*/ 52922 h 52921"/>
                <a:gd name="connsiteX3" fmla="*/ 28625 w 41193"/>
                <a:gd name="connsiteY3" fmla="*/ 52922 h 52921"/>
                <a:gd name="connsiteX4" fmla="*/ 37286 w 41193"/>
                <a:gd name="connsiteY4" fmla="*/ 51349 h 52921"/>
                <a:gd name="connsiteX5" fmla="*/ 37383 w 41193"/>
                <a:gd name="connsiteY5" fmla="*/ 51228 h 52921"/>
                <a:gd name="connsiteX6" fmla="*/ 41193 w 41193"/>
                <a:gd name="connsiteY6" fmla="*/ 3411 h 52921"/>
                <a:gd name="connsiteX7" fmla="*/ 41121 w 41193"/>
                <a:gd name="connsiteY7" fmla="*/ 3278 h 52921"/>
                <a:gd name="connsiteX8" fmla="*/ 28625 w 41193"/>
                <a:gd name="connsiteY8" fmla="*/ 0 h 52921"/>
                <a:gd name="connsiteX9" fmla="*/ 26460 w 41193"/>
                <a:gd name="connsiteY9" fmla="*/ 0 h 5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93" h="52921">
                  <a:moveTo>
                    <a:pt x="26460" y="12"/>
                  </a:moveTo>
                  <a:cubicBezTo>
                    <a:pt x="11533" y="12"/>
                    <a:pt x="-515" y="12375"/>
                    <a:pt x="17" y="27435"/>
                  </a:cubicBezTo>
                  <a:cubicBezTo>
                    <a:pt x="525" y="41769"/>
                    <a:pt x="12742" y="52922"/>
                    <a:pt x="27089" y="52922"/>
                  </a:cubicBezTo>
                  <a:lnTo>
                    <a:pt x="28625" y="52922"/>
                  </a:lnTo>
                  <a:cubicBezTo>
                    <a:pt x="31673" y="52922"/>
                    <a:pt x="34564" y="52305"/>
                    <a:pt x="37286" y="51349"/>
                  </a:cubicBezTo>
                  <a:cubicBezTo>
                    <a:pt x="37334" y="51337"/>
                    <a:pt x="37371" y="51289"/>
                    <a:pt x="37383" y="51228"/>
                  </a:cubicBezTo>
                  <a:cubicBezTo>
                    <a:pt x="38931" y="35370"/>
                    <a:pt x="40165" y="19415"/>
                    <a:pt x="41193" y="3411"/>
                  </a:cubicBezTo>
                  <a:cubicBezTo>
                    <a:pt x="41193" y="3363"/>
                    <a:pt x="41169" y="3302"/>
                    <a:pt x="41121" y="3278"/>
                  </a:cubicBezTo>
                  <a:cubicBezTo>
                    <a:pt x="37383" y="1258"/>
                    <a:pt x="33173" y="0"/>
                    <a:pt x="28625" y="0"/>
                  </a:cubicBezTo>
                  <a:lnTo>
                    <a:pt x="2646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0056E32D-7D1A-9219-AD0A-A11B0758EDB4}"/>
                </a:ext>
              </a:extLst>
            </p:cNvPr>
            <p:cNvSpPr/>
            <p:nvPr/>
          </p:nvSpPr>
          <p:spPr>
            <a:xfrm>
              <a:off x="2305266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53330FFF-EF17-95E3-40E2-4C3EB3C68369}"/>
                </a:ext>
              </a:extLst>
            </p:cNvPr>
            <p:cNvSpPr/>
            <p:nvPr/>
          </p:nvSpPr>
          <p:spPr>
            <a:xfrm>
              <a:off x="1414728" y="2794360"/>
              <a:ext cx="55135" cy="52958"/>
            </a:xfrm>
            <a:custGeom>
              <a:avLst/>
              <a:gdLst>
                <a:gd name="connsiteX0" fmla="*/ 28656 w 55135"/>
                <a:gd name="connsiteY0" fmla="*/ 0 h 52958"/>
                <a:gd name="connsiteX1" fmla="*/ 26479 w 55135"/>
                <a:gd name="connsiteY1" fmla="*/ 0 h 52958"/>
                <a:gd name="connsiteX2" fmla="*/ 0 w 55135"/>
                <a:gd name="connsiteY2" fmla="*/ 26479 h 52958"/>
                <a:gd name="connsiteX3" fmla="*/ 26479 w 55135"/>
                <a:gd name="connsiteY3" fmla="*/ 52958 h 52958"/>
                <a:gd name="connsiteX4" fmla="*/ 28656 w 55135"/>
                <a:gd name="connsiteY4" fmla="*/ 52958 h 52958"/>
                <a:gd name="connsiteX5" fmla="*/ 55135 w 55135"/>
                <a:gd name="connsiteY5" fmla="*/ 26479 h 52958"/>
                <a:gd name="connsiteX6" fmla="*/ 28656 w 55135"/>
                <a:gd name="connsiteY6" fmla="*/ 0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35" h="52958">
                  <a:moveTo>
                    <a:pt x="28656" y="0"/>
                  </a:moveTo>
                  <a:lnTo>
                    <a:pt x="26479" y="0"/>
                  </a:lnTo>
                  <a:cubicBezTo>
                    <a:pt x="11854" y="0"/>
                    <a:pt x="0" y="11854"/>
                    <a:pt x="0" y="26479"/>
                  </a:cubicBezTo>
                  <a:cubicBezTo>
                    <a:pt x="0" y="41104"/>
                    <a:pt x="11854" y="52958"/>
                    <a:pt x="26479" y="52958"/>
                  </a:cubicBezTo>
                  <a:lnTo>
                    <a:pt x="28656" y="52958"/>
                  </a:lnTo>
                  <a:cubicBezTo>
                    <a:pt x="43281" y="52958"/>
                    <a:pt x="55135" y="41104"/>
                    <a:pt x="55135" y="26479"/>
                  </a:cubicBezTo>
                  <a:cubicBezTo>
                    <a:pt x="55135" y="11854"/>
                    <a:pt x="43281" y="0"/>
                    <a:pt x="2865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7FC0DBB7-594E-9F30-869F-4C77ADEC596F}"/>
                </a:ext>
              </a:extLst>
            </p:cNvPr>
            <p:cNvSpPr/>
            <p:nvPr/>
          </p:nvSpPr>
          <p:spPr>
            <a:xfrm>
              <a:off x="3295231" y="2871644"/>
              <a:ext cx="33913" cy="51833"/>
            </a:xfrm>
            <a:custGeom>
              <a:avLst/>
              <a:gdLst>
                <a:gd name="connsiteX0" fmla="*/ 25916 w 33913"/>
                <a:gd name="connsiteY0" fmla="*/ 0 h 51833"/>
                <a:gd name="connsiteX1" fmla="*/ 30 w 33913"/>
                <a:gd name="connsiteY1" fmla="*/ 27169 h 51833"/>
                <a:gd name="connsiteX2" fmla="*/ 26642 w 33913"/>
                <a:gd name="connsiteY2" fmla="*/ 51833 h 51833"/>
                <a:gd name="connsiteX3" fmla="*/ 27053 w 33913"/>
                <a:gd name="connsiteY3" fmla="*/ 51833 h 51833"/>
                <a:gd name="connsiteX4" fmla="*/ 27210 w 33913"/>
                <a:gd name="connsiteY4" fmla="*/ 51700 h 51833"/>
                <a:gd name="connsiteX5" fmla="*/ 33912 w 33913"/>
                <a:gd name="connsiteY5" fmla="*/ 883 h 51833"/>
                <a:gd name="connsiteX6" fmla="*/ 33779 w 33913"/>
                <a:gd name="connsiteY6" fmla="*/ 702 h 51833"/>
                <a:gd name="connsiteX7" fmla="*/ 28057 w 33913"/>
                <a:gd name="connsiteY7" fmla="*/ 12 h 51833"/>
                <a:gd name="connsiteX8" fmla="*/ 25916 w 33913"/>
                <a:gd name="connsiteY8" fmla="*/ 12 h 5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13" h="51833">
                  <a:moveTo>
                    <a:pt x="25916" y="0"/>
                  </a:moveTo>
                  <a:cubicBezTo>
                    <a:pt x="11195" y="0"/>
                    <a:pt x="-672" y="12278"/>
                    <a:pt x="30" y="27169"/>
                  </a:cubicBezTo>
                  <a:cubicBezTo>
                    <a:pt x="683" y="41104"/>
                    <a:pt x="12694" y="51833"/>
                    <a:pt x="26642" y="51833"/>
                  </a:cubicBezTo>
                  <a:lnTo>
                    <a:pt x="27053" y="51833"/>
                  </a:lnTo>
                  <a:cubicBezTo>
                    <a:pt x="27138" y="51833"/>
                    <a:pt x="27198" y="51773"/>
                    <a:pt x="27210" y="51700"/>
                  </a:cubicBezTo>
                  <a:cubicBezTo>
                    <a:pt x="29775" y="34862"/>
                    <a:pt x="31940" y="17903"/>
                    <a:pt x="33912" y="883"/>
                  </a:cubicBezTo>
                  <a:cubicBezTo>
                    <a:pt x="33924" y="798"/>
                    <a:pt x="33863" y="726"/>
                    <a:pt x="33779" y="702"/>
                  </a:cubicBezTo>
                  <a:cubicBezTo>
                    <a:pt x="31940" y="278"/>
                    <a:pt x="30041" y="12"/>
                    <a:pt x="28057" y="12"/>
                  </a:cubicBezTo>
                  <a:lnTo>
                    <a:pt x="25916" y="12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8C6EADB3-FBCE-0615-DD7C-94CF7604E92C}"/>
                </a:ext>
              </a:extLst>
            </p:cNvPr>
            <p:cNvSpPr/>
            <p:nvPr/>
          </p:nvSpPr>
          <p:spPr>
            <a:xfrm>
              <a:off x="190994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6EED96BF-8C97-D1B1-7B67-A7FFF50220C8}"/>
                </a:ext>
              </a:extLst>
            </p:cNvPr>
            <p:cNvSpPr/>
            <p:nvPr/>
          </p:nvSpPr>
          <p:spPr>
            <a:xfrm>
              <a:off x="220678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531C12F-95F6-896B-5A3D-6D18CB51191A}"/>
                </a:ext>
              </a:extLst>
            </p:cNvPr>
            <p:cNvSpPr/>
            <p:nvPr/>
          </p:nvSpPr>
          <p:spPr>
            <a:xfrm>
              <a:off x="2107852" y="2871487"/>
              <a:ext cx="54167" cy="51990"/>
            </a:xfrm>
            <a:custGeom>
              <a:avLst/>
              <a:gdLst>
                <a:gd name="connsiteX0" fmla="*/ 25995 w 54167"/>
                <a:gd name="connsiteY0" fmla="*/ 51990 h 51990"/>
                <a:gd name="connsiteX1" fmla="*/ 28173 w 54167"/>
                <a:gd name="connsiteY1" fmla="*/ 51990 h 51990"/>
                <a:gd name="connsiteX2" fmla="*/ 54168 w 54167"/>
                <a:gd name="connsiteY2" fmla="*/ 25995 h 51990"/>
                <a:gd name="connsiteX3" fmla="*/ 28173 w 54167"/>
                <a:gd name="connsiteY3" fmla="*/ 0 h 51990"/>
                <a:gd name="connsiteX4" fmla="*/ 25995 w 54167"/>
                <a:gd name="connsiteY4" fmla="*/ 0 h 51990"/>
                <a:gd name="connsiteX5" fmla="*/ 0 w 54167"/>
                <a:gd name="connsiteY5" fmla="*/ 25995 h 51990"/>
                <a:gd name="connsiteX6" fmla="*/ 25995 w 54167"/>
                <a:gd name="connsiteY6" fmla="*/ 5199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5995" y="51990"/>
                  </a:move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678D51C1-3FAB-C650-4C68-A5B6BC4ED810}"/>
                </a:ext>
              </a:extLst>
            </p:cNvPr>
            <p:cNvSpPr/>
            <p:nvPr/>
          </p:nvSpPr>
          <p:spPr>
            <a:xfrm>
              <a:off x="250364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59E0DBCD-B7C6-AF07-DB3E-A8F53F50B873}"/>
                </a:ext>
              </a:extLst>
            </p:cNvPr>
            <p:cNvSpPr/>
            <p:nvPr/>
          </p:nvSpPr>
          <p:spPr>
            <a:xfrm>
              <a:off x="230575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194129C-FFAF-EB09-F824-C3AB0AE02CC9}"/>
                </a:ext>
              </a:extLst>
            </p:cNvPr>
            <p:cNvSpPr/>
            <p:nvPr/>
          </p:nvSpPr>
          <p:spPr>
            <a:xfrm>
              <a:off x="260259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4818F480-D849-50C5-1248-7A186D7E9C24}"/>
                </a:ext>
              </a:extLst>
            </p:cNvPr>
            <p:cNvSpPr/>
            <p:nvPr/>
          </p:nvSpPr>
          <p:spPr>
            <a:xfrm>
              <a:off x="1811006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C79DDDF0-BD9D-72B6-A5EE-9D6886BD9473}"/>
                </a:ext>
              </a:extLst>
            </p:cNvPr>
            <p:cNvSpPr/>
            <p:nvPr/>
          </p:nvSpPr>
          <p:spPr>
            <a:xfrm>
              <a:off x="171205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F8444FC8-527B-04CA-99E3-1D33102A697C}"/>
                </a:ext>
              </a:extLst>
            </p:cNvPr>
            <p:cNvSpPr/>
            <p:nvPr/>
          </p:nvSpPr>
          <p:spPr>
            <a:xfrm>
              <a:off x="309733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CE7F9A1C-135B-7A61-2FED-744C523A704E}"/>
                </a:ext>
              </a:extLst>
            </p:cNvPr>
            <p:cNvSpPr/>
            <p:nvPr/>
          </p:nvSpPr>
          <p:spPr>
            <a:xfrm>
              <a:off x="200890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18EBEF56-D94C-DD04-E928-5F9A479B6928}"/>
                </a:ext>
              </a:extLst>
            </p:cNvPr>
            <p:cNvSpPr/>
            <p:nvPr/>
          </p:nvSpPr>
          <p:spPr>
            <a:xfrm>
              <a:off x="2899442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6" y="0"/>
                    <a:pt x="0" y="11637"/>
                    <a:pt x="0" y="25995"/>
                  </a:cubicBezTo>
                  <a:cubicBezTo>
                    <a:pt x="0" y="40354"/>
                    <a:pt x="11636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164767E7-82B0-219B-6E08-6594B8C3C8CA}"/>
                </a:ext>
              </a:extLst>
            </p:cNvPr>
            <p:cNvSpPr/>
            <p:nvPr/>
          </p:nvSpPr>
          <p:spPr>
            <a:xfrm>
              <a:off x="2404686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C93D39C-6E22-8F34-1C63-045B540616CF}"/>
                </a:ext>
              </a:extLst>
            </p:cNvPr>
            <p:cNvSpPr/>
            <p:nvPr/>
          </p:nvSpPr>
          <p:spPr>
            <a:xfrm>
              <a:off x="2998379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B6F47013-22BE-948C-E4D3-10103CB71278}"/>
                </a:ext>
              </a:extLst>
            </p:cNvPr>
            <p:cNvSpPr/>
            <p:nvPr/>
          </p:nvSpPr>
          <p:spPr>
            <a:xfrm>
              <a:off x="72257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CAE73936-D55F-D6B7-055F-D56DBDD1E44D}"/>
                </a:ext>
              </a:extLst>
            </p:cNvPr>
            <p:cNvSpPr/>
            <p:nvPr/>
          </p:nvSpPr>
          <p:spPr>
            <a:xfrm>
              <a:off x="101941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DD4276F4-4B38-6B1C-8C27-B8E4C84AB2FB}"/>
                </a:ext>
              </a:extLst>
            </p:cNvPr>
            <p:cNvSpPr/>
            <p:nvPr/>
          </p:nvSpPr>
          <p:spPr>
            <a:xfrm>
              <a:off x="270153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2F049198-DB5D-3B8E-F6E2-554F54984961}"/>
                </a:ext>
              </a:extLst>
            </p:cNvPr>
            <p:cNvSpPr/>
            <p:nvPr/>
          </p:nvSpPr>
          <p:spPr>
            <a:xfrm>
              <a:off x="161309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BB85BBC2-108C-85B1-2AF3-93C54C104F46}"/>
                </a:ext>
              </a:extLst>
            </p:cNvPr>
            <p:cNvSpPr/>
            <p:nvPr/>
          </p:nvSpPr>
          <p:spPr>
            <a:xfrm>
              <a:off x="623622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E957B021-A5DE-3C03-7E94-94B8842AB895}"/>
                </a:ext>
              </a:extLst>
            </p:cNvPr>
            <p:cNvSpPr/>
            <p:nvPr/>
          </p:nvSpPr>
          <p:spPr>
            <a:xfrm>
              <a:off x="2800493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FEF98821-67C0-6346-1C3E-05D31E39DEE9}"/>
                </a:ext>
              </a:extLst>
            </p:cNvPr>
            <p:cNvSpPr/>
            <p:nvPr/>
          </p:nvSpPr>
          <p:spPr>
            <a:xfrm>
              <a:off x="1514160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550558E-B6E1-D453-AD73-0C6A4385A004}"/>
                </a:ext>
              </a:extLst>
            </p:cNvPr>
            <p:cNvSpPr/>
            <p:nvPr/>
          </p:nvSpPr>
          <p:spPr>
            <a:xfrm>
              <a:off x="821507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6C64BECB-6FBB-0A4A-EE9C-9B041FA7B7A1}"/>
                </a:ext>
              </a:extLst>
            </p:cNvPr>
            <p:cNvSpPr/>
            <p:nvPr/>
          </p:nvSpPr>
          <p:spPr>
            <a:xfrm>
              <a:off x="92046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0FCC2559-E1EA-3959-A6E3-486274621566}"/>
                </a:ext>
              </a:extLst>
            </p:cNvPr>
            <p:cNvSpPr/>
            <p:nvPr/>
          </p:nvSpPr>
          <p:spPr>
            <a:xfrm>
              <a:off x="3196288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9BA06F99-123D-B2E6-48F5-222E5FF12DB7}"/>
                </a:ext>
              </a:extLst>
            </p:cNvPr>
            <p:cNvSpPr/>
            <p:nvPr/>
          </p:nvSpPr>
          <p:spPr>
            <a:xfrm>
              <a:off x="141521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55CF4A07-ED3B-70C2-FC44-38B054973067}"/>
                </a:ext>
              </a:extLst>
            </p:cNvPr>
            <p:cNvSpPr/>
            <p:nvPr/>
          </p:nvSpPr>
          <p:spPr>
            <a:xfrm>
              <a:off x="1316251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C04ACD77-606D-D617-845E-9647A284574B}"/>
                </a:ext>
              </a:extLst>
            </p:cNvPr>
            <p:cNvSpPr/>
            <p:nvPr/>
          </p:nvSpPr>
          <p:spPr>
            <a:xfrm>
              <a:off x="1118353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3308FE7D-1C1F-C349-A3E5-B02D1E07F8B3}"/>
                </a:ext>
              </a:extLst>
            </p:cNvPr>
            <p:cNvSpPr/>
            <p:nvPr/>
          </p:nvSpPr>
          <p:spPr>
            <a:xfrm>
              <a:off x="524661" y="2871487"/>
              <a:ext cx="54167" cy="51990"/>
            </a:xfrm>
            <a:custGeom>
              <a:avLst/>
              <a:gdLst>
                <a:gd name="connsiteX0" fmla="*/ 28173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3 w 54167"/>
                <a:gd name="connsiteY4" fmla="*/ 51990 h 51990"/>
                <a:gd name="connsiteX5" fmla="*/ 54168 w 54167"/>
                <a:gd name="connsiteY5" fmla="*/ 25995 h 51990"/>
                <a:gd name="connsiteX6" fmla="*/ 28173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3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3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31" y="0"/>
                    <a:pt x="2817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32DA9112-6C08-AB3E-3942-9A324223AD93}"/>
                </a:ext>
              </a:extLst>
            </p:cNvPr>
            <p:cNvSpPr/>
            <p:nvPr/>
          </p:nvSpPr>
          <p:spPr>
            <a:xfrm>
              <a:off x="445950" y="2871499"/>
              <a:ext cx="33939" cy="51821"/>
            </a:xfrm>
            <a:custGeom>
              <a:avLst/>
              <a:gdLst>
                <a:gd name="connsiteX0" fmla="*/ 33918 w 33939"/>
                <a:gd name="connsiteY0" fmla="*/ 24846 h 51821"/>
                <a:gd name="connsiteX1" fmla="*/ 7790 w 33939"/>
                <a:gd name="connsiteY1" fmla="*/ 0 h 51821"/>
                <a:gd name="connsiteX2" fmla="*/ 5843 w 33939"/>
                <a:gd name="connsiteY2" fmla="*/ 0 h 51821"/>
                <a:gd name="connsiteX3" fmla="*/ 133 w 33939"/>
                <a:gd name="connsiteY3" fmla="*/ 689 h 51821"/>
                <a:gd name="connsiteX4" fmla="*/ 0 w 33939"/>
                <a:gd name="connsiteY4" fmla="*/ 871 h 51821"/>
                <a:gd name="connsiteX5" fmla="*/ 6701 w 33939"/>
                <a:gd name="connsiteY5" fmla="*/ 51676 h 51821"/>
                <a:gd name="connsiteX6" fmla="*/ 6871 w 33939"/>
                <a:gd name="connsiteY6" fmla="*/ 51821 h 51821"/>
                <a:gd name="connsiteX7" fmla="*/ 8008 w 33939"/>
                <a:gd name="connsiteY7" fmla="*/ 51821 h 51821"/>
                <a:gd name="connsiteX8" fmla="*/ 33918 w 33939"/>
                <a:gd name="connsiteY8" fmla="*/ 24846 h 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39" h="51821">
                  <a:moveTo>
                    <a:pt x="33918" y="24846"/>
                  </a:moveTo>
                  <a:cubicBezTo>
                    <a:pt x="33362" y="10923"/>
                    <a:pt x="21737" y="0"/>
                    <a:pt x="7790" y="0"/>
                  </a:cubicBezTo>
                  <a:lnTo>
                    <a:pt x="5843" y="0"/>
                  </a:lnTo>
                  <a:cubicBezTo>
                    <a:pt x="3871" y="0"/>
                    <a:pt x="1972" y="266"/>
                    <a:pt x="133" y="689"/>
                  </a:cubicBezTo>
                  <a:cubicBezTo>
                    <a:pt x="48" y="714"/>
                    <a:pt x="0" y="786"/>
                    <a:pt x="0" y="871"/>
                  </a:cubicBezTo>
                  <a:cubicBezTo>
                    <a:pt x="1972" y="17891"/>
                    <a:pt x="4149" y="34850"/>
                    <a:pt x="6701" y="51676"/>
                  </a:cubicBezTo>
                  <a:cubicBezTo>
                    <a:pt x="6714" y="51760"/>
                    <a:pt x="6786" y="51821"/>
                    <a:pt x="6871" y="51821"/>
                  </a:cubicBezTo>
                  <a:lnTo>
                    <a:pt x="8008" y="51821"/>
                  </a:lnTo>
                  <a:cubicBezTo>
                    <a:pt x="22693" y="51821"/>
                    <a:pt x="34511" y="39640"/>
                    <a:pt x="33918" y="24846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9456D3C8-1F20-9D67-B23A-8D4EE9974F7E}"/>
                </a:ext>
              </a:extLst>
            </p:cNvPr>
            <p:cNvSpPr/>
            <p:nvPr/>
          </p:nvSpPr>
          <p:spPr>
            <a:xfrm>
              <a:off x="1217314" y="2871487"/>
              <a:ext cx="54167" cy="51990"/>
            </a:xfrm>
            <a:custGeom>
              <a:avLst/>
              <a:gdLst>
                <a:gd name="connsiteX0" fmla="*/ 28172 w 54167"/>
                <a:gd name="connsiteY0" fmla="*/ 0 h 51990"/>
                <a:gd name="connsiteX1" fmla="*/ 25995 w 54167"/>
                <a:gd name="connsiteY1" fmla="*/ 0 h 51990"/>
                <a:gd name="connsiteX2" fmla="*/ 0 w 54167"/>
                <a:gd name="connsiteY2" fmla="*/ 25995 h 51990"/>
                <a:gd name="connsiteX3" fmla="*/ 25995 w 54167"/>
                <a:gd name="connsiteY3" fmla="*/ 51990 h 51990"/>
                <a:gd name="connsiteX4" fmla="*/ 28172 w 54167"/>
                <a:gd name="connsiteY4" fmla="*/ 51990 h 51990"/>
                <a:gd name="connsiteX5" fmla="*/ 54168 w 54167"/>
                <a:gd name="connsiteY5" fmla="*/ 25995 h 51990"/>
                <a:gd name="connsiteX6" fmla="*/ 28172 w 54167"/>
                <a:gd name="connsiteY6" fmla="*/ 0 h 5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67" h="51990">
                  <a:moveTo>
                    <a:pt x="28172" y="0"/>
                  </a:moveTo>
                  <a:lnTo>
                    <a:pt x="25995" y="0"/>
                  </a:lnTo>
                  <a:cubicBezTo>
                    <a:pt x="11637" y="0"/>
                    <a:pt x="0" y="11637"/>
                    <a:pt x="0" y="25995"/>
                  </a:cubicBezTo>
                  <a:cubicBezTo>
                    <a:pt x="0" y="40354"/>
                    <a:pt x="11637" y="51990"/>
                    <a:pt x="25995" y="51990"/>
                  </a:cubicBezTo>
                  <a:lnTo>
                    <a:pt x="28172" y="51990"/>
                  </a:lnTo>
                  <a:cubicBezTo>
                    <a:pt x="42531" y="51990"/>
                    <a:pt x="54168" y="40354"/>
                    <a:pt x="54168" y="25995"/>
                  </a:cubicBezTo>
                  <a:cubicBezTo>
                    <a:pt x="54168" y="11637"/>
                    <a:pt x="42519" y="0"/>
                    <a:pt x="281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1E917EE4-65EE-DEDC-50FD-A2A0C41DC412}"/>
                </a:ext>
              </a:extLst>
            </p:cNvPr>
            <p:cNvSpPr/>
            <p:nvPr/>
          </p:nvSpPr>
          <p:spPr>
            <a:xfrm>
              <a:off x="121781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754F67BD-725E-18AB-1C27-A2024BEE21EB}"/>
                </a:ext>
              </a:extLst>
            </p:cNvPr>
            <p:cNvSpPr/>
            <p:nvPr/>
          </p:nvSpPr>
          <p:spPr>
            <a:xfrm>
              <a:off x="82200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ACCCC14F-E323-A4AF-5494-F77715FBEA4B}"/>
                </a:ext>
              </a:extLst>
            </p:cNvPr>
            <p:cNvSpPr/>
            <p:nvPr/>
          </p:nvSpPr>
          <p:spPr>
            <a:xfrm>
              <a:off x="280098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804B9CBB-6C80-0CA9-8395-4481728EE0CF}"/>
                </a:ext>
              </a:extLst>
            </p:cNvPr>
            <p:cNvSpPr/>
            <p:nvPr/>
          </p:nvSpPr>
          <p:spPr>
            <a:xfrm>
              <a:off x="2108348" y="2948626"/>
              <a:ext cx="53176" cy="50998"/>
            </a:xfrm>
            <a:custGeom>
              <a:avLst/>
              <a:gdLst>
                <a:gd name="connsiteX0" fmla="*/ 25499 w 53176"/>
                <a:gd name="connsiteY0" fmla="*/ 50999 h 50998"/>
                <a:gd name="connsiteX1" fmla="*/ 27677 w 53176"/>
                <a:gd name="connsiteY1" fmla="*/ 50999 h 50998"/>
                <a:gd name="connsiteX2" fmla="*/ 53176 w 53176"/>
                <a:gd name="connsiteY2" fmla="*/ 25499 h 50998"/>
                <a:gd name="connsiteX3" fmla="*/ 27677 w 53176"/>
                <a:gd name="connsiteY3" fmla="*/ 0 h 50998"/>
                <a:gd name="connsiteX4" fmla="*/ 25499 w 53176"/>
                <a:gd name="connsiteY4" fmla="*/ 0 h 50998"/>
                <a:gd name="connsiteX5" fmla="*/ 0 w 53176"/>
                <a:gd name="connsiteY5" fmla="*/ 25499 h 50998"/>
                <a:gd name="connsiteX6" fmla="*/ 25499 w 53176"/>
                <a:gd name="connsiteY6" fmla="*/ 50999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5499" y="50999"/>
                  </a:move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-12" y="39592"/>
                    <a:pt x="11407" y="50999"/>
                    <a:pt x="25499" y="5099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C58F8DE6-27DE-DD45-DC6C-A8C71B6987E0}"/>
                </a:ext>
              </a:extLst>
            </p:cNvPr>
            <p:cNvSpPr/>
            <p:nvPr/>
          </p:nvSpPr>
          <p:spPr>
            <a:xfrm>
              <a:off x="309783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4CAC029B-244B-5425-FB42-3A46919AD355}"/>
                </a:ext>
              </a:extLst>
            </p:cNvPr>
            <p:cNvSpPr/>
            <p:nvPr/>
          </p:nvSpPr>
          <p:spPr>
            <a:xfrm>
              <a:off x="151465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1D0D81E6-6804-F9E9-536A-B159D58D1F8B}"/>
                </a:ext>
              </a:extLst>
            </p:cNvPr>
            <p:cNvSpPr/>
            <p:nvPr/>
          </p:nvSpPr>
          <p:spPr>
            <a:xfrm>
              <a:off x="3295733" y="2948877"/>
              <a:ext cx="22333" cy="47096"/>
            </a:xfrm>
            <a:custGeom>
              <a:avLst/>
              <a:gdLst>
                <a:gd name="connsiteX0" fmla="*/ 0 w 22333"/>
                <a:gd name="connsiteY0" fmla="*/ 24933 h 47096"/>
                <a:gd name="connsiteX1" fmla="*/ 13342 w 22333"/>
                <a:gd name="connsiteY1" fmla="*/ 47070 h 47096"/>
                <a:gd name="connsiteX2" fmla="*/ 13657 w 22333"/>
                <a:gd name="connsiteY2" fmla="*/ 46925 h 47096"/>
                <a:gd name="connsiteX3" fmla="*/ 22330 w 22333"/>
                <a:gd name="connsiteY3" fmla="*/ 245 h 47096"/>
                <a:gd name="connsiteX4" fmla="*/ 22088 w 22333"/>
                <a:gd name="connsiteY4" fmla="*/ 3 h 47096"/>
                <a:gd name="connsiteX5" fmla="*/ 0 w 22333"/>
                <a:gd name="connsiteY5" fmla="*/ 24933 h 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96">
                  <a:moveTo>
                    <a:pt x="0" y="24933"/>
                  </a:moveTo>
                  <a:cubicBezTo>
                    <a:pt x="0" y="34550"/>
                    <a:pt x="5431" y="42812"/>
                    <a:pt x="13342" y="47070"/>
                  </a:cubicBezTo>
                  <a:cubicBezTo>
                    <a:pt x="13463" y="47142"/>
                    <a:pt x="13621" y="47058"/>
                    <a:pt x="13657" y="46925"/>
                  </a:cubicBezTo>
                  <a:cubicBezTo>
                    <a:pt x="16826" y="31466"/>
                    <a:pt x="19669" y="15885"/>
                    <a:pt x="22330" y="245"/>
                  </a:cubicBezTo>
                  <a:cubicBezTo>
                    <a:pt x="22354" y="112"/>
                    <a:pt x="22233" y="-21"/>
                    <a:pt x="22088" y="3"/>
                  </a:cubicBezTo>
                  <a:cubicBezTo>
                    <a:pt x="9653" y="1575"/>
                    <a:pt x="0" y="12075"/>
                    <a:pt x="0" y="24933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0110F3A2-4941-424B-AFBC-CC53056ADCB8}"/>
                </a:ext>
              </a:extLst>
            </p:cNvPr>
            <p:cNvSpPr/>
            <p:nvPr/>
          </p:nvSpPr>
          <p:spPr>
            <a:xfrm>
              <a:off x="191043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E922E012-5143-9E83-12B5-91424E92DBCC}"/>
                </a:ext>
              </a:extLst>
            </p:cNvPr>
            <p:cNvSpPr/>
            <p:nvPr/>
          </p:nvSpPr>
          <p:spPr>
            <a:xfrm>
              <a:off x="260309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1CB42EA4-0D89-A697-2821-8ABE0227A597}"/>
                </a:ext>
              </a:extLst>
            </p:cNvPr>
            <p:cNvSpPr/>
            <p:nvPr/>
          </p:nvSpPr>
          <p:spPr>
            <a:xfrm>
              <a:off x="2207285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A4EE9825-ADBB-BA4F-AD0B-36C4E02182C3}"/>
                </a:ext>
              </a:extLst>
            </p:cNvPr>
            <p:cNvSpPr/>
            <p:nvPr/>
          </p:nvSpPr>
          <p:spPr>
            <a:xfrm>
              <a:off x="289993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0982DF6C-7439-FA6E-B367-850DA6F93495}"/>
                </a:ext>
              </a:extLst>
            </p:cNvPr>
            <p:cNvSpPr/>
            <p:nvPr/>
          </p:nvSpPr>
          <p:spPr>
            <a:xfrm>
              <a:off x="2009400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3ABFEAE5-14CE-73A8-7B0D-50F745EDF998}"/>
                </a:ext>
              </a:extLst>
            </p:cNvPr>
            <p:cNvSpPr/>
            <p:nvPr/>
          </p:nvSpPr>
          <p:spPr>
            <a:xfrm>
              <a:off x="171255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0C8E560F-720B-D713-CDB3-981BFEF968C5}"/>
                </a:ext>
              </a:extLst>
            </p:cNvPr>
            <p:cNvSpPr/>
            <p:nvPr/>
          </p:nvSpPr>
          <p:spPr>
            <a:xfrm>
              <a:off x="240518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2EE582F8-768A-05FD-8B94-3C902558B7DD}"/>
                </a:ext>
              </a:extLst>
            </p:cNvPr>
            <p:cNvSpPr/>
            <p:nvPr/>
          </p:nvSpPr>
          <p:spPr>
            <a:xfrm>
              <a:off x="1118849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8B63FB24-DB5D-C2F2-889D-5867F7A4EC95}"/>
                </a:ext>
              </a:extLst>
            </p:cNvPr>
            <p:cNvSpPr/>
            <p:nvPr/>
          </p:nvSpPr>
          <p:spPr>
            <a:xfrm>
              <a:off x="319678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083CD14C-DAD5-2D3D-970A-235FEAC6C718}"/>
                </a:ext>
              </a:extLst>
            </p:cNvPr>
            <p:cNvSpPr/>
            <p:nvPr/>
          </p:nvSpPr>
          <p:spPr>
            <a:xfrm>
              <a:off x="2998875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18D01149-CB60-475F-CAD5-38E3BD7D519D}"/>
                </a:ext>
              </a:extLst>
            </p:cNvPr>
            <p:cNvSpPr/>
            <p:nvPr/>
          </p:nvSpPr>
          <p:spPr>
            <a:xfrm>
              <a:off x="2504143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1583AF4D-0CA7-A46F-B765-688AABF702D1}"/>
                </a:ext>
              </a:extLst>
            </p:cNvPr>
            <p:cNvSpPr/>
            <p:nvPr/>
          </p:nvSpPr>
          <p:spPr>
            <a:xfrm>
              <a:off x="141570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740FC86D-4B2C-272B-F5C6-1BA0891B3D7F}"/>
                </a:ext>
              </a:extLst>
            </p:cNvPr>
            <p:cNvSpPr/>
            <p:nvPr/>
          </p:nvSpPr>
          <p:spPr>
            <a:xfrm>
              <a:off x="920964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C9EB3ACB-2A60-2257-8B56-3F2F1EAC510D}"/>
                </a:ext>
              </a:extLst>
            </p:cNvPr>
            <p:cNvSpPr/>
            <p:nvPr/>
          </p:nvSpPr>
          <p:spPr>
            <a:xfrm>
              <a:off x="101991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F193553-EA11-3EA2-C4CB-0A26F1925FFE}"/>
                </a:ext>
              </a:extLst>
            </p:cNvPr>
            <p:cNvSpPr/>
            <p:nvPr/>
          </p:nvSpPr>
          <p:spPr>
            <a:xfrm>
              <a:off x="457063" y="2949109"/>
              <a:ext cx="22333" cy="47089"/>
            </a:xfrm>
            <a:custGeom>
              <a:avLst/>
              <a:gdLst>
                <a:gd name="connsiteX0" fmla="*/ 22333 w 22333"/>
                <a:gd name="connsiteY0" fmla="*/ 24932 h 47089"/>
                <a:gd name="connsiteX1" fmla="*/ 245 w 22333"/>
                <a:gd name="connsiteY1" fmla="*/ 1 h 47089"/>
                <a:gd name="connsiteX2" fmla="*/ 3 w 22333"/>
                <a:gd name="connsiteY2" fmla="*/ 243 h 47089"/>
                <a:gd name="connsiteX3" fmla="*/ 8688 w 22333"/>
                <a:gd name="connsiteY3" fmla="*/ 46923 h 47089"/>
                <a:gd name="connsiteX4" fmla="*/ 9003 w 22333"/>
                <a:gd name="connsiteY4" fmla="*/ 47068 h 47089"/>
                <a:gd name="connsiteX5" fmla="*/ 22333 w 22333"/>
                <a:gd name="connsiteY5" fmla="*/ 24932 h 4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" h="47089">
                  <a:moveTo>
                    <a:pt x="22333" y="24932"/>
                  </a:moveTo>
                  <a:cubicBezTo>
                    <a:pt x="22333" y="12073"/>
                    <a:pt x="12680" y="1573"/>
                    <a:pt x="245" y="1"/>
                  </a:cubicBezTo>
                  <a:cubicBezTo>
                    <a:pt x="100" y="-11"/>
                    <a:pt x="-21" y="110"/>
                    <a:pt x="3" y="243"/>
                  </a:cubicBezTo>
                  <a:cubicBezTo>
                    <a:pt x="2676" y="15883"/>
                    <a:pt x="5507" y="31464"/>
                    <a:pt x="8688" y="46923"/>
                  </a:cubicBezTo>
                  <a:cubicBezTo>
                    <a:pt x="8713" y="47056"/>
                    <a:pt x="8870" y="47128"/>
                    <a:pt x="9003" y="47068"/>
                  </a:cubicBezTo>
                  <a:cubicBezTo>
                    <a:pt x="16902" y="42810"/>
                    <a:pt x="22333" y="34548"/>
                    <a:pt x="22333" y="24932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1B8A5EFF-6110-9B0B-826C-93C6CFF9866C}"/>
                </a:ext>
              </a:extLst>
            </p:cNvPr>
            <p:cNvSpPr/>
            <p:nvPr/>
          </p:nvSpPr>
          <p:spPr>
            <a:xfrm>
              <a:off x="270202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0CEC5149-FB8B-3035-FA73-B32C789CB75E}"/>
                </a:ext>
              </a:extLst>
            </p:cNvPr>
            <p:cNvSpPr/>
            <p:nvPr/>
          </p:nvSpPr>
          <p:spPr>
            <a:xfrm>
              <a:off x="131674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2E82AD9E-7857-7937-95F3-55EBB404547F}"/>
                </a:ext>
              </a:extLst>
            </p:cNvPr>
            <p:cNvSpPr/>
            <p:nvPr/>
          </p:nvSpPr>
          <p:spPr>
            <a:xfrm>
              <a:off x="624118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41B1E04A-17FC-FF76-6FA9-737868EB5546}"/>
                </a:ext>
              </a:extLst>
            </p:cNvPr>
            <p:cNvSpPr/>
            <p:nvPr/>
          </p:nvSpPr>
          <p:spPr>
            <a:xfrm>
              <a:off x="1613593" y="2948626"/>
              <a:ext cx="53176" cy="50998"/>
            </a:xfrm>
            <a:custGeom>
              <a:avLst/>
              <a:gdLst>
                <a:gd name="connsiteX0" fmla="*/ 27677 w 53176"/>
                <a:gd name="connsiteY0" fmla="*/ 0 h 50998"/>
                <a:gd name="connsiteX1" fmla="*/ 25499 w 53176"/>
                <a:gd name="connsiteY1" fmla="*/ 0 h 50998"/>
                <a:gd name="connsiteX2" fmla="*/ 0 w 53176"/>
                <a:gd name="connsiteY2" fmla="*/ 25499 h 50998"/>
                <a:gd name="connsiteX3" fmla="*/ 25499 w 53176"/>
                <a:gd name="connsiteY3" fmla="*/ 50999 h 50998"/>
                <a:gd name="connsiteX4" fmla="*/ 27677 w 53176"/>
                <a:gd name="connsiteY4" fmla="*/ 50999 h 50998"/>
                <a:gd name="connsiteX5" fmla="*/ 53176 w 53176"/>
                <a:gd name="connsiteY5" fmla="*/ 25499 h 50998"/>
                <a:gd name="connsiteX6" fmla="*/ 27677 w 53176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6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3D06D43A-548C-B9C8-AA1C-70270E213C6A}"/>
                </a:ext>
              </a:extLst>
            </p:cNvPr>
            <p:cNvSpPr/>
            <p:nvPr/>
          </p:nvSpPr>
          <p:spPr>
            <a:xfrm>
              <a:off x="525157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88" y="11419"/>
                    <a:pt x="41769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170FF871-1A05-F89A-1267-116AE9479D2C}"/>
                </a:ext>
              </a:extLst>
            </p:cNvPr>
            <p:cNvSpPr/>
            <p:nvPr/>
          </p:nvSpPr>
          <p:spPr>
            <a:xfrm>
              <a:off x="1811502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CA2021B3-A168-F46F-47C3-BD2B2DDFAEAE}"/>
                </a:ext>
              </a:extLst>
            </p:cNvPr>
            <p:cNvSpPr/>
            <p:nvPr/>
          </p:nvSpPr>
          <p:spPr>
            <a:xfrm>
              <a:off x="72306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A1292BB9-880E-05A6-1548-2C9B7A0514AD}"/>
                </a:ext>
              </a:extLst>
            </p:cNvPr>
            <p:cNvSpPr/>
            <p:nvPr/>
          </p:nvSpPr>
          <p:spPr>
            <a:xfrm>
              <a:off x="2306246" y="2948626"/>
              <a:ext cx="53175" cy="50998"/>
            </a:xfrm>
            <a:custGeom>
              <a:avLst/>
              <a:gdLst>
                <a:gd name="connsiteX0" fmla="*/ 27677 w 53175"/>
                <a:gd name="connsiteY0" fmla="*/ 0 h 50998"/>
                <a:gd name="connsiteX1" fmla="*/ 25499 w 53175"/>
                <a:gd name="connsiteY1" fmla="*/ 0 h 50998"/>
                <a:gd name="connsiteX2" fmla="*/ 0 w 53175"/>
                <a:gd name="connsiteY2" fmla="*/ 25499 h 50998"/>
                <a:gd name="connsiteX3" fmla="*/ 25499 w 53175"/>
                <a:gd name="connsiteY3" fmla="*/ 50999 h 50998"/>
                <a:gd name="connsiteX4" fmla="*/ 27677 w 53175"/>
                <a:gd name="connsiteY4" fmla="*/ 50999 h 50998"/>
                <a:gd name="connsiteX5" fmla="*/ 53176 w 53175"/>
                <a:gd name="connsiteY5" fmla="*/ 25499 h 50998"/>
                <a:gd name="connsiteX6" fmla="*/ 27677 w 53175"/>
                <a:gd name="connsiteY6" fmla="*/ 0 h 5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75" h="50998">
                  <a:moveTo>
                    <a:pt x="27677" y="0"/>
                  </a:moveTo>
                  <a:lnTo>
                    <a:pt x="25499" y="0"/>
                  </a:lnTo>
                  <a:cubicBezTo>
                    <a:pt x="11419" y="0"/>
                    <a:pt x="0" y="11419"/>
                    <a:pt x="0" y="25499"/>
                  </a:cubicBezTo>
                  <a:cubicBezTo>
                    <a:pt x="0" y="39580"/>
                    <a:pt x="11419" y="50999"/>
                    <a:pt x="25499" y="50999"/>
                  </a:cubicBezTo>
                  <a:lnTo>
                    <a:pt x="27677" y="50999"/>
                  </a:lnTo>
                  <a:cubicBezTo>
                    <a:pt x="41757" y="50999"/>
                    <a:pt x="53176" y="39580"/>
                    <a:pt x="53176" y="25499"/>
                  </a:cubicBezTo>
                  <a:cubicBezTo>
                    <a:pt x="53176" y="11419"/>
                    <a:pt x="41757" y="0"/>
                    <a:pt x="2767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68BA6BCB-39A5-2DAE-A24B-D781260F24D2}"/>
                </a:ext>
              </a:extLst>
            </p:cNvPr>
            <p:cNvSpPr/>
            <p:nvPr/>
          </p:nvSpPr>
          <p:spPr>
            <a:xfrm>
              <a:off x="102039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7B28CE3E-C0D4-AF74-E56D-A4F8279FF0CD}"/>
                </a:ext>
              </a:extLst>
            </p:cNvPr>
            <p:cNvSpPr/>
            <p:nvPr/>
          </p:nvSpPr>
          <p:spPr>
            <a:xfrm>
              <a:off x="2702512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5D27C544-ED77-D000-B4A9-9FFA9AF88884}"/>
                </a:ext>
              </a:extLst>
            </p:cNvPr>
            <p:cNvSpPr/>
            <p:nvPr/>
          </p:nvSpPr>
          <p:spPr>
            <a:xfrm>
              <a:off x="52564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6992D2F-F5E8-28C9-EF5D-FE80FA7F53EC}"/>
                </a:ext>
              </a:extLst>
            </p:cNvPr>
            <p:cNvSpPr/>
            <p:nvPr/>
          </p:nvSpPr>
          <p:spPr>
            <a:xfrm>
              <a:off x="23067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CBB24DA1-82FD-C155-6324-06B8CE3B4197}"/>
                </a:ext>
              </a:extLst>
            </p:cNvPr>
            <p:cNvSpPr/>
            <p:nvPr/>
          </p:nvSpPr>
          <p:spPr>
            <a:xfrm>
              <a:off x="191092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8B4135EE-30B3-8585-89ED-2682D7C0C8C9}"/>
                </a:ext>
              </a:extLst>
            </p:cNvPr>
            <p:cNvSpPr/>
            <p:nvPr/>
          </p:nvSpPr>
          <p:spPr>
            <a:xfrm>
              <a:off x="1416191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FF0239AD-5618-37AF-2BFA-28DD0BB59AA1}"/>
                </a:ext>
              </a:extLst>
            </p:cNvPr>
            <p:cNvSpPr/>
            <p:nvPr/>
          </p:nvSpPr>
          <p:spPr>
            <a:xfrm>
              <a:off x="181198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E78E1049-4385-0BD9-B28E-E5DE133E4BEE}"/>
                </a:ext>
              </a:extLst>
            </p:cNvPr>
            <p:cNvSpPr/>
            <p:nvPr/>
          </p:nvSpPr>
          <p:spPr>
            <a:xfrm>
              <a:off x="1218294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1E700A12-F7F9-74B5-5A73-CE6B1D9062CE}"/>
                </a:ext>
              </a:extLst>
            </p:cNvPr>
            <p:cNvSpPr/>
            <p:nvPr/>
          </p:nvSpPr>
          <p:spPr>
            <a:xfrm>
              <a:off x="92144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62496257-F1F4-F711-B90B-20406C081B00}"/>
                </a:ext>
              </a:extLst>
            </p:cNvPr>
            <p:cNvSpPr/>
            <p:nvPr/>
          </p:nvSpPr>
          <p:spPr>
            <a:xfrm>
              <a:off x="240566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50007EF4-6CF0-B462-29AE-50911B94E0A6}"/>
                </a:ext>
              </a:extLst>
            </p:cNvPr>
            <p:cNvSpPr/>
            <p:nvPr/>
          </p:nvSpPr>
          <p:spPr>
            <a:xfrm>
              <a:off x="111933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B149D6A5-4C39-A9CE-818E-B12CADC0C43D}"/>
                </a:ext>
              </a:extLst>
            </p:cNvPr>
            <p:cNvSpPr/>
            <p:nvPr/>
          </p:nvSpPr>
          <p:spPr>
            <a:xfrm>
              <a:off x="2999358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0DB097FC-7515-5788-20E4-4E03607BCAC5}"/>
                </a:ext>
              </a:extLst>
            </p:cNvPr>
            <p:cNvSpPr/>
            <p:nvPr/>
          </p:nvSpPr>
          <p:spPr>
            <a:xfrm>
              <a:off x="171303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7AA18EA4-DF13-CE15-6DA7-CEE14D6CF518}"/>
                </a:ext>
              </a:extLst>
            </p:cNvPr>
            <p:cNvSpPr/>
            <p:nvPr/>
          </p:nvSpPr>
          <p:spPr>
            <a:xfrm>
              <a:off x="3197268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3A31D5E8-24C8-E004-8E6E-EB792A650AE0}"/>
                </a:ext>
              </a:extLst>
            </p:cNvPr>
            <p:cNvSpPr/>
            <p:nvPr/>
          </p:nvSpPr>
          <p:spPr>
            <a:xfrm>
              <a:off x="250462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C5636DFD-CCB9-5823-C92C-FAAE2851028E}"/>
                </a:ext>
              </a:extLst>
            </p:cNvPr>
            <p:cNvSpPr/>
            <p:nvPr/>
          </p:nvSpPr>
          <p:spPr>
            <a:xfrm>
              <a:off x="131723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1713A0CD-4287-05F7-66B5-3AC40192CD97}"/>
                </a:ext>
              </a:extLst>
            </p:cNvPr>
            <p:cNvSpPr/>
            <p:nvPr/>
          </p:nvSpPr>
          <p:spPr>
            <a:xfrm>
              <a:off x="2009883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A482A799-CD6B-0BFD-F16A-217F722B7AD2}"/>
                </a:ext>
              </a:extLst>
            </p:cNvPr>
            <p:cNvSpPr/>
            <p:nvPr/>
          </p:nvSpPr>
          <p:spPr>
            <a:xfrm>
              <a:off x="2108832" y="3025753"/>
              <a:ext cx="52208" cy="50030"/>
            </a:xfrm>
            <a:custGeom>
              <a:avLst/>
              <a:gdLst>
                <a:gd name="connsiteX0" fmla="*/ 25015 w 52208"/>
                <a:gd name="connsiteY0" fmla="*/ 50031 h 50030"/>
                <a:gd name="connsiteX1" fmla="*/ 27193 w 52208"/>
                <a:gd name="connsiteY1" fmla="*/ 50031 h 50030"/>
                <a:gd name="connsiteX2" fmla="*/ 52208 w 52208"/>
                <a:gd name="connsiteY2" fmla="*/ 25015 h 50030"/>
                <a:gd name="connsiteX3" fmla="*/ 27193 w 52208"/>
                <a:gd name="connsiteY3" fmla="*/ 0 h 50030"/>
                <a:gd name="connsiteX4" fmla="*/ 25015 w 52208"/>
                <a:gd name="connsiteY4" fmla="*/ 0 h 50030"/>
                <a:gd name="connsiteX5" fmla="*/ 0 w 52208"/>
                <a:gd name="connsiteY5" fmla="*/ 25015 h 50030"/>
                <a:gd name="connsiteX6" fmla="*/ 25015 w 52208"/>
                <a:gd name="connsiteY6" fmla="*/ 50031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5015" y="50031"/>
                  </a:moveTo>
                  <a:lnTo>
                    <a:pt x="27193" y="50031"/>
                  </a:lnTo>
                  <a:cubicBezTo>
                    <a:pt x="41007" y="50031"/>
                    <a:pt x="52208" y="38829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29"/>
                    <a:pt x="11201" y="50031"/>
                    <a:pt x="25015" y="5003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CB82FB72-FC07-A588-41B9-DC0291956336}"/>
                </a:ext>
              </a:extLst>
            </p:cNvPr>
            <p:cNvSpPr/>
            <p:nvPr/>
          </p:nvSpPr>
          <p:spPr>
            <a:xfrm>
              <a:off x="62460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AC36DC54-9533-B1C0-2256-FC6A60896DE7}"/>
                </a:ext>
              </a:extLst>
            </p:cNvPr>
            <p:cNvSpPr/>
            <p:nvPr/>
          </p:nvSpPr>
          <p:spPr>
            <a:xfrm>
              <a:off x="2603576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50A6317E-3614-BA30-C3C7-3F16017A6F6E}"/>
                </a:ext>
              </a:extLst>
            </p:cNvPr>
            <p:cNvSpPr/>
            <p:nvPr/>
          </p:nvSpPr>
          <p:spPr>
            <a:xfrm>
              <a:off x="161407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76874A00-14C6-7D6E-7B4C-4EF15A401562}"/>
                </a:ext>
              </a:extLst>
            </p:cNvPr>
            <p:cNvSpPr/>
            <p:nvPr/>
          </p:nvSpPr>
          <p:spPr>
            <a:xfrm>
              <a:off x="309831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6 w 52208"/>
                <a:gd name="connsiteY1" fmla="*/ 0 h 50030"/>
                <a:gd name="connsiteX2" fmla="*/ 0 w 52208"/>
                <a:gd name="connsiteY2" fmla="*/ 25015 h 50030"/>
                <a:gd name="connsiteX3" fmla="*/ 25016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6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6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5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C1E58C77-60AB-4CCC-9698-AA4E4CB2F7AE}"/>
                </a:ext>
              </a:extLst>
            </p:cNvPr>
            <p:cNvSpPr/>
            <p:nvPr/>
          </p:nvSpPr>
          <p:spPr>
            <a:xfrm>
              <a:off x="2207769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7D39BC2E-31CC-C2F7-AFC3-7E7D53B34D66}"/>
                </a:ext>
              </a:extLst>
            </p:cNvPr>
            <p:cNvSpPr/>
            <p:nvPr/>
          </p:nvSpPr>
          <p:spPr>
            <a:xfrm>
              <a:off x="822487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041DE895-7339-1910-DE7E-6F2CD9425DFB}"/>
                </a:ext>
              </a:extLst>
            </p:cNvPr>
            <p:cNvSpPr/>
            <p:nvPr/>
          </p:nvSpPr>
          <p:spPr>
            <a:xfrm>
              <a:off x="2900422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66C4F7B3-ED7E-E576-A262-D399A6677B4D}"/>
                </a:ext>
              </a:extLst>
            </p:cNvPr>
            <p:cNvSpPr/>
            <p:nvPr/>
          </p:nvSpPr>
          <p:spPr>
            <a:xfrm>
              <a:off x="2801473" y="3025765"/>
              <a:ext cx="52207" cy="50030"/>
            </a:xfrm>
            <a:custGeom>
              <a:avLst/>
              <a:gdLst>
                <a:gd name="connsiteX0" fmla="*/ 27193 w 52207"/>
                <a:gd name="connsiteY0" fmla="*/ 0 h 50030"/>
                <a:gd name="connsiteX1" fmla="*/ 25015 w 52207"/>
                <a:gd name="connsiteY1" fmla="*/ 0 h 50030"/>
                <a:gd name="connsiteX2" fmla="*/ 0 w 52207"/>
                <a:gd name="connsiteY2" fmla="*/ 25015 h 50030"/>
                <a:gd name="connsiteX3" fmla="*/ 25015 w 52207"/>
                <a:gd name="connsiteY3" fmla="*/ 50031 h 50030"/>
                <a:gd name="connsiteX4" fmla="*/ 27193 w 52207"/>
                <a:gd name="connsiteY4" fmla="*/ 50031 h 50030"/>
                <a:gd name="connsiteX5" fmla="*/ 52208 w 52207"/>
                <a:gd name="connsiteY5" fmla="*/ 25015 h 50030"/>
                <a:gd name="connsiteX6" fmla="*/ 27193 w 52207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7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0994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431D253F-9EF7-1B38-8D30-C82D8D44205D}"/>
                </a:ext>
              </a:extLst>
            </p:cNvPr>
            <p:cNvSpPr/>
            <p:nvPr/>
          </p:nvSpPr>
          <p:spPr>
            <a:xfrm>
              <a:off x="72355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87758490-6841-19EE-4982-62BFD2B79E81}"/>
                </a:ext>
              </a:extLst>
            </p:cNvPr>
            <p:cNvSpPr/>
            <p:nvPr/>
          </p:nvSpPr>
          <p:spPr>
            <a:xfrm>
              <a:off x="1515140" y="3025765"/>
              <a:ext cx="52208" cy="50030"/>
            </a:xfrm>
            <a:custGeom>
              <a:avLst/>
              <a:gdLst>
                <a:gd name="connsiteX0" fmla="*/ 27193 w 52208"/>
                <a:gd name="connsiteY0" fmla="*/ 0 h 50030"/>
                <a:gd name="connsiteX1" fmla="*/ 25015 w 52208"/>
                <a:gd name="connsiteY1" fmla="*/ 0 h 50030"/>
                <a:gd name="connsiteX2" fmla="*/ 0 w 52208"/>
                <a:gd name="connsiteY2" fmla="*/ 25015 h 50030"/>
                <a:gd name="connsiteX3" fmla="*/ 25015 w 52208"/>
                <a:gd name="connsiteY3" fmla="*/ 50031 h 50030"/>
                <a:gd name="connsiteX4" fmla="*/ 27193 w 52208"/>
                <a:gd name="connsiteY4" fmla="*/ 50031 h 50030"/>
                <a:gd name="connsiteX5" fmla="*/ 52208 w 52208"/>
                <a:gd name="connsiteY5" fmla="*/ 25015 h 50030"/>
                <a:gd name="connsiteX6" fmla="*/ 27193 w 52208"/>
                <a:gd name="connsiteY6" fmla="*/ 0 h 5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08" h="50030">
                  <a:moveTo>
                    <a:pt x="27193" y="0"/>
                  </a:moveTo>
                  <a:lnTo>
                    <a:pt x="25015" y="0"/>
                  </a:lnTo>
                  <a:cubicBezTo>
                    <a:pt x="11201" y="0"/>
                    <a:pt x="0" y="11201"/>
                    <a:pt x="0" y="25015"/>
                  </a:cubicBezTo>
                  <a:cubicBezTo>
                    <a:pt x="0" y="38830"/>
                    <a:pt x="11201" y="50031"/>
                    <a:pt x="25015" y="50031"/>
                  </a:cubicBezTo>
                  <a:lnTo>
                    <a:pt x="27193" y="50031"/>
                  </a:lnTo>
                  <a:cubicBezTo>
                    <a:pt x="41007" y="50031"/>
                    <a:pt x="52208" y="38830"/>
                    <a:pt x="52208" y="25015"/>
                  </a:cubicBezTo>
                  <a:cubicBezTo>
                    <a:pt x="52208" y="11201"/>
                    <a:pt x="41007" y="0"/>
                    <a:pt x="2719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AF83EA79-50EA-8A7B-31CA-4DA47C8278AF}"/>
                </a:ext>
              </a:extLst>
            </p:cNvPr>
            <p:cNvSpPr/>
            <p:nvPr/>
          </p:nvSpPr>
          <p:spPr>
            <a:xfrm>
              <a:off x="319776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4FDB1A39-8D29-7EF7-05DA-BDF18B988D43}"/>
                </a:ext>
              </a:extLst>
            </p:cNvPr>
            <p:cNvSpPr/>
            <p:nvPr/>
          </p:nvSpPr>
          <p:spPr>
            <a:xfrm>
              <a:off x="240616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1DBE655E-382A-A157-17E7-B625C0BB5A54}"/>
                </a:ext>
              </a:extLst>
            </p:cNvPr>
            <p:cNvSpPr/>
            <p:nvPr/>
          </p:nvSpPr>
          <p:spPr>
            <a:xfrm>
              <a:off x="52613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892939A7-F293-171D-0221-BA4DC4201862}"/>
                </a:ext>
              </a:extLst>
            </p:cNvPr>
            <p:cNvSpPr/>
            <p:nvPr/>
          </p:nvSpPr>
          <p:spPr>
            <a:xfrm>
              <a:off x="16145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5A638185-1D87-EB2A-75AD-2D71045A46FC}"/>
                </a:ext>
              </a:extLst>
            </p:cNvPr>
            <p:cNvSpPr/>
            <p:nvPr/>
          </p:nvSpPr>
          <p:spPr>
            <a:xfrm>
              <a:off x="290091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1BE52EFA-AB76-2644-9DDA-4308DF5AA984}"/>
                </a:ext>
              </a:extLst>
            </p:cNvPr>
            <p:cNvSpPr/>
            <p:nvPr/>
          </p:nvSpPr>
          <p:spPr>
            <a:xfrm>
              <a:off x="2208265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38E9AF68-27BB-C356-E8A8-635C411EE1EE}"/>
                </a:ext>
              </a:extLst>
            </p:cNvPr>
            <p:cNvSpPr/>
            <p:nvPr/>
          </p:nvSpPr>
          <p:spPr>
            <a:xfrm>
              <a:off x="280196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493053F1-42FA-0100-00DC-DA212A9D16AB}"/>
                </a:ext>
              </a:extLst>
            </p:cNvPr>
            <p:cNvSpPr/>
            <p:nvPr/>
          </p:nvSpPr>
          <p:spPr>
            <a:xfrm>
              <a:off x="151563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DDD15992-B904-FCD6-C749-A5C005186251}"/>
                </a:ext>
              </a:extLst>
            </p:cNvPr>
            <p:cNvSpPr/>
            <p:nvPr/>
          </p:nvSpPr>
          <p:spPr>
            <a:xfrm>
              <a:off x="62509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0A8D85CE-B478-9765-9BCE-BB893F1C801F}"/>
                </a:ext>
              </a:extLst>
            </p:cNvPr>
            <p:cNvSpPr/>
            <p:nvPr/>
          </p:nvSpPr>
          <p:spPr>
            <a:xfrm>
              <a:off x="181248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8C0F20D1-A69B-CBC1-3E88-2D3E35819F10}"/>
                </a:ext>
              </a:extLst>
            </p:cNvPr>
            <p:cNvSpPr/>
            <p:nvPr/>
          </p:nvSpPr>
          <p:spPr>
            <a:xfrm>
              <a:off x="201037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CBC84599-4EFE-97CB-81F6-FD090DDBD416}"/>
                </a:ext>
              </a:extLst>
            </p:cNvPr>
            <p:cNvSpPr/>
            <p:nvPr/>
          </p:nvSpPr>
          <p:spPr>
            <a:xfrm>
              <a:off x="250512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F4030BAC-8400-7BB0-E52F-5F6CB8A7BA7F}"/>
                </a:ext>
              </a:extLst>
            </p:cNvPr>
            <p:cNvSpPr/>
            <p:nvPr/>
          </p:nvSpPr>
          <p:spPr>
            <a:xfrm>
              <a:off x="13177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A22F1800-30C7-59B7-C66A-36ED78836651}"/>
                </a:ext>
              </a:extLst>
            </p:cNvPr>
            <p:cNvSpPr/>
            <p:nvPr/>
          </p:nvSpPr>
          <p:spPr>
            <a:xfrm>
              <a:off x="191141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202BC5DB-4E4D-8714-D939-627B5C85F318}"/>
                </a:ext>
              </a:extLst>
            </p:cNvPr>
            <p:cNvSpPr/>
            <p:nvPr/>
          </p:nvSpPr>
          <p:spPr>
            <a:xfrm>
              <a:off x="3098815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B18C440B-3F3A-C388-C2D7-80C521F7B574}"/>
                </a:ext>
              </a:extLst>
            </p:cNvPr>
            <p:cNvSpPr/>
            <p:nvPr/>
          </p:nvSpPr>
          <p:spPr>
            <a:xfrm>
              <a:off x="72404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03151C51-8525-85A9-8D20-E7C504456FA6}"/>
                </a:ext>
              </a:extLst>
            </p:cNvPr>
            <p:cNvSpPr/>
            <p:nvPr/>
          </p:nvSpPr>
          <p:spPr>
            <a:xfrm>
              <a:off x="921944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FE7E8ECB-8BF4-BAC5-110B-239F43F63C5B}"/>
                </a:ext>
              </a:extLst>
            </p:cNvPr>
            <p:cNvSpPr/>
            <p:nvPr/>
          </p:nvSpPr>
          <p:spPr>
            <a:xfrm>
              <a:off x="2109328" y="3102904"/>
              <a:ext cx="51216" cy="49038"/>
            </a:xfrm>
            <a:custGeom>
              <a:avLst/>
              <a:gdLst>
                <a:gd name="connsiteX0" fmla="*/ 24519 w 51216"/>
                <a:gd name="connsiteY0" fmla="*/ 49039 h 49038"/>
                <a:gd name="connsiteX1" fmla="*/ 26697 w 51216"/>
                <a:gd name="connsiteY1" fmla="*/ 49039 h 49038"/>
                <a:gd name="connsiteX2" fmla="*/ 51216 w 51216"/>
                <a:gd name="connsiteY2" fmla="*/ 24519 h 49038"/>
                <a:gd name="connsiteX3" fmla="*/ 26697 w 51216"/>
                <a:gd name="connsiteY3" fmla="*/ 0 h 49038"/>
                <a:gd name="connsiteX4" fmla="*/ 24519 w 51216"/>
                <a:gd name="connsiteY4" fmla="*/ 0 h 49038"/>
                <a:gd name="connsiteX5" fmla="*/ 0 w 51216"/>
                <a:gd name="connsiteY5" fmla="*/ 24519 h 49038"/>
                <a:gd name="connsiteX6" fmla="*/ 24519 w 51216"/>
                <a:gd name="connsiteY6" fmla="*/ 49039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4519" y="49039"/>
                  </a:move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BEDAADA2-04CE-7F10-7476-402B01E5ADF6}"/>
                </a:ext>
              </a:extLst>
            </p:cNvPr>
            <p:cNvSpPr/>
            <p:nvPr/>
          </p:nvSpPr>
          <p:spPr>
            <a:xfrm>
              <a:off x="2999854" y="3102904"/>
              <a:ext cx="51215" cy="49038"/>
            </a:xfrm>
            <a:custGeom>
              <a:avLst/>
              <a:gdLst>
                <a:gd name="connsiteX0" fmla="*/ 26697 w 51215"/>
                <a:gd name="connsiteY0" fmla="*/ 0 h 49038"/>
                <a:gd name="connsiteX1" fmla="*/ 24520 w 51215"/>
                <a:gd name="connsiteY1" fmla="*/ 0 h 49038"/>
                <a:gd name="connsiteX2" fmla="*/ 0 w 51215"/>
                <a:gd name="connsiteY2" fmla="*/ 24519 h 49038"/>
                <a:gd name="connsiteX3" fmla="*/ 24520 w 51215"/>
                <a:gd name="connsiteY3" fmla="*/ 49039 h 49038"/>
                <a:gd name="connsiteX4" fmla="*/ 26697 w 51215"/>
                <a:gd name="connsiteY4" fmla="*/ 49039 h 49038"/>
                <a:gd name="connsiteX5" fmla="*/ 51216 w 51215"/>
                <a:gd name="connsiteY5" fmla="*/ 24519 h 49038"/>
                <a:gd name="connsiteX6" fmla="*/ 26697 w 51215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5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DAF6106-B2A9-CF18-89B2-6010B3345FCA}"/>
                </a:ext>
              </a:extLst>
            </p:cNvPr>
            <p:cNvSpPr/>
            <p:nvPr/>
          </p:nvSpPr>
          <p:spPr>
            <a:xfrm>
              <a:off x="1416687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8E4F56C-2E4E-B2B0-32EB-25DCC4E75051}"/>
                </a:ext>
              </a:extLst>
            </p:cNvPr>
            <p:cNvSpPr/>
            <p:nvPr/>
          </p:nvSpPr>
          <p:spPr>
            <a:xfrm>
              <a:off x="1218790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BCF8D3FE-FE42-3E6F-5A98-FC7FF96B9132}"/>
                </a:ext>
              </a:extLst>
            </p:cNvPr>
            <p:cNvSpPr/>
            <p:nvPr/>
          </p:nvSpPr>
          <p:spPr>
            <a:xfrm>
              <a:off x="171353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4738C81-9C96-312F-5A9E-70A65E69394A}"/>
                </a:ext>
              </a:extLst>
            </p:cNvPr>
            <p:cNvSpPr/>
            <p:nvPr/>
          </p:nvSpPr>
          <p:spPr>
            <a:xfrm>
              <a:off x="1119829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D3FD8298-B99D-BAA0-375C-FC3F66DB2DFC}"/>
                </a:ext>
              </a:extLst>
            </p:cNvPr>
            <p:cNvSpPr/>
            <p:nvPr/>
          </p:nvSpPr>
          <p:spPr>
            <a:xfrm>
              <a:off x="822983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4BFF62CB-9FBA-3A9D-CF01-43344C46E324}"/>
                </a:ext>
              </a:extLst>
            </p:cNvPr>
            <p:cNvSpPr/>
            <p:nvPr/>
          </p:nvSpPr>
          <p:spPr>
            <a:xfrm>
              <a:off x="2307226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A6F798E0-65CF-0332-B792-262B1825D854}"/>
                </a:ext>
              </a:extLst>
            </p:cNvPr>
            <p:cNvSpPr/>
            <p:nvPr/>
          </p:nvSpPr>
          <p:spPr>
            <a:xfrm>
              <a:off x="102089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FD4642AD-83D2-7414-9B1E-8958317287FC}"/>
                </a:ext>
              </a:extLst>
            </p:cNvPr>
            <p:cNvSpPr/>
            <p:nvPr/>
          </p:nvSpPr>
          <p:spPr>
            <a:xfrm>
              <a:off x="2604072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19 w 51216"/>
                <a:gd name="connsiteY1" fmla="*/ 0 h 49038"/>
                <a:gd name="connsiteX2" fmla="*/ 0 w 51216"/>
                <a:gd name="connsiteY2" fmla="*/ 24519 h 49038"/>
                <a:gd name="connsiteX3" fmla="*/ 24519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19" y="0"/>
                  </a:lnTo>
                  <a:cubicBezTo>
                    <a:pt x="10971" y="0"/>
                    <a:pt x="0" y="10971"/>
                    <a:pt x="0" y="24519"/>
                  </a:cubicBezTo>
                  <a:cubicBezTo>
                    <a:pt x="0" y="38067"/>
                    <a:pt x="10971" y="49039"/>
                    <a:pt x="24519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33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71325701-ABC9-5BB1-37A1-CD1D72FEE0DB}"/>
                </a:ext>
              </a:extLst>
            </p:cNvPr>
            <p:cNvSpPr/>
            <p:nvPr/>
          </p:nvSpPr>
          <p:spPr>
            <a:xfrm>
              <a:off x="2703008" y="3102904"/>
              <a:ext cx="51216" cy="49038"/>
            </a:xfrm>
            <a:custGeom>
              <a:avLst/>
              <a:gdLst>
                <a:gd name="connsiteX0" fmla="*/ 26697 w 51216"/>
                <a:gd name="connsiteY0" fmla="*/ 0 h 49038"/>
                <a:gd name="connsiteX1" fmla="*/ 24520 w 51216"/>
                <a:gd name="connsiteY1" fmla="*/ 0 h 49038"/>
                <a:gd name="connsiteX2" fmla="*/ 0 w 51216"/>
                <a:gd name="connsiteY2" fmla="*/ 24519 h 49038"/>
                <a:gd name="connsiteX3" fmla="*/ 24520 w 51216"/>
                <a:gd name="connsiteY3" fmla="*/ 49039 h 49038"/>
                <a:gd name="connsiteX4" fmla="*/ 26697 w 51216"/>
                <a:gd name="connsiteY4" fmla="*/ 49039 h 49038"/>
                <a:gd name="connsiteX5" fmla="*/ 51216 w 51216"/>
                <a:gd name="connsiteY5" fmla="*/ 24519 h 49038"/>
                <a:gd name="connsiteX6" fmla="*/ 26697 w 51216"/>
                <a:gd name="connsiteY6" fmla="*/ 0 h 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16" h="49038">
                  <a:moveTo>
                    <a:pt x="26697" y="0"/>
                  </a:moveTo>
                  <a:lnTo>
                    <a:pt x="24520" y="0"/>
                  </a:lnTo>
                  <a:cubicBezTo>
                    <a:pt x="10972" y="0"/>
                    <a:pt x="0" y="10971"/>
                    <a:pt x="0" y="24519"/>
                  </a:cubicBezTo>
                  <a:cubicBezTo>
                    <a:pt x="0" y="38067"/>
                    <a:pt x="10972" y="49039"/>
                    <a:pt x="24520" y="49039"/>
                  </a:cubicBezTo>
                  <a:lnTo>
                    <a:pt x="26697" y="49039"/>
                  </a:lnTo>
                  <a:cubicBezTo>
                    <a:pt x="40245" y="49039"/>
                    <a:pt x="51216" y="38067"/>
                    <a:pt x="51216" y="24519"/>
                  </a:cubicBezTo>
                  <a:cubicBezTo>
                    <a:pt x="51216" y="10971"/>
                    <a:pt x="40245" y="0"/>
                    <a:pt x="2669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1CF8750C-1E44-D31F-3DD7-10C4C0AE00E0}"/>
                </a:ext>
              </a:extLst>
            </p:cNvPr>
            <p:cNvSpPr/>
            <p:nvPr/>
          </p:nvSpPr>
          <p:spPr>
            <a:xfrm>
              <a:off x="19119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9384EC32-29AE-CB17-1BCD-2B55C3ECDFF3}"/>
                </a:ext>
              </a:extLst>
            </p:cNvPr>
            <p:cNvSpPr/>
            <p:nvPr/>
          </p:nvSpPr>
          <p:spPr>
            <a:xfrm>
              <a:off x="151612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090B2CAD-9372-2357-ADCF-B390DD3CC943}"/>
                </a:ext>
              </a:extLst>
            </p:cNvPr>
            <p:cNvSpPr/>
            <p:nvPr/>
          </p:nvSpPr>
          <p:spPr>
            <a:xfrm>
              <a:off x="171401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9F3E1809-4DFC-71C1-4DBB-FEB2C59DE343}"/>
                </a:ext>
              </a:extLst>
            </p:cNvPr>
            <p:cNvSpPr/>
            <p:nvPr/>
          </p:nvSpPr>
          <p:spPr>
            <a:xfrm>
              <a:off x="181296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225591D1-95E3-28AC-6B95-A9805BB3DFF9}"/>
                </a:ext>
              </a:extLst>
            </p:cNvPr>
            <p:cNvSpPr/>
            <p:nvPr/>
          </p:nvSpPr>
          <p:spPr>
            <a:xfrm>
              <a:off x="62558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60B5BDEB-13C4-DDE8-9D28-6D169F7DF9FA}"/>
                </a:ext>
              </a:extLst>
            </p:cNvPr>
            <p:cNvSpPr/>
            <p:nvPr/>
          </p:nvSpPr>
          <p:spPr>
            <a:xfrm>
              <a:off x="2109812" y="3180031"/>
              <a:ext cx="50248" cy="48059"/>
            </a:xfrm>
            <a:custGeom>
              <a:avLst/>
              <a:gdLst>
                <a:gd name="connsiteX0" fmla="*/ 24036 w 50248"/>
                <a:gd name="connsiteY0" fmla="*/ 48059 h 48059"/>
                <a:gd name="connsiteX1" fmla="*/ 26213 w 50248"/>
                <a:gd name="connsiteY1" fmla="*/ 48059 h 48059"/>
                <a:gd name="connsiteX2" fmla="*/ 50249 w 50248"/>
                <a:gd name="connsiteY2" fmla="*/ 24024 h 48059"/>
                <a:gd name="connsiteX3" fmla="*/ 26213 w 50248"/>
                <a:gd name="connsiteY3" fmla="*/ 0 h 48059"/>
                <a:gd name="connsiteX4" fmla="*/ 24036 w 50248"/>
                <a:gd name="connsiteY4" fmla="*/ 0 h 48059"/>
                <a:gd name="connsiteX5" fmla="*/ 0 w 50248"/>
                <a:gd name="connsiteY5" fmla="*/ 24024 h 48059"/>
                <a:gd name="connsiteX6" fmla="*/ 24036 w 50248"/>
                <a:gd name="connsiteY6" fmla="*/ 48059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4036" y="48059"/>
                  </a:move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54"/>
                    <a:pt x="39495" y="0"/>
                    <a:pt x="26213" y="0"/>
                  </a:cubicBez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305"/>
                    <a:pt x="10754" y="48059"/>
                    <a:pt x="24036" y="4805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AAD6EF95-6EAF-082E-8BBC-82A413620E7F}"/>
                </a:ext>
              </a:extLst>
            </p:cNvPr>
            <p:cNvSpPr/>
            <p:nvPr/>
          </p:nvSpPr>
          <p:spPr>
            <a:xfrm>
              <a:off x="250560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5C9A7084-15FF-8855-567C-C6861BAE5956}"/>
                </a:ext>
              </a:extLst>
            </p:cNvPr>
            <p:cNvSpPr/>
            <p:nvPr/>
          </p:nvSpPr>
          <p:spPr>
            <a:xfrm>
              <a:off x="72453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0816C6E0-A341-C1B2-379B-8D50B329E6C7}"/>
                </a:ext>
              </a:extLst>
            </p:cNvPr>
            <p:cNvSpPr/>
            <p:nvPr/>
          </p:nvSpPr>
          <p:spPr>
            <a:xfrm>
              <a:off x="52662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C72BB06E-D229-AE11-84F0-8C13FEE68818}"/>
                </a:ext>
              </a:extLst>
            </p:cNvPr>
            <p:cNvSpPr/>
            <p:nvPr/>
          </p:nvSpPr>
          <p:spPr>
            <a:xfrm>
              <a:off x="319824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2D75A5C0-1723-2E44-FAEE-A5736EDFEFDB}"/>
                </a:ext>
              </a:extLst>
            </p:cNvPr>
            <p:cNvSpPr/>
            <p:nvPr/>
          </p:nvSpPr>
          <p:spPr>
            <a:xfrm>
              <a:off x="102137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5493287E-8B7B-0B5E-C0E5-2D9A1F8707C9}"/>
                </a:ext>
              </a:extLst>
            </p:cNvPr>
            <p:cNvSpPr/>
            <p:nvPr/>
          </p:nvSpPr>
          <p:spPr>
            <a:xfrm>
              <a:off x="290140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7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053CCB90-BA07-6B6C-F9B8-D9A89CF3B6AE}"/>
                </a:ext>
              </a:extLst>
            </p:cNvPr>
            <p:cNvSpPr/>
            <p:nvPr/>
          </p:nvSpPr>
          <p:spPr>
            <a:xfrm>
              <a:off x="230770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90CE04CB-01DF-EBBF-88AD-72FF1246A65A}"/>
                </a:ext>
              </a:extLst>
            </p:cNvPr>
            <p:cNvSpPr/>
            <p:nvPr/>
          </p:nvSpPr>
          <p:spPr>
            <a:xfrm>
              <a:off x="3000338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FDC54D8A-3135-8BAD-F209-977FF81356A7}"/>
                </a:ext>
              </a:extLst>
            </p:cNvPr>
            <p:cNvSpPr/>
            <p:nvPr/>
          </p:nvSpPr>
          <p:spPr>
            <a:xfrm>
              <a:off x="220874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A1F8BB49-C015-D1A4-3428-4152AFCF15B2}"/>
                </a:ext>
              </a:extLst>
            </p:cNvPr>
            <p:cNvSpPr/>
            <p:nvPr/>
          </p:nvSpPr>
          <p:spPr>
            <a:xfrm>
              <a:off x="240664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BA43C692-6533-3ECB-1E4C-62C2549588F0}"/>
                </a:ext>
              </a:extLst>
            </p:cNvPr>
            <p:cNvSpPr/>
            <p:nvPr/>
          </p:nvSpPr>
          <p:spPr>
            <a:xfrm>
              <a:off x="82346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078ACBCB-5AF7-02A6-6B0D-7E909FCE19A3}"/>
                </a:ext>
              </a:extLst>
            </p:cNvPr>
            <p:cNvSpPr/>
            <p:nvPr/>
          </p:nvSpPr>
          <p:spPr>
            <a:xfrm>
              <a:off x="922427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1688370F-CD73-66B2-5E64-EB0548721FD8}"/>
                </a:ext>
              </a:extLst>
            </p:cNvPr>
            <p:cNvSpPr/>
            <p:nvPr/>
          </p:nvSpPr>
          <p:spPr>
            <a:xfrm>
              <a:off x="26045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5 w 50248"/>
                <a:gd name="connsiteY1" fmla="*/ 0 h 48059"/>
                <a:gd name="connsiteX2" fmla="*/ 0 w 50248"/>
                <a:gd name="connsiteY2" fmla="*/ 24024 h 48059"/>
                <a:gd name="connsiteX3" fmla="*/ 24035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5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5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D096B64-5399-9003-F26E-244ADB6A1D61}"/>
                </a:ext>
              </a:extLst>
            </p:cNvPr>
            <p:cNvSpPr/>
            <p:nvPr/>
          </p:nvSpPr>
          <p:spPr>
            <a:xfrm>
              <a:off x="3099299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3" y="48059"/>
                    <a:pt x="24036" y="48059"/>
                  </a:cubicBezTo>
                  <a:lnTo>
                    <a:pt x="26213" y="48059"/>
                  </a:lnTo>
                  <a:cubicBezTo>
                    <a:pt x="39482" y="48059"/>
                    <a:pt x="50248" y="37305"/>
                    <a:pt x="50248" y="24024"/>
                  </a:cubicBezTo>
                  <a:cubicBezTo>
                    <a:pt x="50236" y="10766"/>
                    <a:pt x="39482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BB41C4E-90BA-BAE0-229D-D01B47DBEC16}"/>
                </a:ext>
              </a:extLst>
            </p:cNvPr>
            <p:cNvSpPr/>
            <p:nvPr/>
          </p:nvSpPr>
          <p:spPr>
            <a:xfrm>
              <a:off x="1417171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B5F9921E-563E-9720-4846-5DA3E19B47D7}"/>
                </a:ext>
              </a:extLst>
            </p:cNvPr>
            <p:cNvSpPr/>
            <p:nvPr/>
          </p:nvSpPr>
          <p:spPr>
            <a:xfrm>
              <a:off x="280245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C8BEF47C-3E87-D748-122F-29A77E189FCA}"/>
                </a:ext>
              </a:extLst>
            </p:cNvPr>
            <p:cNvSpPr/>
            <p:nvPr/>
          </p:nvSpPr>
          <p:spPr>
            <a:xfrm>
              <a:off x="112031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B55ADC86-E1D4-FD85-1CD0-4DB8C552E757}"/>
                </a:ext>
              </a:extLst>
            </p:cNvPr>
            <p:cNvSpPr/>
            <p:nvPr/>
          </p:nvSpPr>
          <p:spPr>
            <a:xfrm>
              <a:off x="1219274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6626E1EA-E797-B431-04C2-CC77902EC14C}"/>
                </a:ext>
              </a:extLst>
            </p:cNvPr>
            <p:cNvSpPr/>
            <p:nvPr/>
          </p:nvSpPr>
          <p:spPr>
            <a:xfrm>
              <a:off x="2703492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7EF787EE-E448-F56D-3267-971003706661}"/>
                </a:ext>
              </a:extLst>
            </p:cNvPr>
            <p:cNvSpPr/>
            <p:nvPr/>
          </p:nvSpPr>
          <p:spPr>
            <a:xfrm>
              <a:off x="2010863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36" y="10766"/>
                    <a:pt x="39483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CAE36DAA-2D42-23D2-9466-48B2EBFCCB25}"/>
                </a:ext>
              </a:extLst>
            </p:cNvPr>
            <p:cNvSpPr/>
            <p:nvPr/>
          </p:nvSpPr>
          <p:spPr>
            <a:xfrm>
              <a:off x="1318210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8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8" y="37305"/>
                    <a:pt x="50248" y="24024"/>
                  </a:cubicBezTo>
                  <a:cubicBezTo>
                    <a:pt x="50248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CED61AC3-D58D-6775-0890-6BD15D25E42D}"/>
                </a:ext>
              </a:extLst>
            </p:cNvPr>
            <p:cNvSpPr/>
            <p:nvPr/>
          </p:nvSpPr>
          <p:spPr>
            <a:xfrm>
              <a:off x="1615056" y="3180031"/>
              <a:ext cx="50248" cy="48059"/>
            </a:xfrm>
            <a:custGeom>
              <a:avLst/>
              <a:gdLst>
                <a:gd name="connsiteX0" fmla="*/ 26213 w 50248"/>
                <a:gd name="connsiteY0" fmla="*/ 0 h 48059"/>
                <a:gd name="connsiteX1" fmla="*/ 24036 w 50248"/>
                <a:gd name="connsiteY1" fmla="*/ 0 h 48059"/>
                <a:gd name="connsiteX2" fmla="*/ 0 w 50248"/>
                <a:gd name="connsiteY2" fmla="*/ 24024 h 48059"/>
                <a:gd name="connsiteX3" fmla="*/ 24036 w 50248"/>
                <a:gd name="connsiteY3" fmla="*/ 48059 h 48059"/>
                <a:gd name="connsiteX4" fmla="*/ 26213 w 50248"/>
                <a:gd name="connsiteY4" fmla="*/ 48059 h 48059"/>
                <a:gd name="connsiteX5" fmla="*/ 50249 w 50248"/>
                <a:gd name="connsiteY5" fmla="*/ 24024 h 48059"/>
                <a:gd name="connsiteX6" fmla="*/ 26213 w 50248"/>
                <a:gd name="connsiteY6" fmla="*/ 0 h 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8" h="48059">
                  <a:moveTo>
                    <a:pt x="26213" y="0"/>
                  </a:moveTo>
                  <a:lnTo>
                    <a:pt x="24036" y="0"/>
                  </a:lnTo>
                  <a:cubicBezTo>
                    <a:pt x="10766" y="0"/>
                    <a:pt x="0" y="10754"/>
                    <a:pt x="0" y="24024"/>
                  </a:cubicBezTo>
                  <a:cubicBezTo>
                    <a:pt x="0" y="37293"/>
                    <a:pt x="10754" y="48059"/>
                    <a:pt x="24036" y="48059"/>
                  </a:cubicBezTo>
                  <a:lnTo>
                    <a:pt x="26213" y="48059"/>
                  </a:lnTo>
                  <a:cubicBezTo>
                    <a:pt x="39483" y="48059"/>
                    <a:pt x="50249" y="37305"/>
                    <a:pt x="50249" y="24024"/>
                  </a:cubicBezTo>
                  <a:cubicBezTo>
                    <a:pt x="50249" y="10766"/>
                    <a:pt x="39495" y="0"/>
                    <a:pt x="262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9FD69B50-6AAE-A1B0-4A0B-8D76C5174B79}"/>
                </a:ext>
              </a:extLst>
            </p:cNvPr>
            <p:cNvSpPr/>
            <p:nvPr/>
          </p:nvSpPr>
          <p:spPr>
            <a:xfrm>
              <a:off x="270398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5A493423-D117-842D-FA46-94610AA9059E}"/>
                </a:ext>
              </a:extLst>
            </p:cNvPr>
            <p:cNvSpPr/>
            <p:nvPr/>
          </p:nvSpPr>
          <p:spPr>
            <a:xfrm>
              <a:off x="280294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CC21143A-FE3C-D77D-739D-807478FF6C51}"/>
                </a:ext>
              </a:extLst>
            </p:cNvPr>
            <p:cNvSpPr/>
            <p:nvPr/>
          </p:nvSpPr>
          <p:spPr>
            <a:xfrm>
              <a:off x="29018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FF82D047-7765-8020-6911-59C0383C6964}"/>
                </a:ext>
              </a:extLst>
            </p:cNvPr>
            <p:cNvSpPr/>
            <p:nvPr/>
          </p:nvSpPr>
          <p:spPr>
            <a:xfrm>
              <a:off x="300083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38D31863-144B-4AEF-29B3-84163F91F57E}"/>
                </a:ext>
              </a:extLst>
            </p:cNvPr>
            <p:cNvSpPr/>
            <p:nvPr/>
          </p:nvSpPr>
          <p:spPr>
            <a:xfrm>
              <a:off x="2605051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39 w 49256"/>
                <a:gd name="connsiteY1" fmla="*/ 0 h 47079"/>
                <a:gd name="connsiteX2" fmla="*/ 0 w 49256"/>
                <a:gd name="connsiteY2" fmla="*/ 23540 h 47079"/>
                <a:gd name="connsiteX3" fmla="*/ 23539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39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39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93732695-5CBC-7D7A-2B69-A2FDBEB191D9}"/>
                </a:ext>
              </a:extLst>
            </p:cNvPr>
            <p:cNvSpPr/>
            <p:nvPr/>
          </p:nvSpPr>
          <p:spPr>
            <a:xfrm>
              <a:off x="131870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25DED44-94D2-2452-3759-F29FF896837F}"/>
                </a:ext>
              </a:extLst>
            </p:cNvPr>
            <p:cNvSpPr/>
            <p:nvPr/>
          </p:nvSpPr>
          <p:spPr>
            <a:xfrm>
              <a:off x="151661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6139081F-2CFD-0C00-C34F-E1B6436B141F}"/>
                </a:ext>
              </a:extLst>
            </p:cNvPr>
            <p:cNvSpPr/>
            <p:nvPr/>
          </p:nvSpPr>
          <p:spPr>
            <a:xfrm>
              <a:off x="141766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E1F96FFF-4454-7FB9-044F-46FDA096CB75}"/>
                </a:ext>
              </a:extLst>
            </p:cNvPr>
            <p:cNvSpPr/>
            <p:nvPr/>
          </p:nvSpPr>
          <p:spPr>
            <a:xfrm>
              <a:off x="546241" y="3257169"/>
              <a:ext cx="30132" cy="43236"/>
            </a:xfrm>
            <a:custGeom>
              <a:avLst/>
              <a:gdLst>
                <a:gd name="connsiteX0" fmla="*/ 30120 w 30132"/>
                <a:gd name="connsiteY0" fmla="*/ 22451 h 43236"/>
                <a:gd name="connsiteX1" fmla="*/ 6302 w 30132"/>
                <a:gd name="connsiteY1" fmla="*/ 0 h 43236"/>
                <a:gd name="connsiteX2" fmla="*/ 4778 w 30132"/>
                <a:gd name="connsiteY2" fmla="*/ 0 h 43236"/>
                <a:gd name="connsiteX3" fmla="*/ 121 w 30132"/>
                <a:gd name="connsiteY3" fmla="*/ 484 h 43236"/>
                <a:gd name="connsiteX4" fmla="*/ 12 w 30132"/>
                <a:gd name="connsiteY4" fmla="*/ 690 h 43236"/>
                <a:gd name="connsiteX5" fmla="*/ 18302 w 30132"/>
                <a:gd name="connsiteY5" fmla="*/ 43148 h 43236"/>
                <a:gd name="connsiteX6" fmla="*/ 18520 w 30132"/>
                <a:gd name="connsiteY6" fmla="*/ 43220 h 43236"/>
                <a:gd name="connsiteX7" fmla="*/ 30120 w 30132"/>
                <a:gd name="connsiteY7" fmla="*/ 22451 h 4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32" h="43236">
                  <a:moveTo>
                    <a:pt x="30120" y="22451"/>
                  </a:moveTo>
                  <a:cubicBezTo>
                    <a:pt x="29709" y="9822"/>
                    <a:pt x="18931" y="0"/>
                    <a:pt x="6302" y="0"/>
                  </a:cubicBezTo>
                  <a:lnTo>
                    <a:pt x="4778" y="0"/>
                  </a:lnTo>
                  <a:cubicBezTo>
                    <a:pt x="3181" y="0"/>
                    <a:pt x="1621" y="181"/>
                    <a:pt x="121" y="484"/>
                  </a:cubicBezTo>
                  <a:cubicBezTo>
                    <a:pt x="24" y="508"/>
                    <a:pt x="-24" y="605"/>
                    <a:pt x="12" y="690"/>
                  </a:cubicBezTo>
                  <a:cubicBezTo>
                    <a:pt x="5915" y="14951"/>
                    <a:pt x="11963" y="29128"/>
                    <a:pt x="18302" y="43148"/>
                  </a:cubicBezTo>
                  <a:cubicBezTo>
                    <a:pt x="18338" y="43233"/>
                    <a:pt x="18435" y="43257"/>
                    <a:pt x="18520" y="43220"/>
                  </a:cubicBezTo>
                  <a:cubicBezTo>
                    <a:pt x="25632" y="39084"/>
                    <a:pt x="30410" y="31354"/>
                    <a:pt x="30120" y="2245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40583BE2-E3AD-A624-6B31-9A30BEFDBC96}"/>
                </a:ext>
              </a:extLst>
            </p:cNvPr>
            <p:cNvSpPr/>
            <p:nvPr/>
          </p:nvSpPr>
          <p:spPr>
            <a:xfrm>
              <a:off x="1219770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235F02C2-BADB-45B7-A752-54A51A54D84E}"/>
                </a:ext>
              </a:extLst>
            </p:cNvPr>
            <p:cNvSpPr/>
            <p:nvPr/>
          </p:nvSpPr>
          <p:spPr>
            <a:xfrm>
              <a:off x="2209244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B277EA71-88B8-7AAA-CDFF-DD431186062A}"/>
                </a:ext>
              </a:extLst>
            </p:cNvPr>
            <p:cNvSpPr/>
            <p:nvPr/>
          </p:nvSpPr>
          <p:spPr>
            <a:xfrm>
              <a:off x="309979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283E8C30-39AD-674C-ED25-AF5DCDBA9228}"/>
                </a:ext>
              </a:extLst>
            </p:cNvPr>
            <p:cNvSpPr/>
            <p:nvPr/>
          </p:nvSpPr>
          <p:spPr>
            <a:xfrm>
              <a:off x="626077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6F776438-5850-AFAD-E47C-BF8D4B1C42A8}"/>
                </a:ext>
              </a:extLst>
            </p:cNvPr>
            <p:cNvSpPr/>
            <p:nvPr/>
          </p:nvSpPr>
          <p:spPr>
            <a:xfrm>
              <a:off x="725026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3EA02E66-6070-BF59-85CA-A04795FBC089}"/>
                </a:ext>
              </a:extLst>
            </p:cNvPr>
            <p:cNvSpPr/>
            <p:nvPr/>
          </p:nvSpPr>
          <p:spPr>
            <a:xfrm>
              <a:off x="2308205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048ED4B7-A264-63F0-2B2E-29B0504E2705}"/>
                </a:ext>
              </a:extLst>
            </p:cNvPr>
            <p:cNvSpPr/>
            <p:nvPr/>
          </p:nvSpPr>
          <p:spPr>
            <a:xfrm>
              <a:off x="102187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0B1AC02D-545C-9655-4B71-64E2CA5AF588}"/>
                </a:ext>
              </a:extLst>
            </p:cNvPr>
            <p:cNvSpPr/>
            <p:nvPr/>
          </p:nvSpPr>
          <p:spPr>
            <a:xfrm>
              <a:off x="92292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0A51A245-7C55-617A-E25C-E912D2A7A67C}"/>
                </a:ext>
              </a:extLst>
            </p:cNvPr>
            <p:cNvSpPr/>
            <p:nvPr/>
          </p:nvSpPr>
          <p:spPr>
            <a:xfrm>
              <a:off x="161555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EF81A3DA-8128-AF8C-30A5-8F9F91CAAF27}"/>
                </a:ext>
              </a:extLst>
            </p:cNvPr>
            <p:cNvSpPr/>
            <p:nvPr/>
          </p:nvSpPr>
          <p:spPr>
            <a:xfrm>
              <a:off x="112080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69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0CE52F78-67A0-62FA-3979-4C268D10D815}"/>
                </a:ext>
              </a:extLst>
            </p:cNvPr>
            <p:cNvSpPr/>
            <p:nvPr/>
          </p:nvSpPr>
          <p:spPr>
            <a:xfrm>
              <a:off x="250610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09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115F11A0-8486-715D-FAEA-8A301FA06493}"/>
                </a:ext>
              </a:extLst>
            </p:cNvPr>
            <p:cNvSpPr/>
            <p:nvPr/>
          </p:nvSpPr>
          <p:spPr>
            <a:xfrm>
              <a:off x="2011359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1356C275-FC9E-95D3-6E8F-13A729EF1395}"/>
                </a:ext>
              </a:extLst>
            </p:cNvPr>
            <p:cNvSpPr/>
            <p:nvPr/>
          </p:nvSpPr>
          <p:spPr>
            <a:xfrm>
              <a:off x="181346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E616FE71-B132-8230-5F74-81CD5FCB69EF}"/>
                </a:ext>
              </a:extLst>
            </p:cNvPr>
            <p:cNvSpPr/>
            <p:nvPr/>
          </p:nvSpPr>
          <p:spPr>
            <a:xfrm>
              <a:off x="1912398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2CFE2864-CC6E-C50A-48F8-A19918AA70DA}"/>
                </a:ext>
              </a:extLst>
            </p:cNvPr>
            <p:cNvSpPr/>
            <p:nvPr/>
          </p:nvSpPr>
          <p:spPr>
            <a:xfrm>
              <a:off x="82396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1ED1453B-15B7-DA8C-10A1-F9FCEE56E553}"/>
                </a:ext>
              </a:extLst>
            </p:cNvPr>
            <p:cNvSpPr/>
            <p:nvPr/>
          </p:nvSpPr>
          <p:spPr>
            <a:xfrm>
              <a:off x="3198743" y="3257302"/>
              <a:ext cx="30156" cy="43242"/>
            </a:xfrm>
            <a:custGeom>
              <a:avLst/>
              <a:gdLst>
                <a:gd name="connsiteX0" fmla="*/ 23830 w 30156"/>
                <a:gd name="connsiteY0" fmla="*/ 12 h 43242"/>
                <a:gd name="connsiteX1" fmla="*/ 12 w 30156"/>
                <a:gd name="connsiteY1" fmla="*/ 22463 h 43242"/>
                <a:gd name="connsiteX2" fmla="*/ 11637 w 30156"/>
                <a:gd name="connsiteY2" fmla="*/ 43220 h 43242"/>
                <a:gd name="connsiteX3" fmla="*/ 11855 w 30156"/>
                <a:gd name="connsiteY3" fmla="*/ 43148 h 43242"/>
                <a:gd name="connsiteX4" fmla="*/ 30145 w 30156"/>
                <a:gd name="connsiteY4" fmla="*/ 690 h 43242"/>
                <a:gd name="connsiteX5" fmla="*/ 30036 w 30156"/>
                <a:gd name="connsiteY5" fmla="*/ 484 h 43242"/>
                <a:gd name="connsiteX6" fmla="*/ 25379 w 30156"/>
                <a:gd name="connsiteY6" fmla="*/ 0 h 43242"/>
                <a:gd name="connsiteX7" fmla="*/ 23830 w 30156"/>
                <a:gd name="connsiteY7" fmla="*/ 0 h 4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6" h="43242">
                  <a:moveTo>
                    <a:pt x="23830" y="12"/>
                  </a:moveTo>
                  <a:cubicBezTo>
                    <a:pt x="11202" y="12"/>
                    <a:pt x="412" y="9846"/>
                    <a:pt x="12" y="22463"/>
                  </a:cubicBezTo>
                  <a:cubicBezTo>
                    <a:pt x="-278" y="31366"/>
                    <a:pt x="4512" y="39096"/>
                    <a:pt x="11637" y="43220"/>
                  </a:cubicBezTo>
                  <a:cubicBezTo>
                    <a:pt x="11710" y="43269"/>
                    <a:pt x="11819" y="43233"/>
                    <a:pt x="11855" y="43148"/>
                  </a:cubicBezTo>
                  <a:cubicBezTo>
                    <a:pt x="18193" y="29128"/>
                    <a:pt x="24242" y="14939"/>
                    <a:pt x="30145" y="690"/>
                  </a:cubicBezTo>
                  <a:cubicBezTo>
                    <a:pt x="30181" y="605"/>
                    <a:pt x="30132" y="508"/>
                    <a:pt x="30036" y="484"/>
                  </a:cubicBezTo>
                  <a:cubicBezTo>
                    <a:pt x="28524" y="181"/>
                    <a:pt x="26975" y="0"/>
                    <a:pt x="25379" y="0"/>
                  </a:cubicBezTo>
                  <a:lnTo>
                    <a:pt x="23830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61A873D5-6603-F431-8710-93DFE6E4921D}"/>
                </a:ext>
              </a:extLst>
            </p:cNvPr>
            <p:cNvSpPr/>
            <p:nvPr/>
          </p:nvSpPr>
          <p:spPr>
            <a:xfrm>
              <a:off x="2110308" y="3257169"/>
              <a:ext cx="49256" cy="47079"/>
            </a:xfrm>
            <a:custGeom>
              <a:avLst/>
              <a:gdLst>
                <a:gd name="connsiteX0" fmla="*/ 23540 w 49256"/>
                <a:gd name="connsiteY0" fmla="*/ 47079 h 47079"/>
                <a:gd name="connsiteX1" fmla="*/ 25717 w 49256"/>
                <a:gd name="connsiteY1" fmla="*/ 47079 h 47079"/>
                <a:gd name="connsiteX2" fmla="*/ 49257 w 49256"/>
                <a:gd name="connsiteY2" fmla="*/ 23540 h 47079"/>
                <a:gd name="connsiteX3" fmla="*/ 25717 w 49256"/>
                <a:gd name="connsiteY3" fmla="*/ 0 h 47079"/>
                <a:gd name="connsiteX4" fmla="*/ 23540 w 49256"/>
                <a:gd name="connsiteY4" fmla="*/ 0 h 47079"/>
                <a:gd name="connsiteX5" fmla="*/ 0 w 49256"/>
                <a:gd name="connsiteY5" fmla="*/ 23540 h 47079"/>
                <a:gd name="connsiteX6" fmla="*/ 23540 w 49256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3540" y="47079"/>
                  </a:move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EC036285-4D3A-6FE8-0FE6-AFD1D6A40C10}"/>
                </a:ext>
              </a:extLst>
            </p:cNvPr>
            <p:cNvSpPr/>
            <p:nvPr/>
          </p:nvSpPr>
          <p:spPr>
            <a:xfrm>
              <a:off x="2407142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02A005CF-17E3-A111-63FF-BAB3C8D86856}"/>
                </a:ext>
              </a:extLst>
            </p:cNvPr>
            <p:cNvSpPr/>
            <p:nvPr/>
          </p:nvSpPr>
          <p:spPr>
            <a:xfrm>
              <a:off x="1714513" y="3257169"/>
              <a:ext cx="49256" cy="47079"/>
            </a:xfrm>
            <a:custGeom>
              <a:avLst/>
              <a:gdLst>
                <a:gd name="connsiteX0" fmla="*/ 25717 w 49256"/>
                <a:gd name="connsiteY0" fmla="*/ 0 h 47079"/>
                <a:gd name="connsiteX1" fmla="*/ 23540 w 49256"/>
                <a:gd name="connsiteY1" fmla="*/ 0 h 47079"/>
                <a:gd name="connsiteX2" fmla="*/ 0 w 49256"/>
                <a:gd name="connsiteY2" fmla="*/ 23540 h 47079"/>
                <a:gd name="connsiteX3" fmla="*/ 23540 w 49256"/>
                <a:gd name="connsiteY3" fmla="*/ 47079 h 47079"/>
                <a:gd name="connsiteX4" fmla="*/ 25717 w 49256"/>
                <a:gd name="connsiteY4" fmla="*/ 47079 h 47079"/>
                <a:gd name="connsiteX5" fmla="*/ 49257 w 49256"/>
                <a:gd name="connsiteY5" fmla="*/ 23540 h 47079"/>
                <a:gd name="connsiteX6" fmla="*/ 25717 w 49256"/>
                <a:gd name="connsiteY6" fmla="*/ 0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256" h="47079">
                  <a:moveTo>
                    <a:pt x="25717" y="0"/>
                  </a:moveTo>
                  <a:lnTo>
                    <a:pt x="23540" y="0"/>
                  </a:lnTo>
                  <a:cubicBezTo>
                    <a:pt x="10536" y="0"/>
                    <a:pt x="0" y="10536"/>
                    <a:pt x="0" y="23540"/>
                  </a:cubicBezTo>
                  <a:cubicBezTo>
                    <a:pt x="0" y="36543"/>
                    <a:pt x="10536" y="47079"/>
                    <a:pt x="23540" y="47079"/>
                  </a:cubicBezTo>
                  <a:lnTo>
                    <a:pt x="25717" y="47079"/>
                  </a:lnTo>
                  <a:cubicBezTo>
                    <a:pt x="38721" y="47079"/>
                    <a:pt x="49257" y="36543"/>
                    <a:pt x="49257" y="23540"/>
                  </a:cubicBezTo>
                  <a:cubicBezTo>
                    <a:pt x="49257" y="10536"/>
                    <a:pt x="38721" y="0"/>
                    <a:pt x="2571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00C7464E-B377-43C3-05E0-DDBF3D5E8A4D}"/>
                </a:ext>
              </a:extLst>
            </p:cNvPr>
            <p:cNvSpPr/>
            <p:nvPr/>
          </p:nvSpPr>
          <p:spPr>
            <a:xfrm>
              <a:off x="171499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434776A6-92B5-546E-2A19-53A85A5E3CDE}"/>
                </a:ext>
              </a:extLst>
            </p:cNvPr>
            <p:cNvSpPr/>
            <p:nvPr/>
          </p:nvSpPr>
          <p:spPr>
            <a:xfrm>
              <a:off x="112129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23C1ECA0-0F35-32F9-32F4-32E1ED3D09FF}"/>
                </a:ext>
              </a:extLst>
            </p:cNvPr>
            <p:cNvSpPr/>
            <p:nvPr/>
          </p:nvSpPr>
          <p:spPr>
            <a:xfrm>
              <a:off x="161603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1667FAE6-D155-BABB-0026-990A3DB05081}"/>
                </a:ext>
              </a:extLst>
            </p:cNvPr>
            <p:cNvSpPr/>
            <p:nvPr/>
          </p:nvSpPr>
          <p:spPr>
            <a:xfrm>
              <a:off x="270447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0DA75A1F-C61E-AF49-8606-AF73A517C612}"/>
                </a:ext>
              </a:extLst>
            </p:cNvPr>
            <p:cNvSpPr/>
            <p:nvPr/>
          </p:nvSpPr>
          <p:spPr>
            <a:xfrm>
              <a:off x="2110792" y="3334320"/>
              <a:ext cx="48288" cy="46087"/>
            </a:xfrm>
            <a:custGeom>
              <a:avLst/>
              <a:gdLst>
                <a:gd name="connsiteX0" fmla="*/ 23056 w 48288"/>
                <a:gd name="connsiteY0" fmla="*/ 46087 h 46087"/>
                <a:gd name="connsiteX1" fmla="*/ 25233 w 48288"/>
                <a:gd name="connsiteY1" fmla="*/ 46087 h 46087"/>
                <a:gd name="connsiteX2" fmla="*/ 48289 w 48288"/>
                <a:gd name="connsiteY2" fmla="*/ 23044 h 46087"/>
                <a:gd name="connsiteX3" fmla="*/ 25233 w 48288"/>
                <a:gd name="connsiteY3" fmla="*/ 0 h 46087"/>
                <a:gd name="connsiteX4" fmla="*/ 23056 w 48288"/>
                <a:gd name="connsiteY4" fmla="*/ 0 h 46087"/>
                <a:gd name="connsiteX5" fmla="*/ 0 w 48288"/>
                <a:gd name="connsiteY5" fmla="*/ 23044 h 46087"/>
                <a:gd name="connsiteX6" fmla="*/ 23056 w 48288"/>
                <a:gd name="connsiteY6" fmla="*/ 46087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3056" y="46087"/>
                  </a:move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CA22BF4B-BC7C-B062-6887-C45F6349B0E5}"/>
                </a:ext>
              </a:extLst>
            </p:cNvPr>
            <p:cNvSpPr/>
            <p:nvPr/>
          </p:nvSpPr>
          <p:spPr>
            <a:xfrm>
              <a:off x="92340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41F1DA4E-EDA6-E730-C917-96494CA336B0}"/>
                </a:ext>
              </a:extLst>
            </p:cNvPr>
            <p:cNvSpPr/>
            <p:nvPr/>
          </p:nvSpPr>
          <p:spPr>
            <a:xfrm>
              <a:off x="102235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085CE557-FE45-DB50-F301-F1F5B136A257}"/>
                </a:ext>
              </a:extLst>
            </p:cNvPr>
            <p:cNvSpPr/>
            <p:nvPr/>
          </p:nvSpPr>
          <p:spPr>
            <a:xfrm>
              <a:off x="181394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4C814B0B-8321-0D09-71E3-A6358A6547AD}"/>
                </a:ext>
              </a:extLst>
            </p:cNvPr>
            <p:cNvSpPr/>
            <p:nvPr/>
          </p:nvSpPr>
          <p:spPr>
            <a:xfrm>
              <a:off x="131919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C4261F60-1BBF-9C75-65F2-506C9546CE5E}"/>
                </a:ext>
              </a:extLst>
            </p:cNvPr>
            <p:cNvSpPr/>
            <p:nvPr/>
          </p:nvSpPr>
          <p:spPr>
            <a:xfrm>
              <a:off x="300131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0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26C0152A-BA74-EB31-C05E-2EA5BD02E028}"/>
                </a:ext>
              </a:extLst>
            </p:cNvPr>
            <p:cNvSpPr/>
            <p:nvPr/>
          </p:nvSpPr>
          <p:spPr>
            <a:xfrm>
              <a:off x="141815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DC3AA653-1367-87DA-F3F2-4672E4706585}"/>
                </a:ext>
              </a:extLst>
            </p:cNvPr>
            <p:cNvSpPr/>
            <p:nvPr/>
          </p:nvSpPr>
          <p:spPr>
            <a:xfrm>
              <a:off x="201184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A02401D3-3CF3-29DE-DD01-F78262A0B497}"/>
                </a:ext>
              </a:extLst>
            </p:cNvPr>
            <p:cNvSpPr/>
            <p:nvPr/>
          </p:nvSpPr>
          <p:spPr>
            <a:xfrm>
              <a:off x="1912882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374A177C-B481-D430-2373-35960B48F49D}"/>
                </a:ext>
              </a:extLst>
            </p:cNvPr>
            <p:cNvSpPr/>
            <p:nvPr/>
          </p:nvSpPr>
          <p:spPr>
            <a:xfrm>
              <a:off x="290238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72821C6C-EBBA-1CE3-AD16-6021A8BE3F3B}"/>
                </a:ext>
              </a:extLst>
            </p:cNvPr>
            <p:cNvSpPr/>
            <p:nvPr/>
          </p:nvSpPr>
          <p:spPr>
            <a:xfrm>
              <a:off x="151710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DE9C8FCA-B385-5C7C-E9C1-CE81662F707B}"/>
                </a:ext>
              </a:extLst>
            </p:cNvPr>
            <p:cNvSpPr/>
            <p:nvPr/>
          </p:nvSpPr>
          <p:spPr>
            <a:xfrm>
              <a:off x="122025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E8D46A8A-E2DA-68A1-205D-4A8F31F96560}"/>
                </a:ext>
              </a:extLst>
            </p:cNvPr>
            <p:cNvSpPr/>
            <p:nvPr/>
          </p:nvSpPr>
          <p:spPr>
            <a:xfrm>
              <a:off x="2803433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0942CB91-31FC-BC4C-578E-BA52E2549BB2}"/>
                </a:ext>
              </a:extLst>
            </p:cNvPr>
            <p:cNvSpPr/>
            <p:nvPr/>
          </p:nvSpPr>
          <p:spPr>
            <a:xfrm>
              <a:off x="2209728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BE4DC9FA-0804-4992-38C0-ECB2A97FA48E}"/>
                </a:ext>
              </a:extLst>
            </p:cNvPr>
            <p:cNvSpPr/>
            <p:nvPr/>
          </p:nvSpPr>
          <p:spPr>
            <a:xfrm>
              <a:off x="2605535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58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CEB4A7DB-733D-44A5-6022-D3E0037544FD}"/>
                </a:ext>
              </a:extLst>
            </p:cNvPr>
            <p:cNvSpPr/>
            <p:nvPr/>
          </p:nvSpPr>
          <p:spPr>
            <a:xfrm>
              <a:off x="626561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98DE290F-14F3-EE92-5D94-AD221242FFE6}"/>
                </a:ext>
              </a:extLst>
            </p:cNvPr>
            <p:cNvSpPr/>
            <p:nvPr/>
          </p:nvSpPr>
          <p:spPr>
            <a:xfrm>
              <a:off x="250658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8E374C2F-D08C-FC99-F2FA-C2CD257172A1}"/>
                </a:ext>
              </a:extLst>
            </p:cNvPr>
            <p:cNvSpPr/>
            <p:nvPr/>
          </p:nvSpPr>
          <p:spPr>
            <a:xfrm>
              <a:off x="725510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CFC5A09-3BED-0FCB-CAE9-892DAA3255C1}"/>
                </a:ext>
              </a:extLst>
            </p:cNvPr>
            <p:cNvSpPr/>
            <p:nvPr/>
          </p:nvSpPr>
          <p:spPr>
            <a:xfrm>
              <a:off x="824447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40C19FA5-5F42-79F7-8138-4D50C5425278}"/>
                </a:ext>
              </a:extLst>
            </p:cNvPr>
            <p:cNvSpPr/>
            <p:nvPr/>
          </p:nvSpPr>
          <p:spPr>
            <a:xfrm>
              <a:off x="230868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2872C490-7E54-08EB-B2E2-2AA55016CA0A}"/>
                </a:ext>
              </a:extLst>
            </p:cNvPr>
            <p:cNvSpPr/>
            <p:nvPr/>
          </p:nvSpPr>
          <p:spPr>
            <a:xfrm>
              <a:off x="2407626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8" y="46087"/>
                    <a:pt x="48289" y="35769"/>
                    <a:pt x="48289" y="23044"/>
                  </a:cubicBezTo>
                  <a:cubicBezTo>
                    <a:pt x="48289" y="10318"/>
                    <a:pt x="37971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706F19C1-26A5-1C74-5FB0-980975C136A1}"/>
                </a:ext>
              </a:extLst>
            </p:cNvPr>
            <p:cNvSpPr/>
            <p:nvPr/>
          </p:nvSpPr>
          <p:spPr>
            <a:xfrm>
              <a:off x="3100279" y="3334308"/>
              <a:ext cx="48288" cy="46087"/>
            </a:xfrm>
            <a:custGeom>
              <a:avLst/>
              <a:gdLst>
                <a:gd name="connsiteX0" fmla="*/ 25233 w 48288"/>
                <a:gd name="connsiteY0" fmla="*/ 0 h 46087"/>
                <a:gd name="connsiteX1" fmla="*/ 23056 w 48288"/>
                <a:gd name="connsiteY1" fmla="*/ 0 h 46087"/>
                <a:gd name="connsiteX2" fmla="*/ 0 w 48288"/>
                <a:gd name="connsiteY2" fmla="*/ 23044 h 46087"/>
                <a:gd name="connsiteX3" fmla="*/ 23056 w 48288"/>
                <a:gd name="connsiteY3" fmla="*/ 46087 h 46087"/>
                <a:gd name="connsiteX4" fmla="*/ 25233 w 48288"/>
                <a:gd name="connsiteY4" fmla="*/ 46087 h 46087"/>
                <a:gd name="connsiteX5" fmla="*/ 48289 w 48288"/>
                <a:gd name="connsiteY5" fmla="*/ 23044 h 46087"/>
                <a:gd name="connsiteX6" fmla="*/ 25233 w 48288"/>
                <a:gd name="connsiteY6" fmla="*/ 0 h 4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88" h="46087">
                  <a:moveTo>
                    <a:pt x="25233" y="0"/>
                  </a:moveTo>
                  <a:lnTo>
                    <a:pt x="23056" y="0"/>
                  </a:lnTo>
                  <a:cubicBezTo>
                    <a:pt x="10330" y="0"/>
                    <a:pt x="0" y="10318"/>
                    <a:pt x="0" y="23044"/>
                  </a:cubicBezTo>
                  <a:cubicBezTo>
                    <a:pt x="0" y="35769"/>
                    <a:pt x="10318" y="46087"/>
                    <a:pt x="23056" y="46087"/>
                  </a:cubicBezTo>
                  <a:lnTo>
                    <a:pt x="25233" y="46087"/>
                  </a:lnTo>
                  <a:cubicBezTo>
                    <a:pt x="37959" y="46087"/>
                    <a:pt x="48289" y="35769"/>
                    <a:pt x="48289" y="23044"/>
                  </a:cubicBezTo>
                  <a:cubicBezTo>
                    <a:pt x="48289" y="10318"/>
                    <a:pt x="37959" y="0"/>
                    <a:pt x="2523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821C0576-0D88-FA75-EB01-7127E4F30BEA}"/>
                </a:ext>
              </a:extLst>
            </p:cNvPr>
            <p:cNvSpPr/>
            <p:nvPr/>
          </p:nvSpPr>
          <p:spPr>
            <a:xfrm>
              <a:off x="141864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DD77051C-8926-257F-EDFD-8D5FA595FAEF}"/>
                </a:ext>
              </a:extLst>
            </p:cNvPr>
            <p:cNvSpPr/>
            <p:nvPr/>
          </p:nvSpPr>
          <p:spPr>
            <a:xfrm>
              <a:off x="250708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159220A9-7E8F-49BD-82F0-A22E24FF0407}"/>
                </a:ext>
              </a:extLst>
            </p:cNvPr>
            <p:cNvSpPr/>
            <p:nvPr/>
          </p:nvSpPr>
          <p:spPr>
            <a:xfrm>
              <a:off x="2606031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0B35B6A-00EE-A9A7-2D5C-BF59C8F4EF5A}"/>
                </a:ext>
              </a:extLst>
            </p:cNvPr>
            <p:cNvSpPr/>
            <p:nvPr/>
          </p:nvSpPr>
          <p:spPr>
            <a:xfrm>
              <a:off x="122074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A1EDFDA0-6210-52DA-3D9B-3933C092CAFC}"/>
                </a:ext>
              </a:extLst>
            </p:cNvPr>
            <p:cNvSpPr/>
            <p:nvPr/>
          </p:nvSpPr>
          <p:spPr>
            <a:xfrm>
              <a:off x="2309185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2E739D53-183C-273F-B700-CF3EF3BA8B22}"/>
                </a:ext>
              </a:extLst>
            </p:cNvPr>
            <p:cNvSpPr/>
            <p:nvPr/>
          </p:nvSpPr>
          <p:spPr>
            <a:xfrm>
              <a:off x="1319686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33B4D895-F70A-94E9-A3BD-948B1E429CE7}"/>
                </a:ext>
              </a:extLst>
            </p:cNvPr>
            <p:cNvSpPr/>
            <p:nvPr/>
          </p:nvSpPr>
          <p:spPr>
            <a:xfrm>
              <a:off x="171549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D2D19484-070E-63C0-7E0C-C8D03D0848D9}"/>
                </a:ext>
              </a:extLst>
            </p:cNvPr>
            <p:cNvSpPr/>
            <p:nvPr/>
          </p:nvSpPr>
          <p:spPr>
            <a:xfrm>
              <a:off x="201233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1BEE2F72-32FF-BD64-D0D1-929C03736D91}"/>
                </a:ext>
              </a:extLst>
            </p:cNvPr>
            <p:cNvSpPr/>
            <p:nvPr/>
          </p:nvSpPr>
          <p:spPr>
            <a:xfrm>
              <a:off x="2210224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5C0572D6-7A56-C8CC-DD8A-21014C1F0F06}"/>
                </a:ext>
              </a:extLst>
            </p:cNvPr>
            <p:cNvSpPr/>
            <p:nvPr/>
          </p:nvSpPr>
          <p:spPr>
            <a:xfrm>
              <a:off x="1814442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A6E10C41-BF7F-95F0-45D9-EE807C9F7957}"/>
                </a:ext>
              </a:extLst>
            </p:cNvPr>
            <p:cNvSpPr/>
            <p:nvPr/>
          </p:nvSpPr>
          <p:spPr>
            <a:xfrm>
              <a:off x="280392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263C24B-1AF3-1BC6-37D0-B3670B03A757}"/>
                </a:ext>
              </a:extLst>
            </p:cNvPr>
            <p:cNvSpPr/>
            <p:nvPr/>
          </p:nvSpPr>
          <p:spPr>
            <a:xfrm>
              <a:off x="151759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E7E3BC16-64B8-1917-C5F9-A35C6679A3D7}"/>
                </a:ext>
              </a:extLst>
            </p:cNvPr>
            <p:cNvSpPr/>
            <p:nvPr/>
          </p:nvSpPr>
          <p:spPr>
            <a:xfrm>
              <a:off x="240812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E2ACB40C-C30B-26D9-88AB-DFC7B333354B}"/>
                </a:ext>
              </a:extLst>
            </p:cNvPr>
            <p:cNvSpPr/>
            <p:nvPr/>
          </p:nvSpPr>
          <p:spPr>
            <a:xfrm>
              <a:off x="161653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B444223D-9FA7-18A0-EC83-7ADD0B4B0991}"/>
                </a:ext>
              </a:extLst>
            </p:cNvPr>
            <p:cNvSpPr/>
            <p:nvPr/>
          </p:nvSpPr>
          <p:spPr>
            <a:xfrm>
              <a:off x="2902877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470E271E-637F-C45B-09BC-9FC5A7D03E49}"/>
                </a:ext>
              </a:extLst>
            </p:cNvPr>
            <p:cNvSpPr/>
            <p:nvPr/>
          </p:nvSpPr>
          <p:spPr>
            <a:xfrm>
              <a:off x="726006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CE6F64C0-CE8E-0172-DACD-0BCBA0067EA4}"/>
                </a:ext>
              </a:extLst>
            </p:cNvPr>
            <p:cNvSpPr/>
            <p:nvPr/>
          </p:nvSpPr>
          <p:spPr>
            <a:xfrm>
              <a:off x="102285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40DEB887-8E6E-5E92-8F69-EF5F2E1AA44E}"/>
                </a:ext>
              </a:extLst>
            </p:cNvPr>
            <p:cNvSpPr/>
            <p:nvPr/>
          </p:nvSpPr>
          <p:spPr>
            <a:xfrm>
              <a:off x="923903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6B8EB3E2-EC0F-FB47-0388-458036527142}"/>
                </a:ext>
              </a:extLst>
            </p:cNvPr>
            <p:cNvSpPr/>
            <p:nvPr/>
          </p:nvSpPr>
          <p:spPr>
            <a:xfrm>
              <a:off x="824942" y="3411447"/>
              <a:ext cx="47296" cy="45119"/>
            </a:xfrm>
            <a:custGeom>
              <a:avLst/>
              <a:gdLst>
                <a:gd name="connsiteX0" fmla="*/ 24737 w 47296"/>
                <a:gd name="connsiteY0" fmla="*/ 0 h 45119"/>
                <a:gd name="connsiteX1" fmla="*/ 22560 w 47296"/>
                <a:gd name="connsiteY1" fmla="*/ 0 h 45119"/>
                <a:gd name="connsiteX2" fmla="*/ 0 w 47296"/>
                <a:gd name="connsiteY2" fmla="*/ 22560 h 45119"/>
                <a:gd name="connsiteX3" fmla="*/ 22560 w 47296"/>
                <a:gd name="connsiteY3" fmla="*/ 45120 h 45119"/>
                <a:gd name="connsiteX4" fmla="*/ 24737 w 47296"/>
                <a:gd name="connsiteY4" fmla="*/ 45120 h 45119"/>
                <a:gd name="connsiteX5" fmla="*/ 47297 w 47296"/>
                <a:gd name="connsiteY5" fmla="*/ 22560 h 45119"/>
                <a:gd name="connsiteX6" fmla="*/ 24737 w 47296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2F75D451-77E1-EC60-2E09-E86EF92067E4}"/>
                </a:ext>
              </a:extLst>
            </p:cNvPr>
            <p:cNvSpPr/>
            <p:nvPr/>
          </p:nvSpPr>
          <p:spPr>
            <a:xfrm>
              <a:off x="270496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10949036-D35C-493F-6A47-5C79B58038E8}"/>
                </a:ext>
              </a:extLst>
            </p:cNvPr>
            <p:cNvSpPr/>
            <p:nvPr/>
          </p:nvSpPr>
          <p:spPr>
            <a:xfrm>
              <a:off x="1121789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209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6AB01CAF-D905-ECF7-E93E-CC0050FA5DAC}"/>
                </a:ext>
              </a:extLst>
            </p:cNvPr>
            <p:cNvSpPr/>
            <p:nvPr/>
          </p:nvSpPr>
          <p:spPr>
            <a:xfrm>
              <a:off x="628670" y="3411435"/>
              <a:ext cx="45673" cy="45010"/>
            </a:xfrm>
            <a:custGeom>
              <a:avLst/>
              <a:gdLst>
                <a:gd name="connsiteX0" fmla="*/ 23173 w 45673"/>
                <a:gd name="connsiteY0" fmla="*/ 45011 h 45010"/>
                <a:gd name="connsiteX1" fmla="*/ 45648 w 45673"/>
                <a:gd name="connsiteY1" fmla="*/ 21423 h 45010"/>
                <a:gd name="connsiteX2" fmla="*/ 22532 w 45673"/>
                <a:gd name="connsiteY2" fmla="*/ 0 h 45010"/>
                <a:gd name="connsiteX3" fmla="*/ 20995 w 45673"/>
                <a:gd name="connsiteY3" fmla="*/ 0 h 45010"/>
                <a:gd name="connsiteX4" fmla="*/ 8 w 45673"/>
                <a:gd name="connsiteY4" fmla="*/ 14588 h 45010"/>
                <a:gd name="connsiteX5" fmla="*/ 20 w 45673"/>
                <a:gd name="connsiteY5" fmla="*/ 14721 h 45010"/>
                <a:gd name="connsiteX6" fmla="*/ 17705 w 45673"/>
                <a:gd name="connsiteY6" fmla="*/ 44611 h 45010"/>
                <a:gd name="connsiteX7" fmla="*/ 17814 w 45673"/>
                <a:gd name="connsiteY7" fmla="*/ 44684 h 45010"/>
                <a:gd name="connsiteX8" fmla="*/ 21007 w 45673"/>
                <a:gd name="connsiteY8" fmla="*/ 44999 h 45010"/>
                <a:gd name="connsiteX9" fmla="*/ 23173 w 45673"/>
                <a:gd name="connsiteY9" fmla="*/ 44999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73" h="45010">
                  <a:moveTo>
                    <a:pt x="23173" y="45011"/>
                  </a:moveTo>
                  <a:cubicBezTo>
                    <a:pt x="35958" y="45011"/>
                    <a:pt x="46253" y="34342"/>
                    <a:pt x="45648" y="21423"/>
                  </a:cubicBezTo>
                  <a:cubicBezTo>
                    <a:pt x="45079" y="9314"/>
                    <a:pt x="34652" y="0"/>
                    <a:pt x="22532" y="0"/>
                  </a:cubicBezTo>
                  <a:lnTo>
                    <a:pt x="20995" y="0"/>
                  </a:lnTo>
                  <a:cubicBezTo>
                    <a:pt x="11367" y="0"/>
                    <a:pt x="3214" y="6084"/>
                    <a:pt x="8" y="14588"/>
                  </a:cubicBezTo>
                  <a:cubicBezTo>
                    <a:pt x="-4" y="14637"/>
                    <a:pt x="-4" y="14685"/>
                    <a:pt x="20" y="14721"/>
                  </a:cubicBezTo>
                  <a:cubicBezTo>
                    <a:pt x="5802" y="24761"/>
                    <a:pt x="11693" y="34729"/>
                    <a:pt x="17705" y="44611"/>
                  </a:cubicBezTo>
                  <a:cubicBezTo>
                    <a:pt x="17729" y="44648"/>
                    <a:pt x="17766" y="44672"/>
                    <a:pt x="17814" y="44684"/>
                  </a:cubicBezTo>
                  <a:cubicBezTo>
                    <a:pt x="18866" y="44841"/>
                    <a:pt x="19919" y="44999"/>
                    <a:pt x="21007" y="44999"/>
                  </a:cubicBezTo>
                  <a:lnTo>
                    <a:pt x="23173" y="44999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DBDDFAD2-BCA5-2289-6FF2-7828FCC6D98F}"/>
                </a:ext>
              </a:extLst>
            </p:cNvPr>
            <p:cNvSpPr/>
            <p:nvPr/>
          </p:nvSpPr>
          <p:spPr>
            <a:xfrm>
              <a:off x="2111288" y="3411435"/>
              <a:ext cx="47296" cy="45119"/>
            </a:xfrm>
            <a:custGeom>
              <a:avLst/>
              <a:gdLst>
                <a:gd name="connsiteX0" fmla="*/ 22560 w 47296"/>
                <a:gd name="connsiteY0" fmla="*/ 45120 h 45119"/>
                <a:gd name="connsiteX1" fmla="*/ 24737 w 47296"/>
                <a:gd name="connsiteY1" fmla="*/ 45120 h 45119"/>
                <a:gd name="connsiteX2" fmla="*/ 47297 w 47296"/>
                <a:gd name="connsiteY2" fmla="*/ 22560 h 45119"/>
                <a:gd name="connsiteX3" fmla="*/ 24737 w 47296"/>
                <a:gd name="connsiteY3" fmla="*/ 0 h 45119"/>
                <a:gd name="connsiteX4" fmla="*/ 22560 w 47296"/>
                <a:gd name="connsiteY4" fmla="*/ 0 h 45119"/>
                <a:gd name="connsiteX5" fmla="*/ 0 w 47296"/>
                <a:gd name="connsiteY5" fmla="*/ 22560 h 45119"/>
                <a:gd name="connsiteX6" fmla="*/ 22560 w 47296"/>
                <a:gd name="connsiteY6" fmla="*/ 4512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6" h="45119">
                  <a:moveTo>
                    <a:pt x="22560" y="45120"/>
                  </a:move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0"/>
                    <a:pt x="37196" y="0"/>
                    <a:pt x="24737" y="0"/>
                  </a:cubicBezTo>
                  <a:lnTo>
                    <a:pt x="22560" y="0"/>
                  </a:lnTo>
                  <a:cubicBezTo>
                    <a:pt x="10100" y="0"/>
                    <a:pt x="0" y="10100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A73855EA-5DF2-C058-FD13-4BE38EB6D701}"/>
                </a:ext>
              </a:extLst>
            </p:cNvPr>
            <p:cNvSpPr/>
            <p:nvPr/>
          </p:nvSpPr>
          <p:spPr>
            <a:xfrm>
              <a:off x="3001814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0" y="0"/>
                    <a:pt x="0" y="10101"/>
                    <a:pt x="0" y="22560"/>
                  </a:cubicBezTo>
                  <a:cubicBezTo>
                    <a:pt x="0" y="35019"/>
                    <a:pt x="10100" y="45120"/>
                    <a:pt x="22560" y="45120"/>
                  </a:cubicBezTo>
                  <a:lnTo>
                    <a:pt x="24737" y="45120"/>
                  </a:lnTo>
                  <a:cubicBezTo>
                    <a:pt x="37197" y="45120"/>
                    <a:pt x="47297" y="35019"/>
                    <a:pt x="47297" y="22560"/>
                  </a:cubicBezTo>
                  <a:cubicBezTo>
                    <a:pt x="47297" y="10101"/>
                    <a:pt x="37197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7D05B3A3-A20D-3B73-3974-296090E15C93}"/>
                </a:ext>
              </a:extLst>
            </p:cNvPr>
            <p:cNvSpPr/>
            <p:nvPr/>
          </p:nvSpPr>
          <p:spPr>
            <a:xfrm>
              <a:off x="3100774" y="3411556"/>
              <a:ext cx="45685" cy="45010"/>
            </a:xfrm>
            <a:custGeom>
              <a:avLst/>
              <a:gdLst>
                <a:gd name="connsiteX0" fmla="*/ 24678 w 45685"/>
                <a:gd name="connsiteY0" fmla="*/ 0 h 45010"/>
                <a:gd name="connsiteX1" fmla="*/ 23141 w 45685"/>
                <a:gd name="connsiteY1" fmla="*/ 0 h 45010"/>
                <a:gd name="connsiteX2" fmla="*/ 25 w 45685"/>
                <a:gd name="connsiteY2" fmla="*/ 21423 h 45010"/>
                <a:gd name="connsiteX3" fmla="*/ 22501 w 45685"/>
                <a:gd name="connsiteY3" fmla="*/ 45011 h 45010"/>
                <a:gd name="connsiteX4" fmla="*/ 24678 w 45685"/>
                <a:gd name="connsiteY4" fmla="*/ 45011 h 45010"/>
                <a:gd name="connsiteX5" fmla="*/ 27871 w 45685"/>
                <a:gd name="connsiteY5" fmla="*/ 44696 h 45010"/>
                <a:gd name="connsiteX6" fmla="*/ 27980 w 45685"/>
                <a:gd name="connsiteY6" fmla="*/ 44624 h 45010"/>
                <a:gd name="connsiteX7" fmla="*/ 45665 w 45685"/>
                <a:gd name="connsiteY7" fmla="*/ 14733 h 45010"/>
                <a:gd name="connsiteX8" fmla="*/ 45677 w 45685"/>
                <a:gd name="connsiteY8" fmla="*/ 14600 h 45010"/>
                <a:gd name="connsiteX9" fmla="*/ 24678 w 45685"/>
                <a:gd name="connsiteY9" fmla="*/ 0 h 4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685" h="45010">
                  <a:moveTo>
                    <a:pt x="24678" y="0"/>
                  </a:moveTo>
                  <a:lnTo>
                    <a:pt x="23141" y="0"/>
                  </a:lnTo>
                  <a:cubicBezTo>
                    <a:pt x="11021" y="0"/>
                    <a:pt x="594" y="9314"/>
                    <a:pt x="25" y="21423"/>
                  </a:cubicBezTo>
                  <a:cubicBezTo>
                    <a:pt x="-580" y="34342"/>
                    <a:pt x="9715" y="45011"/>
                    <a:pt x="22501" y="45011"/>
                  </a:cubicBezTo>
                  <a:lnTo>
                    <a:pt x="24678" y="45011"/>
                  </a:lnTo>
                  <a:cubicBezTo>
                    <a:pt x="25779" y="45011"/>
                    <a:pt x="26819" y="44841"/>
                    <a:pt x="27871" y="44696"/>
                  </a:cubicBezTo>
                  <a:cubicBezTo>
                    <a:pt x="27920" y="44684"/>
                    <a:pt x="27956" y="44660"/>
                    <a:pt x="27980" y="44624"/>
                  </a:cubicBezTo>
                  <a:cubicBezTo>
                    <a:pt x="33992" y="34741"/>
                    <a:pt x="39883" y="24774"/>
                    <a:pt x="45665" y="14733"/>
                  </a:cubicBezTo>
                  <a:cubicBezTo>
                    <a:pt x="45689" y="14697"/>
                    <a:pt x="45689" y="14649"/>
                    <a:pt x="45677" y="14600"/>
                  </a:cubicBezTo>
                  <a:cubicBezTo>
                    <a:pt x="42460" y="6085"/>
                    <a:pt x="34306" y="0"/>
                    <a:pt x="246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23F2ED98-53E3-C694-31A4-9790018100AE}"/>
                </a:ext>
              </a:extLst>
            </p:cNvPr>
            <p:cNvSpPr/>
            <p:nvPr/>
          </p:nvSpPr>
          <p:spPr>
            <a:xfrm>
              <a:off x="1913378" y="3411447"/>
              <a:ext cx="47297" cy="45119"/>
            </a:xfrm>
            <a:custGeom>
              <a:avLst/>
              <a:gdLst>
                <a:gd name="connsiteX0" fmla="*/ 24737 w 47297"/>
                <a:gd name="connsiteY0" fmla="*/ 0 h 45119"/>
                <a:gd name="connsiteX1" fmla="*/ 22560 w 47297"/>
                <a:gd name="connsiteY1" fmla="*/ 0 h 45119"/>
                <a:gd name="connsiteX2" fmla="*/ 0 w 47297"/>
                <a:gd name="connsiteY2" fmla="*/ 22560 h 45119"/>
                <a:gd name="connsiteX3" fmla="*/ 22560 w 47297"/>
                <a:gd name="connsiteY3" fmla="*/ 45120 h 45119"/>
                <a:gd name="connsiteX4" fmla="*/ 24737 w 47297"/>
                <a:gd name="connsiteY4" fmla="*/ 45120 h 45119"/>
                <a:gd name="connsiteX5" fmla="*/ 47297 w 47297"/>
                <a:gd name="connsiteY5" fmla="*/ 22560 h 45119"/>
                <a:gd name="connsiteX6" fmla="*/ 24737 w 47297"/>
                <a:gd name="connsiteY6" fmla="*/ 0 h 4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7" h="45119">
                  <a:moveTo>
                    <a:pt x="24737" y="0"/>
                  </a:moveTo>
                  <a:lnTo>
                    <a:pt x="22560" y="0"/>
                  </a:lnTo>
                  <a:cubicBezTo>
                    <a:pt x="10101" y="0"/>
                    <a:pt x="0" y="10101"/>
                    <a:pt x="0" y="22560"/>
                  </a:cubicBezTo>
                  <a:cubicBezTo>
                    <a:pt x="0" y="35019"/>
                    <a:pt x="10101" y="45120"/>
                    <a:pt x="22560" y="45120"/>
                  </a:cubicBezTo>
                  <a:lnTo>
                    <a:pt x="24737" y="45120"/>
                  </a:lnTo>
                  <a:cubicBezTo>
                    <a:pt x="37196" y="45120"/>
                    <a:pt x="47297" y="35019"/>
                    <a:pt x="47297" y="22560"/>
                  </a:cubicBezTo>
                  <a:cubicBezTo>
                    <a:pt x="47297" y="10101"/>
                    <a:pt x="37196" y="0"/>
                    <a:pt x="2473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626AFF7D-A943-DC64-DBB4-7B34597ED5A2}"/>
                </a:ext>
              </a:extLst>
            </p:cNvPr>
            <p:cNvSpPr/>
            <p:nvPr/>
          </p:nvSpPr>
          <p:spPr>
            <a:xfrm>
              <a:off x="1617028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217FC968-CEF2-7DC5-9DBD-0AB5829D0ABC}"/>
                </a:ext>
              </a:extLst>
            </p:cNvPr>
            <p:cNvSpPr/>
            <p:nvPr/>
          </p:nvSpPr>
          <p:spPr>
            <a:xfrm>
              <a:off x="102334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50D2E3F7-75F6-B342-53B9-873C296A15A6}"/>
                </a:ext>
              </a:extLst>
            </p:cNvPr>
            <p:cNvSpPr/>
            <p:nvPr/>
          </p:nvSpPr>
          <p:spPr>
            <a:xfrm>
              <a:off x="18149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1F704F63-876F-CA05-1F40-DBE413B85EA9}"/>
                </a:ext>
              </a:extLst>
            </p:cNvPr>
            <p:cNvSpPr/>
            <p:nvPr/>
          </p:nvSpPr>
          <p:spPr>
            <a:xfrm>
              <a:off x="82543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D5C1BBD9-5C09-9E85-69B7-42AC8A6F646B}"/>
                </a:ext>
              </a:extLst>
            </p:cNvPr>
            <p:cNvSpPr/>
            <p:nvPr/>
          </p:nvSpPr>
          <p:spPr>
            <a:xfrm>
              <a:off x="924399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69D3C15B-F9BD-82E2-682A-B21ABA6770C2}"/>
                </a:ext>
              </a:extLst>
            </p:cNvPr>
            <p:cNvSpPr/>
            <p:nvPr/>
          </p:nvSpPr>
          <p:spPr>
            <a:xfrm>
              <a:off x="240861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A5112CFE-EA03-F335-DC01-6398D9E33A5C}"/>
                </a:ext>
              </a:extLst>
            </p:cNvPr>
            <p:cNvSpPr/>
            <p:nvPr/>
          </p:nvSpPr>
          <p:spPr>
            <a:xfrm>
              <a:off x="290337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3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711CB3ED-6AAF-B73A-E6EB-8BC63A8FC34F}"/>
                </a:ext>
              </a:extLst>
            </p:cNvPr>
            <p:cNvSpPr/>
            <p:nvPr/>
          </p:nvSpPr>
          <p:spPr>
            <a:xfrm>
              <a:off x="201283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70CE93E4-F396-D73C-03B4-2613180DD623}"/>
                </a:ext>
              </a:extLst>
            </p:cNvPr>
            <p:cNvSpPr/>
            <p:nvPr/>
          </p:nvSpPr>
          <p:spPr>
            <a:xfrm>
              <a:off x="1715989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3057E47B-06D4-7B05-352D-8AA2E9BBB998}"/>
                </a:ext>
              </a:extLst>
            </p:cNvPr>
            <p:cNvSpPr/>
            <p:nvPr/>
          </p:nvSpPr>
          <p:spPr>
            <a:xfrm>
              <a:off x="2210720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ACFCF9C3-BD33-1302-ED34-4D5A135A9A8A}"/>
                </a:ext>
              </a:extLst>
            </p:cNvPr>
            <p:cNvSpPr/>
            <p:nvPr/>
          </p:nvSpPr>
          <p:spPr>
            <a:xfrm>
              <a:off x="3002310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0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FAB9E825-E844-69AE-7FFC-ACA2C35EDB6F}"/>
                </a:ext>
              </a:extLst>
            </p:cNvPr>
            <p:cNvSpPr/>
            <p:nvPr/>
          </p:nvSpPr>
          <p:spPr>
            <a:xfrm>
              <a:off x="191387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BE3E1D98-3FAF-D6C1-6F3B-67B34AD4DE15}"/>
                </a:ext>
              </a:extLst>
            </p:cNvPr>
            <p:cNvSpPr/>
            <p:nvPr/>
          </p:nvSpPr>
          <p:spPr>
            <a:xfrm>
              <a:off x="72650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14EBE688-5387-FE3E-EA89-3C5BEE137019}"/>
                </a:ext>
              </a:extLst>
            </p:cNvPr>
            <p:cNvSpPr/>
            <p:nvPr/>
          </p:nvSpPr>
          <p:spPr>
            <a:xfrm>
              <a:off x="2507578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9342DE27-5F2F-F606-565A-5C43491994F6}"/>
                </a:ext>
              </a:extLst>
            </p:cNvPr>
            <p:cNvSpPr/>
            <p:nvPr/>
          </p:nvSpPr>
          <p:spPr>
            <a:xfrm>
              <a:off x="2309681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4A783B88-D174-2F95-1DC0-E4857B305E7A}"/>
                </a:ext>
              </a:extLst>
            </p:cNvPr>
            <p:cNvSpPr/>
            <p:nvPr/>
          </p:nvSpPr>
          <p:spPr>
            <a:xfrm>
              <a:off x="1419143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518C4761-8D63-82B4-EDEF-A41187721669}"/>
                </a:ext>
              </a:extLst>
            </p:cNvPr>
            <p:cNvSpPr/>
            <p:nvPr/>
          </p:nvSpPr>
          <p:spPr>
            <a:xfrm>
              <a:off x="122124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800D07A1-5F48-982D-F564-F013C4F28753}"/>
                </a:ext>
              </a:extLst>
            </p:cNvPr>
            <p:cNvSpPr/>
            <p:nvPr/>
          </p:nvSpPr>
          <p:spPr>
            <a:xfrm>
              <a:off x="2804425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02896BCB-35DE-BACC-06FA-23954194A2CC}"/>
                </a:ext>
              </a:extLst>
            </p:cNvPr>
            <p:cNvSpPr/>
            <p:nvPr/>
          </p:nvSpPr>
          <p:spPr>
            <a:xfrm>
              <a:off x="1320182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61681ED9-DB82-3362-2459-117DEEDE03EA}"/>
                </a:ext>
              </a:extLst>
            </p:cNvPr>
            <p:cNvSpPr/>
            <p:nvPr/>
          </p:nvSpPr>
          <p:spPr>
            <a:xfrm>
              <a:off x="1518091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177ADA94-6FC7-F9DE-3B33-F8D2853EB67A}"/>
                </a:ext>
              </a:extLst>
            </p:cNvPr>
            <p:cNvSpPr/>
            <p:nvPr/>
          </p:nvSpPr>
          <p:spPr>
            <a:xfrm>
              <a:off x="2606527" y="3488574"/>
              <a:ext cx="46304" cy="44127"/>
            </a:xfrm>
            <a:custGeom>
              <a:avLst/>
              <a:gdLst>
                <a:gd name="connsiteX0" fmla="*/ 24241 w 46304"/>
                <a:gd name="connsiteY0" fmla="*/ 0 h 44127"/>
                <a:gd name="connsiteX1" fmla="*/ 22064 w 46304"/>
                <a:gd name="connsiteY1" fmla="*/ 0 h 44127"/>
                <a:gd name="connsiteX2" fmla="*/ 0 w 46304"/>
                <a:gd name="connsiteY2" fmla="*/ 22064 h 44127"/>
                <a:gd name="connsiteX3" fmla="*/ 22064 w 46304"/>
                <a:gd name="connsiteY3" fmla="*/ 44128 h 44127"/>
                <a:gd name="connsiteX4" fmla="*/ 24241 w 46304"/>
                <a:gd name="connsiteY4" fmla="*/ 44128 h 44127"/>
                <a:gd name="connsiteX5" fmla="*/ 46305 w 46304"/>
                <a:gd name="connsiteY5" fmla="*/ 22064 h 44127"/>
                <a:gd name="connsiteX6" fmla="*/ 24241 w 46304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1C73DE41-A0AA-4985-91FE-62FFC7F8D995}"/>
                </a:ext>
              </a:extLst>
            </p:cNvPr>
            <p:cNvSpPr/>
            <p:nvPr/>
          </p:nvSpPr>
          <p:spPr>
            <a:xfrm>
              <a:off x="112228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5" y="44128"/>
                    <a:pt x="46305" y="34245"/>
                    <a:pt x="46305" y="22064"/>
                  </a:cubicBezTo>
                  <a:cubicBezTo>
                    <a:pt x="46305" y="9883"/>
                    <a:pt x="36435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D0289140-BA4B-0CFE-8CAE-A4698B656BB0}"/>
                </a:ext>
              </a:extLst>
            </p:cNvPr>
            <p:cNvSpPr/>
            <p:nvPr/>
          </p:nvSpPr>
          <p:spPr>
            <a:xfrm>
              <a:off x="2705464" y="3488574"/>
              <a:ext cx="46305" cy="44127"/>
            </a:xfrm>
            <a:custGeom>
              <a:avLst/>
              <a:gdLst>
                <a:gd name="connsiteX0" fmla="*/ 24241 w 46305"/>
                <a:gd name="connsiteY0" fmla="*/ 0 h 44127"/>
                <a:gd name="connsiteX1" fmla="*/ 22064 w 46305"/>
                <a:gd name="connsiteY1" fmla="*/ 0 h 44127"/>
                <a:gd name="connsiteX2" fmla="*/ 0 w 46305"/>
                <a:gd name="connsiteY2" fmla="*/ 22064 h 44127"/>
                <a:gd name="connsiteX3" fmla="*/ 22064 w 46305"/>
                <a:gd name="connsiteY3" fmla="*/ 44128 h 44127"/>
                <a:gd name="connsiteX4" fmla="*/ 24241 w 46305"/>
                <a:gd name="connsiteY4" fmla="*/ 44128 h 44127"/>
                <a:gd name="connsiteX5" fmla="*/ 46305 w 46305"/>
                <a:gd name="connsiteY5" fmla="*/ 22064 h 44127"/>
                <a:gd name="connsiteX6" fmla="*/ 24241 w 46305"/>
                <a:gd name="connsiteY6" fmla="*/ 0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5" h="44127">
                  <a:moveTo>
                    <a:pt x="24241" y="0"/>
                  </a:move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83" y="44128"/>
                    <a:pt x="22064" y="44128"/>
                  </a:cubicBez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34" y="0"/>
                    <a:pt x="2424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5E89CBF1-AF95-BCDE-C81D-06664E522D60}"/>
                </a:ext>
              </a:extLst>
            </p:cNvPr>
            <p:cNvSpPr/>
            <p:nvPr/>
          </p:nvSpPr>
          <p:spPr>
            <a:xfrm>
              <a:off x="2111784" y="3488586"/>
              <a:ext cx="46304" cy="44127"/>
            </a:xfrm>
            <a:custGeom>
              <a:avLst/>
              <a:gdLst>
                <a:gd name="connsiteX0" fmla="*/ 22064 w 46304"/>
                <a:gd name="connsiteY0" fmla="*/ 44128 h 44127"/>
                <a:gd name="connsiteX1" fmla="*/ 24241 w 46304"/>
                <a:gd name="connsiteY1" fmla="*/ 44128 h 44127"/>
                <a:gd name="connsiteX2" fmla="*/ 46305 w 46304"/>
                <a:gd name="connsiteY2" fmla="*/ 22064 h 44127"/>
                <a:gd name="connsiteX3" fmla="*/ 24241 w 46304"/>
                <a:gd name="connsiteY3" fmla="*/ 0 h 44127"/>
                <a:gd name="connsiteX4" fmla="*/ 22064 w 46304"/>
                <a:gd name="connsiteY4" fmla="*/ 0 h 44127"/>
                <a:gd name="connsiteX5" fmla="*/ 0 w 46304"/>
                <a:gd name="connsiteY5" fmla="*/ 22064 h 44127"/>
                <a:gd name="connsiteX6" fmla="*/ 22064 w 46304"/>
                <a:gd name="connsiteY6" fmla="*/ 44128 h 4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04" h="44127">
                  <a:moveTo>
                    <a:pt x="22064" y="44128"/>
                  </a:moveTo>
                  <a:lnTo>
                    <a:pt x="24241" y="44128"/>
                  </a:lnTo>
                  <a:cubicBezTo>
                    <a:pt x="36434" y="44128"/>
                    <a:pt x="46305" y="34245"/>
                    <a:pt x="46305" y="22064"/>
                  </a:cubicBezTo>
                  <a:cubicBezTo>
                    <a:pt x="46305" y="9883"/>
                    <a:pt x="36422" y="0"/>
                    <a:pt x="24241" y="0"/>
                  </a:cubicBezTo>
                  <a:lnTo>
                    <a:pt x="22064" y="0"/>
                  </a:lnTo>
                  <a:cubicBezTo>
                    <a:pt x="9871" y="0"/>
                    <a:pt x="0" y="9883"/>
                    <a:pt x="0" y="22064"/>
                  </a:cubicBezTo>
                  <a:cubicBezTo>
                    <a:pt x="0" y="34245"/>
                    <a:pt x="9871" y="44128"/>
                    <a:pt x="22064" y="4412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919C3468-A667-0851-F1F6-1D7E10D5AB1A}"/>
                </a:ext>
              </a:extLst>
            </p:cNvPr>
            <p:cNvSpPr/>
            <p:nvPr/>
          </p:nvSpPr>
          <p:spPr>
            <a:xfrm>
              <a:off x="201331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40553C9-E06E-94BA-EFCA-5228C3F52303}"/>
                </a:ext>
              </a:extLst>
            </p:cNvPr>
            <p:cNvSpPr/>
            <p:nvPr/>
          </p:nvSpPr>
          <p:spPr>
            <a:xfrm>
              <a:off x="290385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F2DB3E7A-7B1B-77D2-BAAA-A6F36B5FBC84}"/>
                </a:ext>
              </a:extLst>
            </p:cNvPr>
            <p:cNvSpPr/>
            <p:nvPr/>
          </p:nvSpPr>
          <p:spPr>
            <a:xfrm>
              <a:off x="240910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C9AB95D6-7A95-9CA1-8BCB-D27E9EAD0C30}"/>
                </a:ext>
              </a:extLst>
            </p:cNvPr>
            <p:cNvSpPr/>
            <p:nvPr/>
          </p:nvSpPr>
          <p:spPr>
            <a:xfrm>
              <a:off x="2112268" y="3565713"/>
              <a:ext cx="45337" cy="43159"/>
            </a:xfrm>
            <a:custGeom>
              <a:avLst/>
              <a:gdLst>
                <a:gd name="connsiteX0" fmla="*/ 21580 w 45337"/>
                <a:gd name="connsiteY0" fmla="*/ 43160 h 43159"/>
                <a:gd name="connsiteX1" fmla="*/ 23757 w 45337"/>
                <a:gd name="connsiteY1" fmla="*/ 43160 h 43159"/>
                <a:gd name="connsiteX2" fmla="*/ 45337 w 45337"/>
                <a:gd name="connsiteY2" fmla="*/ 21580 h 43159"/>
                <a:gd name="connsiteX3" fmla="*/ 23757 w 45337"/>
                <a:gd name="connsiteY3" fmla="*/ 0 h 43159"/>
                <a:gd name="connsiteX4" fmla="*/ 21580 w 45337"/>
                <a:gd name="connsiteY4" fmla="*/ 0 h 43159"/>
                <a:gd name="connsiteX5" fmla="*/ 0 w 45337"/>
                <a:gd name="connsiteY5" fmla="*/ 21580 h 43159"/>
                <a:gd name="connsiteX6" fmla="*/ 21580 w 45337"/>
                <a:gd name="connsiteY6" fmla="*/ 4316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1580" y="43160"/>
                  </a:move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C9E9C11B-E998-9B10-A27D-5B589E1049CE}"/>
                </a:ext>
              </a:extLst>
            </p:cNvPr>
            <p:cNvSpPr/>
            <p:nvPr/>
          </p:nvSpPr>
          <p:spPr>
            <a:xfrm>
              <a:off x="3002803" y="3565834"/>
              <a:ext cx="42926" cy="42736"/>
            </a:xfrm>
            <a:custGeom>
              <a:avLst/>
              <a:gdLst>
                <a:gd name="connsiteX0" fmla="*/ 23652 w 42926"/>
                <a:gd name="connsiteY0" fmla="*/ 0 h 42736"/>
                <a:gd name="connsiteX1" fmla="*/ 22103 w 42926"/>
                <a:gd name="connsiteY1" fmla="*/ 0 h 42736"/>
                <a:gd name="connsiteX2" fmla="*/ 3 w 42926"/>
                <a:gd name="connsiteY2" fmla="*/ 21108 h 42736"/>
                <a:gd name="connsiteX3" fmla="*/ 19116 w 42926"/>
                <a:gd name="connsiteY3" fmla="*/ 42737 h 42736"/>
                <a:gd name="connsiteX4" fmla="*/ 19249 w 42926"/>
                <a:gd name="connsiteY4" fmla="*/ 42688 h 42736"/>
                <a:gd name="connsiteX5" fmla="*/ 42897 w 42926"/>
                <a:gd name="connsiteY5" fmla="*/ 12302 h 42736"/>
                <a:gd name="connsiteX6" fmla="*/ 42909 w 42926"/>
                <a:gd name="connsiteY6" fmla="*/ 12145 h 42736"/>
                <a:gd name="connsiteX7" fmla="*/ 23652 w 42926"/>
                <a:gd name="connsiteY7" fmla="*/ 0 h 4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26" h="42736">
                  <a:moveTo>
                    <a:pt x="23652" y="0"/>
                  </a:moveTo>
                  <a:lnTo>
                    <a:pt x="22103" y="0"/>
                  </a:lnTo>
                  <a:cubicBezTo>
                    <a:pt x="10285" y="0"/>
                    <a:pt x="209" y="9290"/>
                    <a:pt x="3" y="21108"/>
                  </a:cubicBezTo>
                  <a:cubicBezTo>
                    <a:pt x="-190" y="32334"/>
                    <a:pt x="8253" y="41527"/>
                    <a:pt x="19116" y="42737"/>
                  </a:cubicBezTo>
                  <a:cubicBezTo>
                    <a:pt x="19164" y="42737"/>
                    <a:pt x="19213" y="42725"/>
                    <a:pt x="19249" y="42688"/>
                  </a:cubicBezTo>
                  <a:cubicBezTo>
                    <a:pt x="27256" y="32660"/>
                    <a:pt x="35156" y="22548"/>
                    <a:pt x="42897" y="12302"/>
                  </a:cubicBezTo>
                  <a:cubicBezTo>
                    <a:pt x="42934" y="12254"/>
                    <a:pt x="42934" y="12205"/>
                    <a:pt x="42909" y="12145"/>
                  </a:cubicBezTo>
                  <a:cubicBezTo>
                    <a:pt x="39438" y="4984"/>
                    <a:pt x="32156" y="0"/>
                    <a:pt x="2365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AA895269-3C61-7A13-BF59-B2E563363AD0}"/>
                </a:ext>
              </a:extLst>
            </p:cNvPr>
            <p:cNvSpPr/>
            <p:nvPr/>
          </p:nvSpPr>
          <p:spPr>
            <a:xfrm>
              <a:off x="250806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8E977EE2-7834-0CEE-4399-5BF6F9314ACD}"/>
                </a:ext>
              </a:extLst>
            </p:cNvPr>
            <p:cNvSpPr/>
            <p:nvPr/>
          </p:nvSpPr>
          <p:spPr>
            <a:xfrm>
              <a:off x="122172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5233870B-1B4E-6637-61C4-AB512B587E37}"/>
                </a:ext>
              </a:extLst>
            </p:cNvPr>
            <p:cNvSpPr/>
            <p:nvPr/>
          </p:nvSpPr>
          <p:spPr>
            <a:xfrm>
              <a:off x="270594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50333CE5-28C0-6D84-DA77-FD6614589C5A}"/>
                </a:ext>
              </a:extLst>
            </p:cNvPr>
            <p:cNvSpPr/>
            <p:nvPr/>
          </p:nvSpPr>
          <p:spPr>
            <a:xfrm>
              <a:off x="112276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D9995A22-7310-ECAA-55FB-44D2A03641A8}"/>
                </a:ext>
              </a:extLst>
            </p:cNvPr>
            <p:cNvSpPr/>
            <p:nvPr/>
          </p:nvSpPr>
          <p:spPr>
            <a:xfrm>
              <a:off x="2607011" y="3565713"/>
              <a:ext cx="45337" cy="43159"/>
            </a:xfrm>
            <a:custGeom>
              <a:avLst/>
              <a:gdLst>
                <a:gd name="connsiteX0" fmla="*/ 23758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8 w 45337"/>
                <a:gd name="connsiteY4" fmla="*/ 43160 h 43159"/>
                <a:gd name="connsiteX5" fmla="*/ 45338 w 45337"/>
                <a:gd name="connsiteY5" fmla="*/ 21580 h 43159"/>
                <a:gd name="connsiteX6" fmla="*/ 23758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8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8" y="43160"/>
                  </a:lnTo>
                  <a:cubicBezTo>
                    <a:pt x="35672" y="43160"/>
                    <a:pt x="45338" y="33495"/>
                    <a:pt x="45338" y="21580"/>
                  </a:cubicBezTo>
                  <a:cubicBezTo>
                    <a:pt x="45338" y="9665"/>
                    <a:pt x="35672" y="0"/>
                    <a:pt x="2375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AECFD13C-45DF-9734-2290-837D018E7CCC}"/>
                </a:ext>
              </a:extLst>
            </p:cNvPr>
            <p:cNvSpPr/>
            <p:nvPr/>
          </p:nvSpPr>
          <p:spPr>
            <a:xfrm>
              <a:off x="1320666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AACEE6BF-FC0B-FBC2-147E-3CF757AFA481}"/>
                </a:ext>
              </a:extLst>
            </p:cNvPr>
            <p:cNvSpPr/>
            <p:nvPr/>
          </p:nvSpPr>
          <p:spPr>
            <a:xfrm>
              <a:off x="729368" y="3565713"/>
              <a:ext cx="42946" cy="42727"/>
            </a:xfrm>
            <a:custGeom>
              <a:avLst/>
              <a:gdLst>
                <a:gd name="connsiteX0" fmla="*/ 42943 w 42946"/>
                <a:gd name="connsiteY0" fmla="*/ 21108 h 42727"/>
                <a:gd name="connsiteX1" fmla="*/ 20843 w 42946"/>
                <a:gd name="connsiteY1" fmla="*/ 0 h 42727"/>
                <a:gd name="connsiteX2" fmla="*/ 19283 w 42946"/>
                <a:gd name="connsiteY2" fmla="*/ 0 h 42727"/>
                <a:gd name="connsiteX3" fmla="*/ 13 w 42946"/>
                <a:gd name="connsiteY3" fmla="*/ 12133 h 42727"/>
                <a:gd name="connsiteX4" fmla="*/ 25 w 42946"/>
                <a:gd name="connsiteY4" fmla="*/ 12290 h 42727"/>
                <a:gd name="connsiteX5" fmla="*/ 23686 w 42946"/>
                <a:gd name="connsiteY5" fmla="*/ 42676 h 42727"/>
                <a:gd name="connsiteX6" fmla="*/ 23819 w 42946"/>
                <a:gd name="connsiteY6" fmla="*/ 42725 h 42727"/>
                <a:gd name="connsiteX7" fmla="*/ 42943 w 42946"/>
                <a:gd name="connsiteY7" fmla="*/ 21108 h 4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6" h="42727">
                  <a:moveTo>
                    <a:pt x="42943" y="21108"/>
                  </a:moveTo>
                  <a:cubicBezTo>
                    <a:pt x="42738" y="9290"/>
                    <a:pt x="32661" y="0"/>
                    <a:pt x="20843" y="0"/>
                  </a:cubicBezTo>
                  <a:lnTo>
                    <a:pt x="19283" y="0"/>
                  </a:lnTo>
                  <a:cubicBezTo>
                    <a:pt x="10779" y="0"/>
                    <a:pt x="3497" y="4972"/>
                    <a:pt x="13" y="12133"/>
                  </a:cubicBezTo>
                  <a:cubicBezTo>
                    <a:pt x="-11" y="12181"/>
                    <a:pt x="1" y="12241"/>
                    <a:pt x="25" y="12290"/>
                  </a:cubicBezTo>
                  <a:cubicBezTo>
                    <a:pt x="7767" y="22536"/>
                    <a:pt x="15666" y="32660"/>
                    <a:pt x="23686" y="42676"/>
                  </a:cubicBezTo>
                  <a:cubicBezTo>
                    <a:pt x="23722" y="42712"/>
                    <a:pt x="23771" y="42737"/>
                    <a:pt x="23819" y="42725"/>
                  </a:cubicBezTo>
                  <a:cubicBezTo>
                    <a:pt x="34694" y="41527"/>
                    <a:pt x="43137" y="32334"/>
                    <a:pt x="42943" y="211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B4003CF3-59ED-EC37-0E99-07993CB49A21}"/>
                </a:ext>
              </a:extLst>
            </p:cNvPr>
            <p:cNvSpPr/>
            <p:nvPr/>
          </p:nvSpPr>
          <p:spPr>
            <a:xfrm>
              <a:off x="82592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3B984E67-12BB-6A1F-25D8-4DD2DCC70837}"/>
                </a:ext>
              </a:extLst>
            </p:cNvPr>
            <p:cNvSpPr/>
            <p:nvPr/>
          </p:nvSpPr>
          <p:spPr>
            <a:xfrm>
              <a:off x="92488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9FB93486-A4A4-A5D8-D657-C199CD0471B0}"/>
                </a:ext>
              </a:extLst>
            </p:cNvPr>
            <p:cNvSpPr/>
            <p:nvPr/>
          </p:nvSpPr>
          <p:spPr>
            <a:xfrm>
              <a:off x="102383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454C3346-8908-0378-5EAF-3A8792EFB333}"/>
                </a:ext>
              </a:extLst>
            </p:cNvPr>
            <p:cNvSpPr/>
            <p:nvPr/>
          </p:nvSpPr>
          <p:spPr>
            <a:xfrm>
              <a:off x="1716473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CE2ACF87-7DED-D020-D5E4-71222C54A78E}"/>
                </a:ext>
              </a:extLst>
            </p:cNvPr>
            <p:cNvSpPr/>
            <p:nvPr/>
          </p:nvSpPr>
          <p:spPr>
            <a:xfrm>
              <a:off x="1617512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27FDAD31-E1FE-C496-5745-3568CDF300D4}"/>
                </a:ext>
              </a:extLst>
            </p:cNvPr>
            <p:cNvSpPr/>
            <p:nvPr/>
          </p:nvSpPr>
          <p:spPr>
            <a:xfrm>
              <a:off x="2211204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58326F5D-159F-CBD5-AC69-97F6F1A74C9F}"/>
                </a:ext>
              </a:extLst>
            </p:cNvPr>
            <p:cNvSpPr/>
            <p:nvPr/>
          </p:nvSpPr>
          <p:spPr>
            <a:xfrm>
              <a:off x="1914358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84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910ADF43-55C9-4434-99F9-D01CA2AFC055}"/>
                </a:ext>
              </a:extLst>
            </p:cNvPr>
            <p:cNvSpPr/>
            <p:nvPr/>
          </p:nvSpPr>
          <p:spPr>
            <a:xfrm>
              <a:off x="1815421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8408B9E5-92F1-9945-5C0C-10761AABADC7}"/>
                </a:ext>
              </a:extLst>
            </p:cNvPr>
            <p:cNvSpPr/>
            <p:nvPr/>
          </p:nvSpPr>
          <p:spPr>
            <a:xfrm>
              <a:off x="2804909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92757232-1966-CFF9-8065-F2E0F594CC3D}"/>
                </a:ext>
              </a:extLst>
            </p:cNvPr>
            <p:cNvSpPr/>
            <p:nvPr/>
          </p:nvSpPr>
          <p:spPr>
            <a:xfrm>
              <a:off x="1419627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83E69E4A-A3A3-CAC7-7A3D-88ADD9B1A975}"/>
                </a:ext>
              </a:extLst>
            </p:cNvPr>
            <p:cNvSpPr/>
            <p:nvPr/>
          </p:nvSpPr>
          <p:spPr>
            <a:xfrm>
              <a:off x="151857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53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BD3CB475-9943-AA92-A220-17F217183474}"/>
                </a:ext>
              </a:extLst>
            </p:cNvPr>
            <p:cNvSpPr/>
            <p:nvPr/>
          </p:nvSpPr>
          <p:spPr>
            <a:xfrm>
              <a:off x="2310165" y="3565713"/>
              <a:ext cx="45337" cy="43159"/>
            </a:xfrm>
            <a:custGeom>
              <a:avLst/>
              <a:gdLst>
                <a:gd name="connsiteX0" fmla="*/ 23757 w 45337"/>
                <a:gd name="connsiteY0" fmla="*/ 0 h 43159"/>
                <a:gd name="connsiteX1" fmla="*/ 21580 w 45337"/>
                <a:gd name="connsiteY1" fmla="*/ 0 h 43159"/>
                <a:gd name="connsiteX2" fmla="*/ 0 w 45337"/>
                <a:gd name="connsiteY2" fmla="*/ 21580 h 43159"/>
                <a:gd name="connsiteX3" fmla="*/ 21580 w 45337"/>
                <a:gd name="connsiteY3" fmla="*/ 43160 h 43159"/>
                <a:gd name="connsiteX4" fmla="*/ 23757 w 45337"/>
                <a:gd name="connsiteY4" fmla="*/ 43160 h 43159"/>
                <a:gd name="connsiteX5" fmla="*/ 45337 w 45337"/>
                <a:gd name="connsiteY5" fmla="*/ 21580 h 43159"/>
                <a:gd name="connsiteX6" fmla="*/ 23757 w 45337"/>
                <a:gd name="connsiteY6" fmla="*/ 0 h 4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37" h="43159">
                  <a:moveTo>
                    <a:pt x="23757" y="0"/>
                  </a:moveTo>
                  <a:lnTo>
                    <a:pt x="21580" y="0"/>
                  </a:lnTo>
                  <a:cubicBezTo>
                    <a:pt x="9665" y="0"/>
                    <a:pt x="0" y="9653"/>
                    <a:pt x="0" y="21580"/>
                  </a:cubicBezTo>
                  <a:cubicBezTo>
                    <a:pt x="0" y="33507"/>
                    <a:pt x="9665" y="43160"/>
                    <a:pt x="21580" y="43160"/>
                  </a:cubicBezTo>
                  <a:lnTo>
                    <a:pt x="23757" y="43160"/>
                  </a:lnTo>
                  <a:cubicBezTo>
                    <a:pt x="35672" y="43160"/>
                    <a:pt x="45337" y="33495"/>
                    <a:pt x="45337" y="21580"/>
                  </a:cubicBezTo>
                  <a:cubicBezTo>
                    <a:pt x="45337" y="9665"/>
                    <a:pt x="35672" y="0"/>
                    <a:pt x="23757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97FC1AC-7BB8-9CAA-CF30-0E2FEDC1F8DD}"/>
                </a:ext>
              </a:extLst>
            </p:cNvPr>
            <p:cNvSpPr/>
            <p:nvPr/>
          </p:nvSpPr>
          <p:spPr>
            <a:xfrm>
              <a:off x="2607507" y="3642851"/>
              <a:ext cx="44345" cy="42168"/>
            </a:xfrm>
            <a:custGeom>
              <a:avLst/>
              <a:gdLst>
                <a:gd name="connsiteX0" fmla="*/ 23262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2 w 44345"/>
                <a:gd name="connsiteY4" fmla="*/ 42168 h 42168"/>
                <a:gd name="connsiteX5" fmla="*/ 44345 w 44345"/>
                <a:gd name="connsiteY5" fmla="*/ 21084 h 42168"/>
                <a:gd name="connsiteX6" fmla="*/ 23262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2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2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CB850F55-9309-A5E1-AAD3-E5CF8177FCCD}"/>
                </a:ext>
              </a:extLst>
            </p:cNvPr>
            <p:cNvSpPr/>
            <p:nvPr/>
          </p:nvSpPr>
          <p:spPr>
            <a:xfrm>
              <a:off x="290435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51420FAD-5E55-EE06-B4E1-30FFC09B9F99}"/>
                </a:ext>
              </a:extLst>
            </p:cNvPr>
            <p:cNvSpPr/>
            <p:nvPr/>
          </p:nvSpPr>
          <p:spPr>
            <a:xfrm>
              <a:off x="231066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975CBB62-BA91-C27D-4FF4-A78C22C420BD}"/>
                </a:ext>
              </a:extLst>
            </p:cNvPr>
            <p:cNvSpPr/>
            <p:nvPr/>
          </p:nvSpPr>
          <p:spPr>
            <a:xfrm>
              <a:off x="2211700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1D8A224C-3C45-C12D-C553-6AA91D9EE192}"/>
                </a:ext>
              </a:extLst>
            </p:cNvPr>
            <p:cNvSpPr/>
            <p:nvPr/>
          </p:nvSpPr>
          <p:spPr>
            <a:xfrm>
              <a:off x="1420123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E1652FDE-3DC7-8601-8D36-4B739B5B65E2}"/>
                </a:ext>
              </a:extLst>
            </p:cNvPr>
            <p:cNvSpPr/>
            <p:nvPr/>
          </p:nvSpPr>
          <p:spPr>
            <a:xfrm>
              <a:off x="82641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B1597A30-1448-1C0C-60ED-AEFB2B1CCD08}"/>
                </a:ext>
              </a:extLst>
            </p:cNvPr>
            <p:cNvSpPr/>
            <p:nvPr/>
          </p:nvSpPr>
          <p:spPr>
            <a:xfrm>
              <a:off x="2112763" y="3642851"/>
              <a:ext cx="44345" cy="42168"/>
            </a:xfrm>
            <a:custGeom>
              <a:avLst/>
              <a:gdLst>
                <a:gd name="connsiteX0" fmla="*/ 21084 w 44345"/>
                <a:gd name="connsiteY0" fmla="*/ 42168 h 42168"/>
                <a:gd name="connsiteX1" fmla="*/ 23261 w 44345"/>
                <a:gd name="connsiteY1" fmla="*/ 42168 h 42168"/>
                <a:gd name="connsiteX2" fmla="*/ 44345 w 44345"/>
                <a:gd name="connsiteY2" fmla="*/ 21084 h 42168"/>
                <a:gd name="connsiteX3" fmla="*/ 23261 w 44345"/>
                <a:gd name="connsiteY3" fmla="*/ 0 h 42168"/>
                <a:gd name="connsiteX4" fmla="*/ 21084 w 44345"/>
                <a:gd name="connsiteY4" fmla="*/ 0 h 42168"/>
                <a:gd name="connsiteX5" fmla="*/ 0 w 44345"/>
                <a:gd name="connsiteY5" fmla="*/ 21084 h 42168"/>
                <a:gd name="connsiteX6" fmla="*/ 21084 w 44345"/>
                <a:gd name="connsiteY6" fmla="*/ 42168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1084" y="42168"/>
                  </a:move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-12" y="32733"/>
                    <a:pt x="9435" y="42168"/>
                    <a:pt x="21084" y="4216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516AE184-6468-BBB0-30F3-87A7621F6029}"/>
                </a:ext>
              </a:extLst>
            </p:cNvPr>
            <p:cNvSpPr/>
            <p:nvPr/>
          </p:nvSpPr>
          <p:spPr>
            <a:xfrm>
              <a:off x="201381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CC2CD6FE-1986-22AE-0E18-2FAF7BBD0945}"/>
                </a:ext>
              </a:extLst>
            </p:cNvPr>
            <p:cNvSpPr/>
            <p:nvPr/>
          </p:nvSpPr>
          <p:spPr>
            <a:xfrm>
              <a:off x="240959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C102B125-AA8E-035E-7307-4D9E29946711}"/>
                </a:ext>
              </a:extLst>
            </p:cNvPr>
            <p:cNvSpPr/>
            <p:nvPr/>
          </p:nvSpPr>
          <p:spPr>
            <a:xfrm>
              <a:off x="112326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07C87DEA-686F-6DAB-29BA-2FB3AD7A5180}"/>
                </a:ext>
              </a:extLst>
            </p:cNvPr>
            <p:cNvSpPr/>
            <p:nvPr/>
          </p:nvSpPr>
          <p:spPr>
            <a:xfrm>
              <a:off x="191485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DDBC3DCD-1DAE-7540-5EB5-F870DB74F4A2}"/>
                </a:ext>
              </a:extLst>
            </p:cNvPr>
            <p:cNvSpPr/>
            <p:nvPr/>
          </p:nvSpPr>
          <p:spPr>
            <a:xfrm>
              <a:off x="171696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90D30599-D2C2-4402-74AD-4FCC7585225E}"/>
                </a:ext>
              </a:extLst>
            </p:cNvPr>
            <p:cNvSpPr/>
            <p:nvPr/>
          </p:nvSpPr>
          <p:spPr>
            <a:xfrm>
              <a:off x="1815917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90BE412D-21D4-1AE1-9ABE-705628BD35D1}"/>
                </a:ext>
              </a:extLst>
            </p:cNvPr>
            <p:cNvSpPr/>
            <p:nvPr/>
          </p:nvSpPr>
          <p:spPr>
            <a:xfrm>
              <a:off x="1321162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87D8BF77-0AF0-3CC9-A6DE-01C6FF98ED4C}"/>
                </a:ext>
              </a:extLst>
            </p:cNvPr>
            <p:cNvSpPr/>
            <p:nvPr/>
          </p:nvSpPr>
          <p:spPr>
            <a:xfrm>
              <a:off x="102432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CFA9B152-0BBA-1E1B-FA62-77DA7FDE6330}"/>
                </a:ext>
              </a:extLst>
            </p:cNvPr>
            <p:cNvSpPr/>
            <p:nvPr/>
          </p:nvSpPr>
          <p:spPr>
            <a:xfrm>
              <a:off x="925379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4F92214-6A49-17E6-9A2F-46A0339428CD}"/>
                </a:ext>
              </a:extLst>
            </p:cNvPr>
            <p:cNvSpPr/>
            <p:nvPr/>
          </p:nvSpPr>
          <p:spPr>
            <a:xfrm>
              <a:off x="280540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46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52B5081E-8FF3-2545-03AF-0D5F1C3B0B76}"/>
                </a:ext>
              </a:extLst>
            </p:cNvPr>
            <p:cNvSpPr/>
            <p:nvPr/>
          </p:nvSpPr>
          <p:spPr>
            <a:xfrm>
              <a:off x="1519071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5E209105-B07F-4C1C-4C6A-5197E9F618A0}"/>
                </a:ext>
              </a:extLst>
            </p:cNvPr>
            <p:cNvSpPr/>
            <p:nvPr/>
          </p:nvSpPr>
          <p:spPr>
            <a:xfrm>
              <a:off x="1222225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2FEBAA78-870F-6F06-531A-0EA5442CED13}"/>
                </a:ext>
              </a:extLst>
            </p:cNvPr>
            <p:cNvSpPr/>
            <p:nvPr/>
          </p:nvSpPr>
          <p:spPr>
            <a:xfrm>
              <a:off x="250855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45" y="9436"/>
                    <a:pt x="34898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EE1684D0-B7DA-14BD-B75B-955F1B9FB5F1}"/>
                </a:ext>
              </a:extLst>
            </p:cNvPr>
            <p:cNvSpPr/>
            <p:nvPr/>
          </p:nvSpPr>
          <p:spPr>
            <a:xfrm>
              <a:off x="2706444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6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6" y="32733"/>
                    <a:pt x="44346" y="21084"/>
                  </a:cubicBezTo>
                  <a:cubicBezTo>
                    <a:pt x="44357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orme libre : forme 814">
              <a:extLst>
                <a:ext uri="{FF2B5EF4-FFF2-40B4-BE49-F238E27FC236}">
                  <a16:creationId xmlns:a16="http://schemas.microsoft.com/office/drawing/2014/main" id="{7DBD4DF4-7CD1-1940-D7E6-F6324122C0C6}"/>
                </a:ext>
              </a:extLst>
            </p:cNvPr>
            <p:cNvSpPr/>
            <p:nvPr/>
          </p:nvSpPr>
          <p:spPr>
            <a:xfrm>
              <a:off x="1618008" y="3642851"/>
              <a:ext cx="44345" cy="42168"/>
            </a:xfrm>
            <a:custGeom>
              <a:avLst/>
              <a:gdLst>
                <a:gd name="connsiteX0" fmla="*/ 23261 w 44345"/>
                <a:gd name="connsiteY0" fmla="*/ 0 h 42168"/>
                <a:gd name="connsiteX1" fmla="*/ 21084 w 44345"/>
                <a:gd name="connsiteY1" fmla="*/ 0 h 42168"/>
                <a:gd name="connsiteX2" fmla="*/ 0 w 44345"/>
                <a:gd name="connsiteY2" fmla="*/ 21084 h 42168"/>
                <a:gd name="connsiteX3" fmla="*/ 21084 w 44345"/>
                <a:gd name="connsiteY3" fmla="*/ 42168 h 42168"/>
                <a:gd name="connsiteX4" fmla="*/ 23261 w 44345"/>
                <a:gd name="connsiteY4" fmla="*/ 42168 h 42168"/>
                <a:gd name="connsiteX5" fmla="*/ 44345 w 44345"/>
                <a:gd name="connsiteY5" fmla="*/ 21084 h 42168"/>
                <a:gd name="connsiteX6" fmla="*/ 23261 w 44345"/>
                <a:gd name="connsiteY6" fmla="*/ 0 h 4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45" h="42168">
                  <a:moveTo>
                    <a:pt x="23261" y="0"/>
                  </a:moveTo>
                  <a:lnTo>
                    <a:pt x="21084" y="0"/>
                  </a:lnTo>
                  <a:cubicBezTo>
                    <a:pt x="9435" y="0"/>
                    <a:pt x="0" y="9436"/>
                    <a:pt x="0" y="21084"/>
                  </a:cubicBezTo>
                  <a:cubicBezTo>
                    <a:pt x="0" y="32733"/>
                    <a:pt x="9435" y="42168"/>
                    <a:pt x="21084" y="42168"/>
                  </a:cubicBezTo>
                  <a:lnTo>
                    <a:pt x="23261" y="42168"/>
                  </a:lnTo>
                  <a:cubicBezTo>
                    <a:pt x="34910" y="42168"/>
                    <a:pt x="44345" y="32733"/>
                    <a:pt x="44345" y="21084"/>
                  </a:cubicBezTo>
                  <a:cubicBezTo>
                    <a:pt x="44358" y="9436"/>
                    <a:pt x="34910" y="0"/>
                    <a:pt x="23261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orme libre : forme 815">
              <a:extLst>
                <a:ext uri="{FF2B5EF4-FFF2-40B4-BE49-F238E27FC236}">
                  <a16:creationId xmlns:a16="http://schemas.microsoft.com/office/drawing/2014/main" id="{1C832718-6452-9744-0512-C4954C47B919}"/>
                </a:ext>
              </a:extLst>
            </p:cNvPr>
            <p:cNvSpPr/>
            <p:nvPr/>
          </p:nvSpPr>
          <p:spPr>
            <a:xfrm>
              <a:off x="2706927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orme libre : forme 816">
              <a:extLst>
                <a:ext uri="{FF2B5EF4-FFF2-40B4-BE49-F238E27FC236}">
                  <a16:creationId xmlns:a16="http://schemas.microsoft.com/office/drawing/2014/main" id="{42E389AC-6857-6EA2-D7A8-743694B28243}"/>
                </a:ext>
              </a:extLst>
            </p:cNvPr>
            <p:cNvSpPr/>
            <p:nvPr/>
          </p:nvSpPr>
          <p:spPr>
            <a:xfrm>
              <a:off x="92586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orme libre : forme 817">
              <a:extLst>
                <a:ext uri="{FF2B5EF4-FFF2-40B4-BE49-F238E27FC236}">
                  <a16:creationId xmlns:a16="http://schemas.microsoft.com/office/drawing/2014/main" id="{3CB6EB65-8AB0-1507-AEF0-2633148967E8}"/>
                </a:ext>
              </a:extLst>
            </p:cNvPr>
            <p:cNvSpPr/>
            <p:nvPr/>
          </p:nvSpPr>
          <p:spPr>
            <a:xfrm>
              <a:off x="132164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orme libre : forme 818">
              <a:extLst>
                <a:ext uri="{FF2B5EF4-FFF2-40B4-BE49-F238E27FC236}">
                  <a16:creationId xmlns:a16="http://schemas.microsoft.com/office/drawing/2014/main" id="{A9B20410-4E7E-18EB-69E3-299CC06D5A09}"/>
                </a:ext>
              </a:extLst>
            </p:cNvPr>
            <p:cNvSpPr/>
            <p:nvPr/>
          </p:nvSpPr>
          <p:spPr>
            <a:xfrm>
              <a:off x="2113247" y="3719978"/>
              <a:ext cx="43377" cy="41200"/>
            </a:xfrm>
            <a:custGeom>
              <a:avLst/>
              <a:gdLst>
                <a:gd name="connsiteX0" fmla="*/ 20600 w 43377"/>
                <a:gd name="connsiteY0" fmla="*/ 41200 h 41200"/>
                <a:gd name="connsiteX1" fmla="*/ 22778 w 43377"/>
                <a:gd name="connsiteY1" fmla="*/ 41200 h 41200"/>
                <a:gd name="connsiteX2" fmla="*/ 43378 w 43377"/>
                <a:gd name="connsiteY2" fmla="*/ 20600 h 41200"/>
                <a:gd name="connsiteX3" fmla="*/ 22778 w 43377"/>
                <a:gd name="connsiteY3" fmla="*/ 0 h 41200"/>
                <a:gd name="connsiteX4" fmla="*/ 20600 w 43377"/>
                <a:gd name="connsiteY4" fmla="*/ 0 h 41200"/>
                <a:gd name="connsiteX5" fmla="*/ 0 w 43377"/>
                <a:gd name="connsiteY5" fmla="*/ 20600 h 41200"/>
                <a:gd name="connsiteX6" fmla="*/ 20600 w 43377"/>
                <a:gd name="connsiteY6" fmla="*/ 4120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0600" y="41200"/>
                  </a:move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83"/>
                    <a:pt x="9218" y="41200"/>
                    <a:pt x="20600" y="4120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orme libre : forme 819">
              <a:extLst>
                <a:ext uri="{FF2B5EF4-FFF2-40B4-BE49-F238E27FC236}">
                  <a16:creationId xmlns:a16="http://schemas.microsoft.com/office/drawing/2014/main" id="{BCD8C431-DCBC-AD4E-4AA0-15029124F651}"/>
                </a:ext>
              </a:extLst>
            </p:cNvPr>
            <p:cNvSpPr/>
            <p:nvPr/>
          </p:nvSpPr>
          <p:spPr>
            <a:xfrm>
              <a:off x="151955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orme libre : forme 820">
              <a:extLst>
                <a:ext uri="{FF2B5EF4-FFF2-40B4-BE49-F238E27FC236}">
                  <a16:creationId xmlns:a16="http://schemas.microsoft.com/office/drawing/2014/main" id="{F14B7B24-6D90-BDD8-972C-8874C498761D}"/>
                </a:ext>
              </a:extLst>
            </p:cNvPr>
            <p:cNvSpPr/>
            <p:nvPr/>
          </p:nvSpPr>
          <p:spPr>
            <a:xfrm>
              <a:off x="1420606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orme libre : forme 821">
              <a:extLst>
                <a:ext uri="{FF2B5EF4-FFF2-40B4-BE49-F238E27FC236}">
                  <a16:creationId xmlns:a16="http://schemas.microsoft.com/office/drawing/2014/main" id="{EB740AB8-8801-266D-E292-923AEABC901C}"/>
                </a:ext>
              </a:extLst>
            </p:cNvPr>
            <p:cNvSpPr/>
            <p:nvPr/>
          </p:nvSpPr>
          <p:spPr>
            <a:xfrm>
              <a:off x="112374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orme libre : forme 822">
              <a:extLst>
                <a:ext uri="{FF2B5EF4-FFF2-40B4-BE49-F238E27FC236}">
                  <a16:creationId xmlns:a16="http://schemas.microsoft.com/office/drawing/2014/main" id="{AAEB731C-9C49-D035-5B95-2204F8C43D8D}"/>
                </a:ext>
              </a:extLst>
            </p:cNvPr>
            <p:cNvSpPr/>
            <p:nvPr/>
          </p:nvSpPr>
          <p:spPr>
            <a:xfrm>
              <a:off x="191533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orme libre : forme 823">
              <a:extLst>
                <a:ext uri="{FF2B5EF4-FFF2-40B4-BE49-F238E27FC236}">
                  <a16:creationId xmlns:a16="http://schemas.microsoft.com/office/drawing/2014/main" id="{CB1E4DE0-FA1A-6CC8-238C-7D19BE859026}"/>
                </a:ext>
              </a:extLst>
            </p:cNvPr>
            <p:cNvSpPr/>
            <p:nvPr/>
          </p:nvSpPr>
          <p:spPr>
            <a:xfrm>
              <a:off x="2805888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orme libre : forme 824">
              <a:extLst>
                <a:ext uri="{FF2B5EF4-FFF2-40B4-BE49-F238E27FC236}">
                  <a16:creationId xmlns:a16="http://schemas.microsoft.com/office/drawing/2014/main" id="{FEF06E1C-608A-DCC3-E8C0-87520C25A828}"/>
                </a:ext>
              </a:extLst>
            </p:cNvPr>
            <p:cNvSpPr/>
            <p:nvPr/>
          </p:nvSpPr>
          <p:spPr>
            <a:xfrm>
              <a:off x="241008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orme libre : forme 825">
              <a:extLst>
                <a:ext uri="{FF2B5EF4-FFF2-40B4-BE49-F238E27FC236}">
                  <a16:creationId xmlns:a16="http://schemas.microsoft.com/office/drawing/2014/main" id="{4798FB65-4273-1814-31ED-715A5D68A6E0}"/>
                </a:ext>
              </a:extLst>
            </p:cNvPr>
            <p:cNvSpPr/>
            <p:nvPr/>
          </p:nvSpPr>
          <p:spPr>
            <a:xfrm>
              <a:off x="102481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orme libre : forme 826">
              <a:extLst>
                <a:ext uri="{FF2B5EF4-FFF2-40B4-BE49-F238E27FC236}">
                  <a16:creationId xmlns:a16="http://schemas.microsoft.com/office/drawing/2014/main" id="{943479AA-5071-A5EA-543D-0DB0A312C74C}"/>
                </a:ext>
              </a:extLst>
            </p:cNvPr>
            <p:cNvSpPr/>
            <p:nvPr/>
          </p:nvSpPr>
          <p:spPr>
            <a:xfrm>
              <a:off x="181640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orme libre : forme 827">
              <a:extLst>
                <a:ext uri="{FF2B5EF4-FFF2-40B4-BE49-F238E27FC236}">
                  <a16:creationId xmlns:a16="http://schemas.microsoft.com/office/drawing/2014/main" id="{0A929CFF-F774-C6DB-E257-C8CC1B456573}"/>
                </a:ext>
              </a:extLst>
            </p:cNvPr>
            <p:cNvSpPr/>
            <p:nvPr/>
          </p:nvSpPr>
          <p:spPr>
            <a:xfrm>
              <a:off x="201429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orme libre : forme 828">
              <a:extLst>
                <a:ext uri="{FF2B5EF4-FFF2-40B4-BE49-F238E27FC236}">
                  <a16:creationId xmlns:a16="http://schemas.microsoft.com/office/drawing/2014/main" id="{0BB4F15F-56C7-483E-E919-FBD5559E0729}"/>
                </a:ext>
              </a:extLst>
            </p:cNvPr>
            <p:cNvSpPr/>
            <p:nvPr/>
          </p:nvSpPr>
          <p:spPr>
            <a:xfrm>
              <a:off x="2212184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orme libre : forme 829">
              <a:extLst>
                <a:ext uri="{FF2B5EF4-FFF2-40B4-BE49-F238E27FC236}">
                  <a16:creationId xmlns:a16="http://schemas.microsoft.com/office/drawing/2014/main" id="{91AD4348-0324-36C1-C765-7540BAD722AC}"/>
                </a:ext>
              </a:extLst>
            </p:cNvPr>
            <p:cNvSpPr/>
            <p:nvPr/>
          </p:nvSpPr>
          <p:spPr>
            <a:xfrm>
              <a:off x="161849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60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orme libre : forme 830">
              <a:extLst>
                <a:ext uri="{FF2B5EF4-FFF2-40B4-BE49-F238E27FC236}">
                  <a16:creationId xmlns:a16="http://schemas.microsoft.com/office/drawing/2014/main" id="{DE15C329-DF8B-7D4A-47EA-3B44235FF5CC}"/>
                </a:ext>
              </a:extLst>
            </p:cNvPr>
            <p:cNvSpPr/>
            <p:nvPr/>
          </p:nvSpPr>
          <p:spPr>
            <a:xfrm>
              <a:off x="2509042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orme libre : forme 831">
              <a:extLst>
                <a:ext uri="{FF2B5EF4-FFF2-40B4-BE49-F238E27FC236}">
                  <a16:creationId xmlns:a16="http://schemas.microsoft.com/office/drawing/2014/main" id="{32BDC8FD-CCBD-6219-CEC6-BD5AF8B17C2D}"/>
                </a:ext>
              </a:extLst>
            </p:cNvPr>
            <p:cNvSpPr/>
            <p:nvPr/>
          </p:nvSpPr>
          <p:spPr>
            <a:xfrm>
              <a:off x="1222709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orme libre : forme 832">
              <a:extLst>
                <a:ext uri="{FF2B5EF4-FFF2-40B4-BE49-F238E27FC236}">
                  <a16:creationId xmlns:a16="http://schemas.microsoft.com/office/drawing/2014/main" id="{4DB2AD4E-8403-175A-DE5E-A6B6FA68F626}"/>
                </a:ext>
              </a:extLst>
            </p:cNvPr>
            <p:cNvSpPr/>
            <p:nvPr/>
          </p:nvSpPr>
          <p:spPr>
            <a:xfrm>
              <a:off x="2311145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8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orme libre : forme 833">
              <a:extLst>
                <a:ext uri="{FF2B5EF4-FFF2-40B4-BE49-F238E27FC236}">
                  <a16:creationId xmlns:a16="http://schemas.microsoft.com/office/drawing/2014/main" id="{8BC52C62-4A65-B33F-6E65-A7F098B7CEED}"/>
                </a:ext>
              </a:extLst>
            </p:cNvPr>
            <p:cNvSpPr/>
            <p:nvPr/>
          </p:nvSpPr>
          <p:spPr>
            <a:xfrm>
              <a:off x="2607991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30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78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orme libre : forme 834">
              <a:extLst>
                <a:ext uri="{FF2B5EF4-FFF2-40B4-BE49-F238E27FC236}">
                  <a16:creationId xmlns:a16="http://schemas.microsoft.com/office/drawing/2014/main" id="{A814FC53-9065-00E0-6682-A692564BA4BD}"/>
                </a:ext>
              </a:extLst>
            </p:cNvPr>
            <p:cNvSpPr/>
            <p:nvPr/>
          </p:nvSpPr>
          <p:spPr>
            <a:xfrm>
              <a:off x="1717453" y="3719990"/>
              <a:ext cx="43377" cy="41200"/>
            </a:xfrm>
            <a:custGeom>
              <a:avLst/>
              <a:gdLst>
                <a:gd name="connsiteX0" fmla="*/ 22778 w 43377"/>
                <a:gd name="connsiteY0" fmla="*/ 0 h 41200"/>
                <a:gd name="connsiteX1" fmla="*/ 20600 w 43377"/>
                <a:gd name="connsiteY1" fmla="*/ 0 h 41200"/>
                <a:gd name="connsiteX2" fmla="*/ 0 w 43377"/>
                <a:gd name="connsiteY2" fmla="*/ 20600 h 41200"/>
                <a:gd name="connsiteX3" fmla="*/ 20600 w 43377"/>
                <a:gd name="connsiteY3" fmla="*/ 41200 h 41200"/>
                <a:gd name="connsiteX4" fmla="*/ 22778 w 43377"/>
                <a:gd name="connsiteY4" fmla="*/ 41200 h 41200"/>
                <a:gd name="connsiteX5" fmla="*/ 43378 w 43377"/>
                <a:gd name="connsiteY5" fmla="*/ 20600 h 41200"/>
                <a:gd name="connsiteX6" fmla="*/ 22778 w 43377"/>
                <a:gd name="connsiteY6" fmla="*/ 0 h 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77" h="41200">
                  <a:moveTo>
                    <a:pt x="22778" y="0"/>
                  </a:moveTo>
                  <a:lnTo>
                    <a:pt x="20600" y="0"/>
                  </a:lnTo>
                  <a:cubicBezTo>
                    <a:pt x="9229" y="0"/>
                    <a:pt x="0" y="9217"/>
                    <a:pt x="0" y="20600"/>
                  </a:cubicBezTo>
                  <a:cubicBezTo>
                    <a:pt x="0" y="31971"/>
                    <a:pt x="9217" y="41200"/>
                    <a:pt x="20600" y="41200"/>
                  </a:cubicBezTo>
                  <a:lnTo>
                    <a:pt x="22778" y="41200"/>
                  </a:lnTo>
                  <a:cubicBezTo>
                    <a:pt x="34160" y="41200"/>
                    <a:pt x="43378" y="31983"/>
                    <a:pt x="43378" y="20600"/>
                  </a:cubicBezTo>
                  <a:cubicBezTo>
                    <a:pt x="43366" y="9217"/>
                    <a:pt x="34148" y="0"/>
                    <a:pt x="2277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orme libre : forme 835">
              <a:extLst>
                <a:ext uri="{FF2B5EF4-FFF2-40B4-BE49-F238E27FC236}">
                  <a16:creationId xmlns:a16="http://schemas.microsoft.com/office/drawing/2014/main" id="{12DD34E8-4BE0-94CA-5F99-933591D23E04}"/>
                </a:ext>
              </a:extLst>
            </p:cNvPr>
            <p:cNvSpPr/>
            <p:nvPr/>
          </p:nvSpPr>
          <p:spPr>
            <a:xfrm>
              <a:off x="122320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orme libre : forme 836">
              <a:extLst>
                <a:ext uri="{FF2B5EF4-FFF2-40B4-BE49-F238E27FC236}">
                  <a16:creationId xmlns:a16="http://schemas.microsoft.com/office/drawing/2014/main" id="{48E71772-5AFC-CDFE-C0DD-D0C53E3661B0}"/>
                </a:ext>
              </a:extLst>
            </p:cNvPr>
            <p:cNvSpPr/>
            <p:nvPr/>
          </p:nvSpPr>
          <p:spPr>
            <a:xfrm>
              <a:off x="142110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orme libre : forme 837">
              <a:extLst>
                <a:ext uri="{FF2B5EF4-FFF2-40B4-BE49-F238E27FC236}">
                  <a16:creationId xmlns:a16="http://schemas.microsoft.com/office/drawing/2014/main" id="{BF4D08F3-07D8-E17F-F4B9-7939097F3B23}"/>
                </a:ext>
              </a:extLst>
            </p:cNvPr>
            <p:cNvSpPr/>
            <p:nvPr/>
          </p:nvSpPr>
          <p:spPr>
            <a:xfrm>
              <a:off x="1520051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orme libre : forme 838">
              <a:extLst>
                <a:ext uri="{FF2B5EF4-FFF2-40B4-BE49-F238E27FC236}">
                  <a16:creationId xmlns:a16="http://schemas.microsoft.com/office/drawing/2014/main" id="{4E7529FB-3134-3D8D-5561-660198CC1383}"/>
                </a:ext>
              </a:extLst>
            </p:cNvPr>
            <p:cNvSpPr/>
            <p:nvPr/>
          </p:nvSpPr>
          <p:spPr>
            <a:xfrm>
              <a:off x="1322142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orme libre : forme 839">
              <a:extLst>
                <a:ext uri="{FF2B5EF4-FFF2-40B4-BE49-F238E27FC236}">
                  <a16:creationId xmlns:a16="http://schemas.microsoft.com/office/drawing/2014/main" id="{0F6CB85B-4D6B-712C-71D0-9AAB91F8654F}"/>
                </a:ext>
              </a:extLst>
            </p:cNvPr>
            <p:cNvSpPr/>
            <p:nvPr/>
          </p:nvSpPr>
          <p:spPr>
            <a:xfrm>
              <a:off x="161898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orme libre : forme 840">
              <a:extLst>
                <a:ext uri="{FF2B5EF4-FFF2-40B4-BE49-F238E27FC236}">
                  <a16:creationId xmlns:a16="http://schemas.microsoft.com/office/drawing/2014/main" id="{EA398FAE-2F2C-B127-52D2-F9F7B03C778F}"/>
                </a:ext>
              </a:extLst>
            </p:cNvPr>
            <p:cNvSpPr/>
            <p:nvPr/>
          </p:nvSpPr>
          <p:spPr>
            <a:xfrm>
              <a:off x="1717948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orme libre : forme 841">
              <a:extLst>
                <a:ext uri="{FF2B5EF4-FFF2-40B4-BE49-F238E27FC236}">
                  <a16:creationId xmlns:a16="http://schemas.microsoft.com/office/drawing/2014/main" id="{9CD4C7C8-48DA-83F7-0B61-6E69587FDF73}"/>
                </a:ext>
              </a:extLst>
            </p:cNvPr>
            <p:cNvSpPr/>
            <p:nvPr/>
          </p:nvSpPr>
          <p:spPr>
            <a:xfrm>
              <a:off x="2509538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orme libre : forme 842">
              <a:extLst>
                <a:ext uri="{FF2B5EF4-FFF2-40B4-BE49-F238E27FC236}">
                  <a16:creationId xmlns:a16="http://schemas.microsoft.com/office/drawing/2014/main" id="{9A503C13-AE33-725D-D87F-9D945255338E}"/>
                </a:ext>
              </a:extLst>
            </p:cNvPr>
            <p:cNvSpPr/>
            <p:nvPr/>
          </p:nvSpPr>
          <p:spPr>
            <a:xfrm>
              <a:off x="2806367" y="3797117"/>
              <a:ext cx="31318" cy="27576"/>
            </a:xfrm>
            <a:custGeom>
              <a:avLst/>
              <a:gdLst>
                <a:gd name="connsiteX0" fmla="*/ 20206 w 31318"/>
                <a:gd name="connsiteY0" fmla="*/ 0 h 27576"/>
                <a:gd name="connsiteX1" fmla="*/ 356 w 31318"/>
                <a:gd name="connsiteY1" fmla="*/ 15943 h 27576"/>
                <a:gd name="connsiteX2" fmla="*/ 1686 w 31318"/>
                <a:gd name="connsiteY2" fmla="*/ 27483 h 27576"/>
                <a:gd name="connsiteX3" fmla="*/ 1929 w 31318"/>
                <a:gd name="connsiteY3" fmla="*/ 27544 h 27576"/>
                <a:gd name="connsiteX4" fmla="*/ 31262 w 31318"/>
                <a:gd name="connsiteY4" fmla="*/ 2806 h 27576"/>
                <a:gd name="connsiteX5" fmla="*/ 31238 w 31318"/>
                <a:gd name="connsiteY5" fmla="*/ 2552 h 27576"/>
                <a:gd name="connsiteX6" fmla="*/ 21742 w 31318"/>
                <a:gd name="connsiteY6" fmla="*/ 0 h 27576"/>
                <a:gd name="connsiteX7" fmla="*/ 20206 w 31318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8" h="27576">
                  <a:moveTo>
                    <a:pt x="20206" y="0"/>
                  </a:moveTo>
                  <a:cubicBezTo>
                    <a:pt x="10674" y="0"/>
                    <a:pt x="2158" y="6581"/>
                    <a:pt x="356" y="15943"/>
                  </a:cubicBezTo>
                  <a:cubicBezTo>
                    <a:pt x="-455" y="20116"/>
                    <a:pt x="174" y="24048"/>
                    <a:pt x="1686" y="27483"/>
                  </a:cubicBezTo>
                  <a:cubicBezTo>
                    <a:pt x="1723" y="27580"/>
                    <a:pt x="1856" y="27604"/>
                    <a:pt x="1929" y="27544"/>
                  </a:cubicBezTo>
                  <a:cubicBezTo>
                    <a:pt x="11811" y="19427"/>
                    <a:pt x="21597" y="11189"/>
                    <a:pt x="31262" y="2806"/>
                  </a:cubicBezTo>
                  <a:cubicBezTo>
                    <a:pt x="31347" y="2734"/>
                    <a:pt x="31335" y="2601"/>
                    <a:pt x="31238" y="2552"/>
                  </a:cubicBezTo>
                  <a:cubicBezTo>
                    <a:pt x="28420" y="968"/>
                    <a:pt x="25202" y="0"/>
                    <a:pt x="21742" y="0"/>
                  </a:cubicBezTo>
                  <a:lnTo>
                    <a:pt x="20206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orme libre : forme 843">
              <a:extLst>
                <a:ext uri="{FF2B5EF4-FFF2-40B4-BE49-F238E27FC236}">
                  <a16:creationId xmlns:a16="http://schemas.microsoft.com/office/drawing/2014/main" id="{D576D210-C347-D405-C79A-629908AC2AAB}"/>
                </a:ext>
              </a:extLst>
            </p:cNvPr>
            <p:cNvSpPr/>
            <p:nvPr/>
          </p:nvSpPr>
          <p:spPr>
            <a:xfrm>
              <a:off x="2212680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orme libre : forme 844">
              <a:extLst>
                <a:ext uri="{FF2B5EF4-FFF2-40B4-BE49-F238E27FC236}">
                  <a16:creationId xmlns:a16="http://schemas.microsoft.com/office/drawing/2014/main" id="{83499548-0B4E-48C2-6827-5B2EE013B604}"/>
                </a:ext>
              </a:extLst>
            </p:cNvPr>
            <p:cNvSpPr/>
            <p:nvPr/>
          </p:nvSpPr>
          <p:spPr>
            <a:xfrm>
              <a:off x="2014795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orme libre : forme 845">
              <a:extLst>
                <a:ext uri="{FF2B5EF4-FFF2-40B4-BE49-F238E27FC236}">
                  <a16:creationId xmlns:a16="http://schemas.microsoft.com/office/drawing/2014/main" id="{04522069-A890-0660-9BA5-09BFC816B802}"/>
                </a:ext>
              </a:extLst>
            </p:cNvPr>
            <p:cNvSpPr/>
            <p:nvPr/>
          </p:nvSpPr>
          <p:spPr>
            <a:xfrm>
              <a:off x="937431" y="3797117"/>
              <a:ext cx="31321" cy="27576"/>
            </a:xfrm>
            <a:custGeom>
              <a:avLst/>
              <a:gdLst>
                <a:gd name="connsiteX0" fmla="*/ 11149 w 31321"/>
                <a:gd name="connsiteY0" fmla="*/ 0 h 27576"/>
                <a:gd name="connsiteX1" fmla="*/ 9576 w 31321"/>
                <a:gd name="connsiteY1" fmla="*/ 0 h 27576"/>
                <a:gd name="connsiteX2" fmla="*/ 81 w 31321"/>
                <a:gd name="connsiteY2" fmla="*/ 2552 h 27576"/>
                <a:gd name="connsiteX3" fmla="*/ 57 w 31321"/>
                <a:gd name="connsiteY3" fmla="*/ 2806 h 27576"/>
                <a:gd name="connsiteX4" fmla="*/ 29390 w 31321"/>
                <a:gd name="connsiteY4" fmla="*/ 27544 h 27576"/>
                <a:gd name="connsiteX5" fmla="*/ 29632 w 31321"/>
                <a:gd name="connsiteY5" fmla="*/ 27483 h 27576"/>
                <a:gd name="connsiteX6" fmla="*/ 30963 w 31321"/>
                <a:gd name="connsiteY6" fmla="*/ 15919 h 27576"/>
                <a:gd name="connsiteX7" fmla="*/ 11149 w 31321"/>
                <a:gd name="connsiteY7" fmla="*/ 0 h 2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21" h="27576">
                  <a:moveTo>
                    <a:pt x="11149" y="0"/>
                  </a:moveTo>
                  <a:lnTo>
                    <a:pt x="9576" y="0"/>
                  </a:lnTo>
                  <a:cubicBezTo>
                    <a:pt x="6117" y="0"/>
                    <a:pt x="2899" y="968"/>
                    <a:pt x="81" y="2552"/>
                  </a:cubicBezTo>
                  <a:cubicBezTo>
                    <a:pt x="-16" y="2601"/>
                    <a:pt x="-28" y="2734"/>
                    <a:pt x="57" y="2806"/>
                  </a:cubicBezTo>
                  <a:cubicBezTo>
                    <a:pt x="9722" y="11189"/>
                    <a:pt x="19496" y="19427"/>
                    <a:pt x="29390" y="27544"/>
                  </a:cubicBezTo>
                  <a:cubicBezTo>
                    <a:pt x="29475" y="27604"/>
                    <a:pt x="29596" y="27580"/>
                    <a:pt x="29632" y="27483"/>
                  </a:cubicBezTo>
                  <a:cubicBezTo>
                    <a:pt x="31157" y="24036"/>
                    <a:pt x="31773" y="20104"/>
                    <a:pt x="30963" y="15919"/>
                  </a:cubicBezTo>
                  <a:cubicBezTo>
                    <a:pt x="29149" y="6581"/>
                    <a:pt x="20669" y="0"/>
                    <a:pt x="11149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orme libre : forme 846">
              <a:extLst>
                <a:ext uri="{FF2B5EF4-FFF2-40B4-BE49-F238E27FC236}">
                  <a16:creationId xmlns:a16="http://schemas.microsoft.com/office/drawing/2014/main" id="{1AB29D85-ECE7-DD62-273C-A328E39C4AF6}"/>
                </a:ext>
              </a:extLst>
            </p:cNvPr>
            <p:cNvSpPr/>
            <p:nvPr/>
          </p:nvSpPr>
          <p:spPr>
            <a:xfrm>
              <a:off x="2311641" y="3797117"/>
              <a:ext cx="42386" cy="40208"/>
            </a:xfrm>
            <a:custGeom>
              <a:avLst/>
              <a:gdLst>
                <a:gd name="connsiteX0" fmla="*/ 22282 w 42386"/>
                <a:gd name="connsiteY0" fmla="*/ 0 h 40208"/>
                <a:gd name="connsiteX1" fmla="*/ 20104 w 42386"/>
                <a:gd name="connsiteY1" fmla="*/ 0 h 40208"/>
                <a:gd name="connsiteX2" fmla="*/ 0 w 42386"/>
                <a:gd name="connsiteY2" fmla="*/ 20104 h 40208"/>
                <a:gd name="connsiteX3" fmla="*/ 20104 w 42386"/>
                <a:gd name="connsiteY3" fmla="*/ 40209 h 40208"/>
                <a:gd name="connsiteX4" fmla="*/ 22282 w 42386"/>
                <a:gd name="connsiteY4" fmla="*/ 40209 h 40208"/>
                <a:gd name="connsiteX5" fmla="*/ 42386 w 42386"/>
                <a:gd name="connsiteY5" fmla="*/ 20104 h 40208"/>
                <a:gd name="connsiteX6" fmla="*/ 22282 w 42386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orme libre : forme 847">
              <a:extLst>
                <a:ext uri="{FF2B5EF4-FFF2-40B4-BE49-F238E27FC236}">
                  <a16:creationId xmlns:a16="http://schemas.microsoft.com/office/drawing/2014/main" id="{6A2820FB-2D1F-0E22-EECF-5EF6C2EB0E40}"/>
                </a:ext>
              </a:extLst>
            </p:cNvPr>
            <p:cNvSpPr/>
            <p:nvPr/>
          </p:nvSpPr>
          <p:spPr>
            <a:xfrm>
              <a:off x="241057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orme libre : forme 848">
              <a:extLst>
                <a:ext uri="{FF2B5EF4-FFF2-40B4-BE49-F238E27FC236}">
                  <a16:creationId xmlns:a16="http://schemas.microsoft.com/office/drawing/2014/main" id="{944B30C3-E8AB-5A8B-F8D3-76A52E6EF31F}"/>
                </a:ext>
              </a:extLst>
            </p:cNvPr>
            <p:cNvSpPr/>
            <p:nvPr/>
          </p:nvSpPr>
          <p:spPr>
            <a:xfrm>
              <a:off x="2113743" y="3797129"/>
              <a:ext cx="42386" cy="40208"/>
            </a:xfrm>
            <a:custGeom>
              <a:avLst/>
              <a:gdLst>
                <a:gd name="connsiteX0" fmla="*/ 20104 w 42386"/>
                <a:gd name="connsiteY0" fmla="*/ 40208 h 40208"/>
                <a:gd name="connsiteX1" fmla="*/ 22282 w 42386"/>
                <a:gd name="connsiteY1" fmla="*/ 40208 h 40208"/>
                <a:gd name="connsiteX2" fmla="*/ 42386 w 42386"/>
                <a:gd name="connsiteY2" fmla="*/ 20104 h 40208"/>
                <a:gd name="connsiteX3" fmla="*/ 22282 w 42386"/>
                <a:gd name="connsiteY3" fmla="*/ 0 h 40208"/>
                <a:gd name="connsiteX4" fmla="*/ 20104 w 42386"/>
                <a:gd name="connsiteY4" fmla="*/ 0 h 40208"/>
                <a:gd name="connsiteX5" fmla="*/ 0 w 42386"/>
                <a:gd name="connsiteY5" fmla="*/ 20104 h 40208"/>
                <a:gd name="connsiteX6" fmla="*/ 20104 w 42386"/>
                <a:gd name="connsiteY6" fmla="*/ 40208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6" h="40208">
                  <a:moveTo>
                    <a:pt x="20104" y="40208"/>
                  </a:moveTo>
                  <a:lnTo>
                    <a:pt x="22282" y="40208"/>
                  </a:lnTo>
                  <a:cubicBezTo>
                    <a:pt x="33386" y="40208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8988" y="40208"/>
                    <a:pt x="20104" y="40208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orme libre : forme 849">
              <a:extLst>
                <a:ext uri="{FF2B5EF4-FFF2-40B4-BE49-F238E27FC236}">
                  <a16:creationId xmlns:a16="http://schemas.microsoft.com/office/drawing/2014/main" id="{D470CA6B-71E1-3711-814F-BAF71D71A4E0}"/>
                </a:ext>
              </a:extLst>
            </p:cNvPr>
            <p:cNvSpPr/>
            <p:nvPr/>
          </p:nvSpPr>
          <p:spPr>
            <a:xfrm>
              <a:off x="260848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orme libre : forme 850">
              <a:extLst>
                <a:ext uri="{FF2B5EF4-FFF2-40B4-BE49-F238E27FC236}">
                  <a16:creationId xmlns:a16="http://schemas.microsoft.com/office/drawing/2014/main" id="{202FFE48-B918-9D6B-3E76-0070C0FF666C}"/>
                </a:ext>
              </a:extLst>
            </p:cNvPr>
            <p:cNvSpPr/>
            <p:nvPr/>
          </p:nvSpPr>
          <p:spPr>
            <a:xfrm>
              <a:off x="191583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orme libre : forme 851">
              <a:extLst>
                <a:ext uri="{FF2B5EF4-FFF2-40B4-BE49-F238E27FC236}">
                  <a16:creationId xmlns:a16="http://schemas.microsoft.com/office/drawing/2014/main" id="{9223CC7E-143D-E516-F380-A10C43F13EC1}"/>
                </a:ext>
              </a:extLst>
            </p:cNvPr>
            <p:cNvSpPr/>
            <p:nvPr/>
          </p:nvSpPr>
          <p:spPr>
            <a:xfrm>
              <a:off x="102530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orme libre : forme 852">
              <a:extLst>
                <a:ext uri="{FF2B5EF4-FFF2-40B4-BE49-F238E27FC236}">
                  <a16:creationId xmlns:a16="http://schemas.microsoft.com/office/drawing/2014/main" id="{AF60C5B3-D3DB-8C05-08E4-B6908295217A}"/>
                </a:ext>
              </a:extLst>
            </p:cNvPr>
            <p:cNvSpPr/>
            <p:nvPr/>
          </p:nvSpPr>
          <p:spPr>
            <a:xfrm>
              <a:off x="1816897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86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orme libre : forme 853">
              <a:extLst>
                <a:ext uri="{FF2B5EF4-FFF2-40B4-BE49-F238E27FC236}">
                  <a16:creationId xmlns:a16="http://schemas.microsoft.com/office/drawing/2014/main" id="{50C6A30C-1B24-B542-C381-AA33AC7B3299}"/>
                </a:ext>
              </a:extLst>
            </p:cNvPr>
            <p:cNvSpPr/>
            <p:nvPr/>
          </p:nvSpPr>
          <p:spPr>
            <a:xfrm>
              <a:off x="1124244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orme libre : forme 854">
              <a:extLst>
                <a:ext uri="{FF2B5EF4-FFF2-40B4-BE49-F238E27FC236}">
                  <a16:creationId xmlns:a16="http://schemas.microsoft.com/office/drawing/2014/main" id="{4F5B67D2-BCEF-BF82-B8B6-B420AFD0D9D9}"/>
                </a:ext>
              </a:extLst>
            </p:cNvPr>
            <p:cNvSpPr/>
            <p:nvPr/>
          </p:nvSpPr>
          <p:spPr>
            <a:xfrm>
              <a:off x="2707423" y="3797117"/>
              <a:ext cx="42385" cy="40208"/>
            </a:xfrm>
            <a:custGeom>
              <a:avLst/>
              <a:gdLst>
                <a:gd name="connsiteX0" fmla="*/ 22282 w 42385"/>
                <a:gd name="connsiteY0" fmla="*/ 0 h 40208"/>
                <a:gd name="connsiteX1" fmla="*/ 20104 w 42385"/>
                <a:gd name="connsiteY1" fmla="*/ 0 h 40208"/>
                <a:gd name="connsiteX2" fmla="*/ 0 w 42385"/>
                <a:gd name="connsiteY2" fmla="*/ 20104 h 40208"/>
                <a:gd name="connsiteX3" fmla="*/ 20104 w 42385"/>
                <a:gd name="connsiteY3" fmla="*/ 40209 h 40208"/>
                <a:gd name="connsiteX4" fmla="*/ 22282 w 42385"/>
                <a:gd name="connsiteY4" fmla="*/ 40209 h 40208"/>
                <a:gd name="connsiteX5" fmla="*/ 42386 w 42385"/>
                <a:gd name="connsiteY5" fmla="*/ 20104 h 40208"/>
                <a:gd name="connsiteX6" fmla="*/ 22282 w 42385"/>
                <a:gd name="connsiteY6" fmla="*/ 0 h 4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385" h="40208">
                  <a:moveTo>
                    <a:pt x="22282" y="0"/>
                  </a:moveTo>
                  <a:lnTo>
                    <a:pt x="20104" y="0"/>
                  </a:lnTo>
                  <a:cubicBezTo>
                    <a:pt x="9000" y="0"/>
                    <a:pt x="0" y="9000"/>
                    <a:pt x="0" y="20104"/>
                  </a:cubicBezTo>
                  <a:cubicBezTo>
                    <a:pt x="0" y="31209"/>
                    <a:pt x="9000" y="40209"/>
                    <a:pt x="20104" y="40209"/>
                  </a:cubicBezTo>
                  <a:lnTo>
                    <a:pt x="22282" y="40209"/>
                  </a:lnTo>
                  <a:cubicBezTo>
                    <a:pt x="33386" y="40209"/>
                    <a:pt x="42386" y="31209"/>
                    <a:pt x="42386" y="20104"/>
                  </a:cubicBezTo>
                  <a:cubicBezTo>
                    <a:pt x="42386" y="9000"/>
                    <a:pt x="33398" y="0"/>
                    <a:pt x="2228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orme libre : forme 855">
              <a:extLst>
                <a:ext uri="{FF2B5EF4-FFF2-40B4-BE49-F238E27FC236}">
                  <a16:creationId xmlns:a16="http://schemas.microsoft.com/office/drawing/2014/main" id="{8A7BF350-A6AC-555D-2A4A-870D1F117652}"/>
                </a:ext>
              </a:extLst>
            </p:cNvPr>
            <p:cNvSpPr/>
            <p:nvPr/>
          </p:nvSpPr>
          <p:spPr>
            <a:xfrm>
              <a:off x="2707919" y="3874256"/>
              <a:ext cx="31828" cy="25054"/>
            </a:xfrm>
            <a:custGeom>
              <a:avLst/>
              <a:gdLst>
                <a:gd name="connsiteX0" fmla="*/ 19124 w 31828"/>
                <a:gd name="connsiteY0" fmla="*/ 0 h 25054"/>
                <a:gd name="connsiteX1" fmla="*/ 0 w 31828"/>
                <a:gd name="connsiteY1" fmla="*/ 19125 h 25054"/>
                <a:gd name="connsiteX2" fmla="*/ 992 w 31828"/>
                <a:gd name="connsiteY2" fmla="*/ 24943 h 25054"/>
                <a:gd name="connsiteX3" fmla="*/ 1234 w 31828"/>
                <a:gd name="connsiteY3" fmla="*/ 25027 h 25054"/>
                <a:gd name="connsiteX4" fmla="*/ 31765 w 31828"/>
                <a:gd name="connsiteY4" fmla="*/ 3411 h 25054"/>
                <a:gd name="connsiteX5" fmla="*/ 31765 w 31828"/>
                <a:gd name="connsiteY5" fmla="*/ 3145 h 25054"/>
                <a:gd name="connsiteX6" fmla="*/ 21241 w 31828"/>
                <a:gd name="connsiteY6" fmla="*/ 0 h 25054"/>
                <a:gd name="connsiteX7" fmla="*/ 19124 w 31828"/>
                <a:gd name="connsiteY7" fmla="*/ 0 h 2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8" h="25054">
                  <a:moveTo>
                    <a:pt x="19124" y="0"/>
                  </a:moveTo>
                  <a:cubicBezTo>
                    <a:pt x="8564" y="0"/>
                    <a:pt x="0" y="8564"/>
                    <a:pt x="0" y="19125"/>
                  </a:cubicBezTo>
                  <a:cubicBezTo>
                    <a:pt x="0" y="21169"/>
                    <a:pt x="399" y="23104"/>
                    <a:pt x="992" y="24943"/>
                  </a:cubicBezTo>
                  <a:cubicBezTo>
                    <a:pt x="1028" y="25040"/>
                    <a:pt x="1149" y="25088"/>
                    <a:pt x="1234" y="25027"/>
                  </a:cubicBezTo>
                  <a:cubicBezTo>
                    <a:pt x="11516" y="17951"/>
                    <a:pt x="21689" y="10754"/>
                    <a:pt x="31765" y="3411"/>
                  </a:cubicBezTo>
                  <a:cubicBezTo>
                    <a:pt x="31850" y="3351"/>
                    <a:pt x="31850" y="3206"/>
                    <a:pt x="31765" y="3145"/>
                  </a:cubicBezTo>
                  <a:cubicBezTo>
                    <a:pt x="28753" y="1149"/>
                    <a:pt x="25136" y="0"/>
                    <a:pt x="21241" y="0"/>
                  </a:cubicBezTo>
                  <a:lnTo>
                    <a:pt x="1912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orme libre : forme 856">
              <a:extLst>
                <a:ext uri="{FF2B5EF4-FFF2-40B4-BE49-F238E27FC236}">
                  <a16:creationId xmlns:a16="http://schemas.microsoft.com/office/drawing/2014/main" id="{EB252458-8F69-6E63-9952-97F3E3DE3AAA}"/>
                </a:ext>
              </a:extLst>
            </p:cNvPr>
            <p:cNvSpPr/>
            <p:nvPr/>
          </p:nvSpPr>
          <p:spPr>
            <a:xfrm>
              <a:off x="161947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orme libre : forme 857">
              <a:extLst>
                <a:ext uri="{FF2B5EF4-FFF2-40B4-BE49-F238E27FC236}">
                  <a16:creationId xmlns:a16="http://schemas.microsoft.com/office/drawing/2014/main" id="{7E454B1A-9C09-E169-57EA-82044DFEBC85}"/>
                </a:ext>
              </a:extLst>
            </p:cNvPr>
            <p:cNvSpPr/>
            <p:nvPr/>
          </p:nvSpPr>
          <p:spPr>
            <a:xfrm>
              <a:off x="2114227" y="3874244"/>
              <a:ext cx="41418" cy="39240"/>
            </a:xfrm>
            <a:custGeom>
              <a:avLst/>
              <a:gdLst>
                <a:gd name="connsiteX0" fmla="*/ 19620 w 41418"/>
                <a:gd name="connsiteY0" fmla="*/ 39241 h 39240"/>
                <a:gd name="connsiteX1" fmla="*/ 21798 w 41418"/>
                <a:gd name="connsiteY1" fmla="*/ 39241 h 39240"/>
                <a:gd name="connsiteX2" fmla="*/ 41418 w 41418"/>
                <a:gd name="connsiteY2" fmla="*/ 19620 h 39240"/>
                <a:gd name="connsiteX3" fmla="*/ 21798 w 41418"/>
                <a:gd name="connsiteY3" fmla="*/ 0 h 39240"/>
                <a:gd name="connsiteX4" fmla="*/ 19620 w 41418"/>
                <a:gd name="connsiteY4" fmla="*/ 0 h 39240"/>
                <a:gd name="connsiteX5" fmla="*/ 0 w 41418"/>
                <a:gd name="connsiteY5" fmla="*/ 19620 h 39240"/>
                <a:gd name="connsiteX6" fmla="*/ 19620 w 41418"/>
                <a:gd name="connsiteY6" fmla="*/ 39241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0">
                  <a:moveTo>
                    <a:pt x="19620" y="39241"/>
                  </a:moveTo>
                  <a:lnTo>
                    <a:pt x="21798" y="39241"/>
                  </a:lnTo>
                  <a:cubicBezTo>
                    <a:pt x="32636" y="39241"/>
                    <a:pt x="41418" y="30458"/>
                    <a:pt x="41418" y="19620"/>
                  </a:cubicBezTo>
                  <a:cubicBezTo>
                    <a:pt x="41418" y="8782"/>
                    <a:pt x="32636" y="0"/>
                    <a:pt x="21798" y="0"/>
                  </a:cubicBezTo>
                  <a:lnTo>
                    <a:pt x="19620" y="0"/>
                  </a:lnTo>
                  <a:cubicBezTo>
                    <a:pt x="8782" y="0"/>
                    <a:pt x="0" y="8782"/>
                    <a:pt x="0" y="19620"/>
                  </a:cubicBezTo>
                  <a:cubicBezTo>
                    <a:pt x="0" y="30458"/>
                    <a:pt x="8782" y="39241"/>
                    <a:pt x="19620" y="3924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orme libre : forme 858">
              <a:extLst>
                <a:ext uri="{FF2B5EF4-FFF2-40B4-BE49-F238E27FC236}">
                  <a16:creationId xmlns:a16="http://schemas.microsoft.com/office/drawing/2014/main" id="{97931443-F75F-0FD8-A44D-757EB34E2666}"/>
                </a:ext>
              </a:extLst>
            </p:cNvPr>
            <p:cNvSpPr/>
            <p:nvPr/>
          </p:nvSpPr>
          <p:spPr>
            <a:xfrm>
              <a:off x="181738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orme libre : forme 859">
              <a:extLst>
                <a:ext uri="{FF2B5EF4-FFF2-40B4-BE49-F238E27FC236}">
                  <a16:creationId xmlns:a16="http://schemas.microsoft.com/office/drawing/2014/main" id="{CB11BD15-069A-FF61-CC2B-AD108A28C254}"/>
                </a:ext>
              </a:extLst>
            </p:cNvPr>
            <p:cNvSpPr/>
            <p:nvPr/>
          </p:nvSpPr>
          <p:spPr>
            <a:xfrm>
              <a:off x="171843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orme libre : forme 860">
              <a:extLst>
                <a:ext uri="{FF2B5EF4-FFF2-40B4-BE49-F238E27FC236}">
                  <a16:creationId xmlns:a16="http://schemas.microsoft.com/office/drawing/2014/main" id="{607F65B0-6876-2E83-293F-DE9D35307779}"/>
                </a:ext>
              </a:extLst>
            </p:cNvPr>
            <p:cNvSpPr/>
            <p:nvPr/>
          </p:nvSpPr>
          <p:spPr>
            <a:xfrm>
              <a:off x="191631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orme libre : forme 861">
              <a:extLst>
                <a:ext uri="{FF2B5EF4-FFF2-40B4-BE49-F238E27FC236}">
                  <a16:creationId xmlns:a16="http://schemas.microsoft.com/office/drawing/2014/main" id="{EA599A02-7A27-A35F-EEA3-DC0C5E680C1E}"/>
                </a:ext>
              </a:extLst>
            </p:cNvPr>
            <p:cNvSpPr/>
            <p:nvPr/>
          </p:nvSpPr>
          <p:spPr>
            <a:xfrm>
              <a:off x="201527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orme libre : forme 862">
              <a:extLst>
                <a:ext uri="{FF2B5EF4-FFF2-40B4-BE49-F238E27FC236}">
                  <a16:creationId xmlns:a16="http://schemas.microsoft.com/office/drawing/2014/main" id="{41FEE34B-6286-5F85-52B1-9533163FB9C3}"/>
                </a:ext>
              </a:extLst>
            </p:cNvPr>
            <p:cNvSpPr/>
            <p:nvPr/>
          </p:nvSpPr>
          <p:spPr>
            <a:xfrm>
              <a:off x="23121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orme libre : forme 863">
              <a:extLst>
                <a:ext uri="{FF2B5EF4-FFF2-40B4-BE49-F238E27FC236}">
                  <a16:creationId xmlns:a16="http://schemas.microsoft.com/office/drawing/2014/main" id="{D887F009-1574-2D78-4FA4-1F5247B706B1}"/>
                </a:ext>
              </a:extLst>
            </p:cNvPr>
            <p:cNvSpPr/>
            <p:nvPr/>
          </p:nvSpPr>
          <p:spPr>
            <a:xfrm>
              <a:off x="1124728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orme libre : forme 864">
              <a:extLst>
                <a:ext uri="{FF2B5EF4-FFF2-40B4-BE49-F238E27FC236}">
                  <a16:creationId xmlns:a16="http://schemas.microsoft.com/office/drawing/2014/main" id="{2432D2C3-3999-75D3-0964-B15725CBC7B9}"/>
                </a:ext>
              </a:extLst>
            </p:cNvPr>
            <p:cNvSpPr/>
            <p:nvPr/>
          </p:nvSpPr>
          <p:spPr>
            <a:xfrm>
              <a:off x="241106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orme libre : forme 865">
              <a:extLst>
                <a:ext uri="{FF2B5EF4-FFF2-40B4-BE49-F238E27FC236}">
                  <a16:creationId xmlns:a16="http://schemas.microsoft.com/office/drawing/2014/main" id="{5F5D7D51-E3FC-9D9E-3D5D-258675714059}"/>
                </a:ext>
              </a:extLst>
            </p:cNvPr>
            <p:cNvSpPr/>
            <p:nvPr/>
          </p:nvSpPr>
          <p:spPr>
            <a:xfrm>
              <a:off x="132262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orme libre : forme 866">
              <a:extLst>
                <a:ext uri="{FF2B5EF4-FFF2-40B4-BE49-F238E27FC236}">
                  <a16:creationId xmlns:a16="http://schemas.microsoft.com/office/drawing/2014/main" id="{3D4D34FC-1567-5CD0-7E32-98BDA9B9E764}"/>
                </a:ext>
              </a:extLst>
            </p:cNvPr>
            <p:cNvSpPr/>
            <p:nvPr/>
          </p:nvSpPr>
          <p:spPr>
            <a:xfrm>
              <a:off x="2213164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36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orme libre : forme 867">
              <a:extLst>
                <a:ext uri="{FF2B5EF4-FFF2-40B4-BE49-F238E27FC236}">
                  <a16:creationId xmlns:a16="http://schemas.microsoft.com/office/drawing/2014/main" id="{2C4E1050-4D27-EF7E-FBE6-50055938CFF5}"/>
                </a:ext>
              </a:extLst>
            </p:cNvPr>
            <p:cNvSpPr/>
            <p:nvPr/>
          </p:nvSpPr>
          <p:spPr>
            <a:xfrm>
              <a:off x="1035360" y="3874256"/>
              <a:ext cx="31837" cy="25056"/>
            </a:xfrm>
            <a:custGeom>
              <a:avLst/>
              <a:gdLst>
                <a:gd name="connsiteX0" fmla="*/ 12713 w 31837"/>
                <a:gd name="connsiteY0" fmla="*/ 0 h 25056"/>
                <a:gd name="connsiteX1" fmla="*/ 10584 w 31837"/>
                <a:gd name="connsiteY1" fmla="*/ 0 h 25056"/>
                <a:gd name="connsiteX2" fmla="*/ 73 w 31837"/>
                <a:gd name="connsiteY2" fmla="*/ 3145 h 25056"/>
                <a:gd name="connsiteX3" fmla="*/ 73 w 31837"/>
                <a:gd name="connsiteY3" fmla="*/ 3411 h 25056"/>
                <a:gd name="connsiteX4" fmla="*/ 30604 w 31837"/>
                <a:gd name="connsiteY4" fmla="*/ 25027 h 25056"/>
                <a:gd name="connsiteX5" fmla="*/ 30846 w 31837"/>
                <a:gd name="connsiteY5" fmla="*/ 24943 h 25056"/>
                <a:gd name="connsiteX6" fmla="*/ 31838 w 31837"/>
                <a:gd name="connsiteY6" fmla="*/ 19125 h 25056"/>
                <a:gd name="connsiteX7" fmla="*/ 12713 w 31837"/>
                <a:gd name="connsiteY7" fmla="*/ 0 h 25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7" h="25056">
                  <a:moveTo>
                    <a:pt x="12713" y="0"/>
                  </a:moveTo>
                  <a:lnTo>
                    <a:pt x="10584" y="0"/>
                  </a:lnTo>
                  <a:cubicBezTo>
                    <a:pt x="6701" y="0"/>
                    <a:pt x="3085" y="1161"/>
                    <a:pt x="73" y="3145"/>
                  </a:cubicBezTo>
                  <a:cubicBezTo>
                    <a:pt x="-24" y="3206"/>
                    <a:pt x="-24" y="3339"/>
                    <a:pt x="73" y="3411"/>
                  </a:cubicBezTo>
                  <a:cubicBezTo>
                    <a:pt x="10149" y="10742"/>
                    <a:pt x="20322" y="17951"/>
                    <a:pt x="30604" y="25027"/>
                  </a:cubicBezTo>
                  <a:cubicBezTo>
                    <a:pt x="30689" y="25088"/>
                    <a:pt x="30810" y="25052"/>
                    <a:pt x="30846" y="24943"/>
                  </a:cubicBezTo>
                  <a:cubicBezTo>
                    <a:pt x="31439" y="23104"/>
                    <a:pt x="31838" y="21169"/>
                    <a:pt x="31838" y="19125"/>
                  </a:cubicBezTo>
                  <a:cubicBezTo>
                    <a:pt x="31838" y="8564"/>
                    <a:pt x="23286" y="0"/>
                    <a:pt x="12713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orme libre : forme 868">
              <a:extLst>
                <a:ext uri="{FF2B5EF4-FFF2-40B4-BE49-F238E27FC236}">
                  <a16:creationId xmlns:a16="http://schemas.microsoft.com/office/drawing/2014/main" id="{EF70E614-8E44-D9D5-B3E5-59E893155A6A}"/>
                </a:ext>
              </a:extLst>
            </p:cNvPr>
            <p:cNvSpPr/>
            <p:nvPr/>
          </p:nvSpPr>
          <p:spPr>
            <a:xfrm>
              <a:off x="1421586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1 w 41418"/>
                <a:gd name="connsiteY1" fmla="*/ 0 h 39241"/>
                <a:gd name="connsiteX2" fmla="*/ 0 w 41418"/>
                <a:gd name="connsiteY2" fmla="*/ 19621 h 39241"/>
                <a:gd name="connsiteX3" fmla="*/ 19621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1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1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orme libre : forme 869">
              <a:extLst>
                <a:ext uri="{FF2B5EF4-FFF2-40B4-BE49-F238E27FC236}">
                  <a16:creationId xmlns:a16="http://schemas.microsoft.com/office/drawing/2014/main" id="{0A85AD92-3D1C-54BC-FA3A-9B2B932276EF}"/>
                </a:ext>
              </a:extLst>
            </p:cNvPr>
            <p:cNvSpPr/>
            <p:nvPr/>
          </p:nvSpPr>
          <p:spPr>
            <a:xfrm>
              <a:off x="1520535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orme libre : forme 870">
              <a:extLst>
                <a:ext uri="{FF2B5EF4-FFF2-40B4-BE49-F238E27FC236}">
                  <a16:creationId xmlns:a16="http://schemas.microsoft.com/office/drawing/2014/main" id="{6AE3566E-469A-028A-F615-ACE63B9004A6}"/>
                </a:ext>
              </a:extLst>
            </p:cNvPr>
            <p:cNvSpPr/>
            <p:nvPr/>
          </p:nvSpPr>
          <p:spPr>
            <a:xfrm>
              <a:off x="1223689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orme libre : forme 871">
              <a:extLst>
                <a:ext uri="{FF2B5EF4-FFF2-40B4-BE49-F238E27FC236}">
                  <a16:creationId xmlns:a16="http://schemas.microsoft.com/office/drawing/2014/main" id="{9DF2C0CF-94A9-013B-99EB-D45714B0601A}"/>
                </a:ext>
              </a:extLst>
            </p:cNvPr>
            <p:cNvSpPr/>
            <p:nvPr/>
          </p:nvSpPr>
          <p:spPr>
            <a:xfrm>
              <a:off x="2510022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orme libre : forme 872">
              <a:extLst>
                <a:ext uri="{FF2B5EF4-FFF2-40B4-BE49-F238E27FC236}">
                  <a16:creationId xmlns:a16="http://schemas.microsoft.com/office/drawing/2014/main" id="{B6A74C35-84B9-CFB8-0251-5FD772FCAA05}"/>
                </a:ext>
              </a:extLst>
            </p:cNvPr>
            <p:cNvSpPr/>
            <p:nvPr/>
          </p:nvSpPr>
          <p:spPr>
            <a:xfrm>
              <a:off x="2608971" y="3874256"/>
              <a:ext cx="41418" cy="39241"/>
            </a:xfrm>
            <a:custGeom>
              <a:avLst/>
              <a:gdLst>
                <a:gd name="connsiteX0" fmla="*/ 21798 w 41418"/>
                <a:gd name="connsiteY0" fmla="*/ 0 h 39241"/>
                <a:gd name="connsiteX1" fmla="*/ 19620 w 41418"/>
                <a:gd name="connsiteY1" fmla="*/ 0 h 39241"/>
                <a:gd name="connsiteX2" fmla="*/ 0 w 41418"/>
                <a:gd name="connsiteY2" fmla="*/ 19621 h 39241"/>
                <a:gd name="connsiteX3" fmla="*/ 19620 w 41418"/>
                <a:gd name="connsiteY3" fmla="*/ 39241 h 39241"/>
                <a:gd name="connsiteX4" fmla="*/ 21798 w 41418"/>
                <a:gd name="connsiteY4" fmla="*/ 39241 h 39241"/>
                <a:gd name="connsiteX5" fmla="*/ 41418 w 41418"/>
                <a:gd name="connsiteY5" fmla="*/ 19621 h 39241"/>
                <a:gd name="connsiteX6" fmla="*/ 21798 w 41418"/>
                <a:gd name="connsiteY6" fmla="*/ 0 h 3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18" h="39241">
                  <a:moveTo>
                    <a:pt x="21798" y="0"/>
                  </a:moveTo>
                  <a:lnTo>
                    <a:pt x="19620" y="0"/>
                  </a:lnTo>
                  <a:cubicBezTo>
                    <a:pt x="8782" y="0"/>
                    <a:pt x="0" y="8782"/>
                    <a:pt x="0" y="19621"/>
                  </a:cubicBezTo>
                  <a:cubicBezTo>
                    <a:pt x="0" y="30459"/>
                    <a:pt x="8782" y="39241"/>
                    <a:pt x="19620" y="39241"/>
                  </a:cubicBezTo>
                  <a:lnTo>
                    <a:pt x="21798" y="39241"/>
                  </a:lnTo>
                  <a:cubicBezTo>
                    <a:pt x="32636" y="39241"/>
                    <a:pt x="41418" y="30459"/>
                    <a:pt x="41418" y="19621"/>
                  </a:cubicBezTo>
                  <a:cubicBezTo>
                    <a:pt x="41418" y="8782"/>
                    <a:pt x="32624" y="0"/>
                    <a:pt x="2179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orme libre : forme 873">
              <a:extLst>
                <a:ext uri="{FF2B5EF4-FFF2-40B4-BE49-F238E27FC236}">
                  <a16:creationId xmlns:a16="http://schemas.microsoft.com/office/drawing/2014/main" id="{B9FC3C68-40C0-0779-06F3-ECFF111B29F3}"/>
                </a:ext>
              </a:extLst>
            </p:cNvPr>
            <p:cNvSpPr/>
            <p:nvPr/>
          </p:nvSpPr>
          <p:spPr>
            <a:xfrm>
              <a:off x="201577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orme libre : forme 874">
              <a:extLst>
                <a:ext uri="{FF2B5EF4-FFF2-40B4-BE49-F238E27FC236}">
                  <a16:creationId xmlns:a16="http://schemas.microsoft.com/office/drawing/2014/main" id="{1B88D9E7-7DE8-CA30-4740-D198FDDE9CA4}"/>
                </a:ext>
              </a:extLst>
            </p:cNvPr>
            <p:cNvSpPr/>
            <p:nvPr/>
          </p:nvSpPr>
          <p:spPr>
            <a:xfrm>
              <a:off x="1224185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orme libre : forme 875">
              <a:extLst>
                <a:ext uri="{FF2B5EF4-FFF2-40B4-BE49-F238E27FC236}">
                  <a16:creationId xmlns:a16="http://schemas.microsoft.com/office/drawing/2014/main" id="{7B116A21-A508-EDEB-09FE-2D569C25F5CA}"/>
                </a:ext>
              </a:extLst>
            </p:cNvPr>
            <p:cNvSpPr/>
            <p:nvPr/>
          </p:nvSpPr>
          <p:spPr>
            <a:xfrm>
              <a:off x="23126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orme libre : forme 876">
              <a:extLst>
                <a:ext uri="{FF2B5EF4-FFF2-40B4-BE49-F238E27FC236}">
                  <a16:creationId xmlns:a16="http://schemas.microsoft.com/office/drawing/2014/main" id="{9C38D11F-C994-3FC5-498B-2A0582ADA68B}"/>
                </a:ext>
              </a:extLst>
            </p:cNvPr>
            <p:cNvSpPr/>
            <p:nvPr/>
          </p:nvSpPr>
          <p:spPr>
            <a:xfrm>
              <a:off x="251051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orme libre : forme 877">
              <a:extLst>
                <a:ext uri="{FF2B5EF4-FFF2-40B4-BE49-F238E27FC236}">
                  <a16:creationId xmlns:a16="http://schemas.microsoft.com/office/drawing/2014/main" id="{2B4E34A1-F9E0-E3D0-2653-FCB306E93454}"/>
                </a:ext>
              </a:extLst>
            </p:cNvPr>
            <p:cNvSpPr/>
            <p:nvPr/>
          </p:nvSpPr>
          <p:spPr>
            <a:xfrm>
              <a:off x="1916814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orme libre : forme 878">
              <a:extLst>
                <a:ext uri="{FF2B5EF4-FFF2-40B4-BE49-F238E27FC236}">
                  <a16:creationId xmlns:a16="http://schemas.microsoft.com/office/drawing/2014/main" id="{431DC67B-240D-5E4F-A023-AB30E1D1DA72}"/>
                </a:ext>
              </a:extLst>
            </p:cNvPr>
            <p:cNvSpPr/>
            <p:nvPr/>
          </p:nvSpPr>
          <p:spPr>
            <a:xfrm>
              <a:off x="2114723" y="3951395"/>
              <a:ext cx="40426" cy="38248"/>
            </a:xfrm>
            <a:custGeom>
              <a:avLst/>
              <a:gdLst>
                <a:gd name="connsiteX0" fmla="*/ 19124 w 40426"/>
                <a:gd name="connsiteY0" fmla="*/ 38249 h 38248"/>
                <a:gd name="connsiteX1" fmla="*/ 21302 w 40426"/>
                <a:gd name="connsiteY1" fmla="*/ 38249 h 38248"/>
                <a:gd name="connsiteX2" fmla="*/ 40426 w 40426"/>
                <a:gd name="connsiteY2" fmla="*/ 19124 h 38248"/>
                <a:gd name="connsiteX3" fmla="*/ 21302 w 40426"/>
                <a:gd name="connsiteY3" fmla="*/ 0 h 38248"/>
                <a:gd name="connsiteX4" fmla="*/ 19124 w 40426"/>
                <a:gd name="connsiteY4" fmla="*/ 0 h 38248"/>
                <a:gd name="connsiteX5" fmla="*/ 0 w 40426"/>
                <a:gd name="connsiteY5" fmla="*/ 19124 h 38248"/>
                <a:gd name="connsiteX6" fmla="*/ 19124 w 40426"/>
                <a:gd name="connsiteY6" fmla="*/ 38249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19124" y="38249"/>
                  </a:move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64"/>
                    <a:pt x="31862" y="0"/>
                    <a:pt x="21302" y="0"/>
                  </a:cubicBez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52" y="38249"/>
                    <a:pt x="19124" y="38249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orme libre : forme 879">
              <a:extLst>
                <a:ext uri="{FF2B5EF4-FFF2-40B4-BE49-F238E27FC236}">
                  <a16:creationId xmlns:a16="http://schemas.microsoft.com/office/drawing/2014/main" id="{CBFE6F47-31B5-79D3-BBE0-454066F54B27}"/>
                </a:ext>
              </a:extLst>
            </p:cNvPr>
            <p:cNvSpPr/>
            <p:nvPr/>
          </p:nvSpPr>
          <p:spPr>
            <a:xfrm>
              <a:off x="241155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orme libre : forme 880">
              <a:extLst>
                <a:ext uri="{FF2B5EF4-FFF2-40B4-BE49-F238E27FC236}">
                  <a16:creationId xmlns:a16="http://schemas.microsoft.com/office/drawing/2014/main" id="{7EAC45A7-60BF-8445-30B1-503641F972BD}"/>
                </a:ext>
              </a:extLst>
            </p:cNvPr>
            <p:cNvSpPr/>
            <p:nvPr/>
          </p:nvSpPr>
          <p:spPr>
            <a:xfrm>
              <a:off x="2213660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38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orme libre : forme 881">
              <a:extLst>
                <a:ext uri="{FF2B5EF4-FFF2-40B4-BE49-F238E27FC236}">
                  <a16:creationId xmlns:a16="http://schemas.microsoft.com/office/drawing/2014/main" id="{03451656-6CB1-6CF2-BEB5-5442CE91F95D}"/>
                </a:ext>
              </a:extLst>
            </p:cNvPr>
            <p:cNvSpPr/>
            <p:nvPr/>
          </p:nvSpPr>
          <p:spPr>
            <a:xfrm>
              <a:off x="181787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orme libre : forme 882">
              <a:extLst>
                <a:ext uri="{FF2B5EF4-FFF2-40B4-BE49-F238E27FC236}">
                  <a16:creationId xmlns:a16="http://schemas.microsoft.com/office/drawing/2014/main" id="{BAEAEC75-F910-B8DF-D385-8A40BAE1D6B8}"/>
                </a:ext>
              </a:extLst>
            </p:cNvPr>
            <p:cNvSpPr/>
            <p:nvPr/>
          </p:nvSpPr>
          <p:spPr>
            <a:xfrm>
              <a:off x="132312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orme libre : forme 883">
              <a:extLst>
                <a:ext uri="{FF2B5EF4-FFF2-40B4-BE49-F238E27FC236}">
                  <a16:creationId xmlns:a16="http://schemas.microsoft.com/office/drawing/2014/main" id="{789B7A56-C0DA-18EC-19FC-C6BCE1DCF45C}"/>
                </a:ext>
              </a:extLst>
            </p:cNvPr>
            <p:cNvSpPr/>
            <p:nvPr/>
          </p:nvSpPr>
          <p:spPr>
            <a:xfrm>
              <a:off x="1718928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orme libre : forme 884">
              <a:extLst>
                <a:ext uri="{FF2B5EF4-FFF2-40B4-BE49-F238E27FC236}">
                  <a16:creationId xmlns:a16="http://schemas.microsoft.com/office/drawing/2014/main" id="{531BBB90-8DC8-FB8A-18B7-0E54A8ADA957}"/>
                </a:ext>
              </a:extLst>
            </p:cNvPr>
            <p:cNvSpPr/>
            <p:nvPr/>
          </p:nvSpPr>
          <p:spPr>
            <a:xfrm>
              <a:off x="1422082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5 w 40426"/>
                <a:gd name="connsiteY1" fmla="*/ 0 h 38248"/>
                <a:gd name="connsiteX2" fmla="*/ 0 w 40426"/>
                <a:gd name="connsiteY2" fmla="*/ 19124 h 38248"/>
                <a:gd name="connsiteX3" fmla="*/ 19125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5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5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orme libre : forme 885">
              <a:extLst>
                <a:ext uri="{FF2B5EF4-FFF2-40B4-BE49-F238E27FC236}">
                  <a16:creationId xmlns:a16="http://schemas.microsoft.com/office/drawing/2014/main" id="{5F13F10F-C364-70FB-E3B1-CD0981B74AF5}"/>
                </a:ext>
              </a:extLst>
            </p:cNvPr>
            <p:cNvSpPr/>
            <p:nvPr/>
          </p:nvSpPr>
          <p:spPr>
            <a:xfrm>
              <a:off x="1619967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74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orme libre : forme 886">
              <a:extLst>
                <a:ext uri="{FF2B5EF4-FFF2-40B4-BE49-F238E27FC236}">
                  <a16:creationId xmlns:a16="http://schemas.microsoft.com/office/drawing/2014/main" id="{177B7853-9348-E06F-4BA8-E265E031CBB8}"/>
                </a:ext>
              </a:extLst>
            </p:cNvPr>
            <p:cNvSpPr/>
            <p:nvPr/>
          </p:nvSpPr>
          <p:spPr>
            <a:xfrm>
              <a:off x="1521031" y="3951395"/>
              <a:ext cx="40426" cy="38248"/>
            </a:xfrm>
            <a:custGeom>
              <a:avLst/>
              <a:gdLst>
                <a:gd name="connsiteX0" fmla="*/ 21302 w 40426"/>
                <a:gd name="connsiteY0" fmla="*/ 0 h 38248"/>
                <a:gd name="connsiteX1" fmla="*/ 19124 w 40426"/>
                <a:gd name="connsiteY1" fmla="*/ 0 h 38248"/>
                <a:gd name="connsiteX2" fmla="*/ 0 w 40426"/>
                <a:gd name="connsiteY2" fmla="*/ 19124 h 38248"/>
                <a:gd name="connsiteX3" fmla="*/ 19124 w 40426"/>
                <a:gd name="connsiteY3" fmla="*/ 38249 h 38248"/>
                <a:gd name="connsiteX4" fmla="*/ 21302 w 40426"/>
                <a:gd name="connsiteY4" fmla="*/ 38249 h 38248"/>
                <a:gd name="connsiteX5" fmla="*/ 40426 w 40426"/>
                <a:gd name="connsiteY5" fmla="*/ 19124 h 38248"/>
                <a:gd name="connsiteX6" fmla="*/ 21302 w 40426"/>
                <a:gd name="connsiteY6" fmla="*/ 0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6" h="38248">
                  <a:moveTo>
                    <a:pt x="21302" y="0"/>
                  </a:moveTo>
                  <a:lnTo>
                    <a:pt x="19124" y="0"/>
                  </a:lnTo>
                  <a:cubicBezTo>
                    <a:pt x="8564" y="0"/>
                    <a:pt x="0" y="8564"/>
                    <a:pt x="0" y="19124"/>
                  </a:cubicBezTo>
                  <a:cubicBezTo>
                    <a:pt x="0" y="29685"/>
                    <a:pt x="8564" y="38249"/>
                    <a:pt x="19124" y="38249"/>
                  </a:cubicBezTo>
                  <a:lnTo>
                    <a:pt x="21302" y="38249"/>
                  </a:lnTo>
                  <a:cubicBezTo>
                    <a:pt x="31862" y="38249"/>
                    <a:pt x="40426" y="29685"/>
                    <a:pt x="40426" y="19124"/>
                  </a:cubicBezTo>
                  <a:cubicBezTo>
                    <a:pt x="40426" y="8552"/>
                    <a:pt x="31862" y="0"/>
                    <a:pt x="2130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orme libre : forme 887">
              <a:extLst>
                <a:ext uri="{FF2B5EF4-FFF2-40B4-BE49-F238E27FC236}">
                  <a16:creationId xmlns:a16="http://schemas.microsoft.com/office/drawing/2014/main" id="{566DEEFB-446F-45FB-20D7-38A8132A6A5C}"/>
                </a:ext>
              </a:extLst>
            </p:cNvPr>
            <p:cNvSpPr/>
            <p:nvPr/>
          </p:nvSpPr>
          <p:spPr>
            <a:xfrm>
              <a:off x="2412054" y="4028522"/>
              <a:ext cx="38194" cy="27395"/>
            </a:xfrm>
            <a:custGeom>
              <a:avLst/>
              <a:gdLst>
                <a:gd name="connsiteX0" fmla="*/ 20672 w 38194"/>
                <a:gd name="connsiteY0" fmla="*/ 0 h 27395"/>
                <a:gd name="connsiteX1" fmla="*/ 19147 w 38194"/>
                <a:gd name="connsiteY1" fmla="*/ 0 h 27395"/>
                <a:gd name="connsiteX2" fmla="*/ 700 w 38194"/>
                <a:gd name="connsiteY2" fmla="*/ 13572 h 27395"/>
                <a:gd name="connsiteX3" fmla="*/ 2333 w 38194"/>
                <a:gd name="connsiteY3" fmla="*/ 27326 h 27395"/>
                <a:gd name="connsiteX4" fmla="*/ 2491 w 38194"/>
                <a:gd name="connsiteY4" fmla="*/ 27386 h 27395"/>
                <a:gd name="connsiteX5" fmla="*/ 38115 w 38194"/>
                <a:gd name="connsiteY5" fmla="*/ 12979 h 27395"/>
                <a:gd name="connsiteX6" fmla="*/ 38187 w 38194"/>
                <a:gd name="connsiteY6" fmla="*/ 12822 h 27395"/>
                <a:gd name="connsiteX7" fmla="*/ 20672 w 38194"/>
                <a:gd name="connsiteY7" fmla="*/ 0 h 2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4" h="27395">
                  <a:moveTo>
                    <a:pt x="20672" y="0"/>
                  </a:moveTo>
                  <a:lnTo>
                    <a:pt x="19147" y="0"/>
                  </a:lnTo>
                  <a:cubicBezTo>
                    <a:pt x="10692" y="0"/>
                    <a:pt x="2999" y="5431"/>
                    <a:pt x="700" y="13572"/>
                  </a:cubicBezTo>
                  <a:cubicBezTo>
                    <a:pt x="-751" y="18689"/>
                    <a:pt x="180" y="23394"/>
                    <a:pt x="2333" y="27326"/>
                  </a:cubicBezTo>
                  <a:cubicBezTo>
                    <a:pt x="2370" y="27386"/>
                    <a:pt x="2430" y="27410"/>
                    <a:pt x="2491" y="27386"/>
                  </a:cubicBezTo>
                  <a:cubicBezTo>
                    <a:pt x="14442" y="22729"/>
                    <a:pt x="26333" y="17951"/>
                    <a:pt x="38115" y="12979"/>
                  </a:cubicBezTo>
                  <a:cubicBezTo>
                    <a:pt x="38175" y="12955"/>
                    <a:pt x="38211" y="12883"/>
                    <a:pt x="38187" y="12822"/>
                  </a:cubicBezTo>
                  <a:cubicBezTo>
                    <a:pt x="35780" y="5407"/>
                    <a:pt x="28897" y="0"/>
                    <a:pt x="2067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orme libre : forme 888">
              <a:extLst>
                <a:ext uri="{FF2B5EF4-FFF2-40B4-BE49-F238E27FC236}">
                  <a16:creationId xmlns:a16="http://schemas.microsoft.com/office/drawing/2014/main" id="{72B7D619-7CC4-AAAD-37FB-7DD8D5E36841}"/>
                </a:ext>
              </a:extLst>
            </p:cNvPr>
            <p:cNvSpPr/>
            <p:nvPr/>
          </p:nvSpPr>
          <p:spPr>
            <a:xfrm>
              <a:off x="221414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orme libre : forme 889">
              <a:extLst>
                <a:ext uri="{FF2B5EF4-FFF2-40B4-BE49-F238E27FC236}">
                  <a16:creationId xmlns:a16="http://schemas.microsoft.com/office/drawing/2014/main" id="{389E6ECD-18EC-14BC-BC4C-1BBEB488A98A}"/>
                </a:ext>
              </a:extLst>
            </p:cNvPr>
            <p:cNvSpPr/>
            <p:nvPr/>
          </p:nvSpPr>
          <p:spPr>
            <a:xfrm>
              <a:off x="2115207" y="4028522"/>
              <a:ext cx="39458" cy="37281"/>
            </a:xfrm>
            <a:custGeom>
              <a:avLst/>
              <a:gdLst>
                <a:gd name="connsiteX0" fmla="*/ 18641 w 39458"/>
                <a:gd name="connsiteY0" fmla="*/ 37281 h 37281"/>
                <a:gd name="connsiteX1" fmla="*/ 20818 w 39458"/>
                <a:gd name="connsiteY1" fmla="*/ 37281 h 37281"/>
                <a:gd name="connsiteX2" fmla="*/ 39459 w 39458"/>
                <a:gd name="connsiteY2" fmla="*/ 18640 h 37281"/>
                <a:gd name="connsiteX3" fmla="*/ 20818 w 39458"/>
                <a:gd name="connsiteY3" fmla="*/ 0 h 37281"/>
                <a:gd name="connsiteX4" fmla="*/ 18641 w 39458"/>
                <a:gd name="connsiteY4" fmla="*/ 0 h 37281"/>
                <a:gd name="connsiteX5" fmla="*/ 0 w 39458"/>
                <a:gd name="connsiteY5" fmla="*/ 18640 h 37281"/>
                <a:gd name="connsiteX6" fmla="*/ 18641 w 39458"/>
                <a:gd name="connsiteY6" fmla="*/ 37281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18641" y="37281"/>
                  </a:move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24" y="0"/>
                    <a:pt x="20818" y="0"/>
                  </a:cubicBez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orme libre : forme 890">
              <a:extLst>
                <a:ext uri="{FF2B5EF4-FFF2-40B4-BE49-F238E27FC236}">
                  <a16:creationId xmlns:a16="http://schemas.microsoft.com/office/drawing/2014/main" id="{A16E5C4C-064D-53FE-EF5E-9A367593F59C}"/>
                </a:ext>
              </a:extLst>
            </p:cNvPr>
            <p:cNvSpPr/>
            <p:nvPr/>
          </p:nvSpPr>
          <p:spPr>
            <a:xfrm>
              <a:off x="162045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59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orme libre : forme 891">
              <a:extLst>
                <a:ext uri="{FF2B5EF4-FFF2-40B4-BE49-F238E27FC236}">
                  <a16:creationId xmlns:a16="http://schemas.microsoft.com/office/drawing/2014/main" id="{D7FF058A-7C82-0FEF-4D40-C82B9E74736A}"/>
                </a:ext>
              </a:extLst>
            </p:cNvPr>
            <p:cNvSpPr/>
            <p:nvPr/>
          </p:nvSpPr>
          <p:spPr>
            <a:xfrm>
              <a:off x="1719412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orme libre : forme 892">
              <a:extLst>
                <a:ext uri="{FF2B5EF4-FFF2-40B4-BE49-F238E27FC236}">
                  <a16:creationId xmlns:a16="http://schemas.microsoft.com/office/drawing/2014/main" id="{F5B8923E-B035-40D5-D5BB-8AB42DC9A35C}"/>
                </a:ext>
              </a:extLst>
            </p:cNvPr>
            <p:cNvSpPr/>
            <p:nvPr/>
          </p:nvSpPr>
          <p:spPr>
            <a:xfrm>
              <a:off x="1422566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orme libre : forme 893">
              <a:extLst>
                <a:ext uri="{FF2B5EF4-FFF2-40B4-BE49-F238E27FC236}">
                  <a16:creationId xmlns:a16="http://schemas.microsoft.com/office/drawing/2014/main" id="{1E27A037-9AA1-FAF0-0081-A9C896B59E44}"/>
                </a:ext>
              </a:extLst>
            </p:cNvPr>
            <p:cNvSpPr/>
            <p:nvPr/>
          </p:nvSpPr>
          <p:spPr>
            <a:xfrm>
              <a:off x="1521515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orme libre : forme 894">
              <a:extLst>
                <a:ext uri="{FF2B5EF4-FFF2-40B4-BE49-F238E27FC236}">
                  <a16:creationId xmlns:a16="http://schemas.microsoft.com/office/drawing/2014/main" id="{A8E2D384-9607-D087-89C6-989323D37FEA}"/>
                </a:ext>
              </a:extLst>
            </p:cNvPr>
            <p:cNvSpPr/>
            <p:nvPr/>
          </p:nvSpPr>
          <p:spPr>
            <a:xfrm>
              <a:off x="1818361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orme libre : forme 895">
              <a:extLst>
                <a:ext uri="{FF2B5EF4-FFF2-40B4-BE49-F238E27FC236}">
                  <a16:creationId xmlns:a16="http://schemas.microsoft.com/office/drawing/2014/main" id="{BD8518E6-75A5-3A47-034A-5D2E94F38FC3}"/>
                </a:ext>
              </a:extLst>
            </p:cNvPr>
            <p:cNvSpPr/>
            <p:nvPr/>
          </p:nvSpPr>
          <p:spPr>
            <a:xfrm>
              <a:off x="2016258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orme libre : forme 896">
              <a:extLst>
                <a:ext uri="{FF2B5EF4-FFF2-40B4-BE49-F238E27FC236}">
                  <a16:creationId xmlns:a16="http://schemas.microsoft.com/office/drawing/2014/main" id="{AD80D540-1A01-BF44-E80A-03F0C2BFF7E3}"/>
                </a:ext>
              </a:extLst>
            </p:cNvPr>
            <p:cNvSpPr/>
            <p:nvPr/>
          </p:nvSpPr>
          <p:spPr>
            <a:xfrm>
              <a:off x="1324868" y="4028522"/>
              <a:ext cx="38185" cy="27383"/>
            </a:xfrm>
            <a:custGeom>
              <a:avLst/>
              <a:gdLst>
                <a:gd name="connsiteX0" fmla="*/ 19084 w 38185"/>
                <a:gd name="connsiteY0" fmla="*/ 0 h 27383"/>
                <a:gd name="connsiteX1" fmla="*/ 17523 w 38185"/>
                <a:gd name="connsiteY1" fmla="*/ 0 h 27383"/>
                <a:gd name="connsiteX2" fmla="*/ 8 w 38185"/>
                <a:gd name="connsiteY2" fmla="*/ 12810 h 27383"/>
                <a:gd name="connsiteX3" fmla="*/ 80 w 38185"/>
                <a:gd name="connsiteY3" fmla="*/ 12967 h 27383"/>
                <a:gd name="connsiteX4" fmla="*/ 35704 w 38185"/>
                <a:gd name="connsiteY4" fmla="*/ 27374 h 27383"/>
                <a:gd name="connsiteX5" fmla="*/ 35861 w 38185"/>
                <a:gd name="connsiteY5" fmla="*/ 27314 h 27383"/>
                <a:gd name="connsiteX6" fmla="*/ 37482 w 38185"/>
                <a:gd name="connsiteY6" fmla="*/ 13560 h 27383"/>
                <a:gd name="connsiteX7" fmla="*/ 19084 w 38185"/>
                <a:gd name="connsiteY7" fmla="*/ 0 h 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85" h="27383">
                  <a:moveTo>
                    <a:pt x="19084" y="0"/>
                  </a:moveTo>
                  <a:lnTo>
                    <a:pt x="17523" y="0"/>
                  </a:lnTo>
                  <a:cubicBezTo>
                    <a:pt x="9298" y="0"/>
                    <a:pt x="2415" y="5395"/>
                    <a:pt x="8" y="12810"/>
                  </a:cubicBezTo>
                  <a:cubicBezTo>
                    <a:pt x="-17" y="12871"/>
                    <a:pt x="20" y="12943"/>
                    <a:pt x="80" y="12967"/>
                  </a:cubicBezTo>
                  <a:cubicBezTo>
                    <a:pt x="11874" y="17927"/>
                    <a:pt x="23765" y="22717"/>
                    <a:pt x="35704" y="27374"/>
                  </a:cubicBezTo>
                  <a:cubicBezTo>
                    <a:pt x="35765" y="27398"/>
                    <a:pt x="35837" y="27374"/>
                    <a:pt x="35861" y="27314"/>
                  </a:cubicBezTo>
                  <a:cubicBezTo>
                    <a:pt x="38014" y="23382"/>
                    <a:pt x="38934" y="18665"/>
                    <a:pt x="37482" y="13560"/>
                  </a:cubicBezTo>
                  <a:cubicBezTo>
                    <a:pt x="35208" y="5443"/>
                    <a:pt x="27527" y="0"/>
                    <a:pt x="19084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orme libre : forme 897">
              <a:extLst>
                <a:ext uri="{FF2B5EF4-FFF2-40B4-BE49-F238E27FC236}">
                  <a16:creationId xmlns:a16="http://schemas.microsoft.com/office/drawing/2014/main" id="{BB9DF143-999B-0C84-3879-CEAA0FA8F90C}"/>
                </a:ext>
              </a:extLst>
            </p:cNvPr>
            <p:cNvSpPr/>
            <p:nvPr/>
          </p:nvSpPr>
          <p:spPr>
            <a:xfrm>
              <a:off x="1917297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8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8" y="28935"/>
                    <a:pt x="39458" y="18640"/>
                  </a:cubicBezTo>
                  <a:cubicBezTo>
                    <a:pt x="39458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orme libre : forme 898">
              <a:extLst>
                <a:ext uri="{FF2B5EF4-FFF2-40B4-BE49-F238E27FC236}">
                  <a16:creationId xmlns:a16="http://schemas.microsoft.com/office/drawing/2014/main" id="{4C30B32A-C5B6-E7E0-BD65-DEF231E6CC47}"/>
                </a:ext>
              </a:extLst>
            </p:cNvPr>
            <p:cNvSpPr/>
            <p:nvPr/>
          </p:nvSpPr>
          <p:spPr>
            <a:xfrm>
              <a:off x="2313104" y="4028522"/>
              <a:ext cx="39458" cy="37281"/>
            </a:xfrm>
            <a:custGeom>
              <a:avLst/>
              <a:gdLst>
                <a:gd name="connsiteX0" fmla="*/ 20818 w 39458"/>
                <a:gd name="connsiteY0" fmla="*/ 0 h 37281"/>
                <a:gd name="connsiteX1" fmla="*/ 18641 w 39458"/>
                <a:gd name="connsiteY1" fmla="*/ 0 h 37281"/>
                <a:gd name="connsiteX2" fmla="*/ 0 w 39458"/>
                <a:gd name="connsiteY2" fmla="*/ 18640 h 37281"/>
                <a:gd name="connsiteX3" fmla="*/ 18641 w 39458"/>
                <a:gd name="connsiteY3" fmla="*/ 37281 h 37281"/>
                <a:gd name="connsiteX4" fmla="*/ 20818 w 39458"/>
                <a:gd name="connsiteY4" fmla="*/ 37281 h 37281"/>
                <a:gd name="connsiteX5" fmla="*/ 39459 w 39458"/>
                <a:gd name="connsiteY5" fmla="*/ 18640 h 37281"/>
                <a:gd name="connsiteX6" fmla="*/ 20818 w 39458"/>
                <a:gd name="connsiteY6" fmla="*/ 0 h 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58" h="37281">
                  <a:moveTo>
                    <a:pt x="20818" y="0"/>
                  </a:moveTo>
                  <a:lnTo>
                    <a:pt x="18641" y="0"/>
                  </a:lnTo>
                  <a:cubicBezTo>
                    <a:pt x="8347" y="0"/>
                    <a:pt x="0" y="8347"/>
                    <a:pt x="0" y="18640"/>
                  </a:cubicBezTo>
                  <a:cubicBezTo>
                    <a:pt x="0" y="28935"/>
                    <a:pt x="8347" y="37281"/>
                    <a:pt x="18641" y="37281"/>
                  </a:cubicBezTo>
                  <a:lnTo>
                    <a:pt x="20818" y="37281"/>
                  </a:lnTo>
                  <a:cubicBezTo>
                    <a:pt x="31112" y="37281"/>
                    <a:pt x="39459" y="28935"/>
                    <a:pt x="39459" y="18640"/>
                  </a:cubicBezTo>
                  <a:cubicBezTo>
                    <a:pt x="39446" y="8347"/>
                    <a:pt x="31112" y="0"/>
                    <a:pt x="20818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orme libre : forme 899">
              <a:extLst>
                <a:ext uri="{FF2B5EF4-FFF2-40B4-BE49-F238E27FC236}">
                  <a16:creationId xmlns:a16="http://schemas.microsoft.com/office/drawing/2014/main" id="{046C633C-450C-68C5-9007-7FDABC0BEAB1}"/>
                </a:ext>
              </a:extLst>
            </p:cNvPr>
            <p:cNvSpPr/>
            <p:nvPr/>
          </p:nvSpPr>
          <p:spPr>
            <a:xfrm>
              <a:off x="1818857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orme libre : forme 900">
              <a:extLst>
                <a:ext uri="{FF2B5EF4-FFF2-40B4-BE49-F238E27FC236}">
                  <a16:creationId xmlns:a16="http://schemas.microsoft.com/office/drawing/2014/main" id="{38E9943D-C4CC-F8D3-38BB-5239E315E6AB}"/>
                </a:ext>
              </a:extLst>
            </p:cNvPr>
            <p:cNvSpPr/>
            <p:nvPr/>
          </p:nvSpPr>
          <p:spPr>
            <a:xfrm>
              <a:off x="2115691" y="4105661"/>
              <a:ext cx="38466" cy="30422"/>
            </a:xfrm>
            <a:custGeom>
              <a:avLst/>
              <a:gdLst>
                <a:gd name="connsiteX0" fmla="*/ 20322 w 38466"/>
                <a:gd name="connsiteY0" fmla="*/ 0 h 30422"/>
                <a:gd name="connsiteX1" fmla="*/ 18145 w 38466"/>
                <a:gd name="connsiteY1" fmla="*/ 0 h 30422"/>
                <a:gd name="connsiteX2" fmla="*/ 0 w 38466"/>
                <a:gd name="connsiteY2" fmla="*/ 18145 h 30422"/>
                <a:gd name="connsiteX3" fmla="*/ 4851 w 38466"/>
                <a:gd name="connsiteY3" fmla="*/ 30423 h 30422"/>
                <a:gd name="connsiteX4" fmla="*/ 37148 w 38466"/>
                <a:gd name="connsiteY4" fmla="*/ 24858 h 30422"/>
                <a:gd name="connsiteX5" fmla="*/ 38467 w 38466"/>
                <a:gd name="connsiteY5" fmla="*/ 18145 h 30422"/>
                <a:gd name="connsiteX6" fmla="*/ 20322 w 38466"/>
                <a:gd name="connsiteY6" fmla="*/ 0 h 3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22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2899"/>
                    <a:pt x="1863" y="27181"/>
                    <a:pt x="4851" y="30423"/>
                  </a:cubicBezTo>
                  <a:cubicBezTo>
                    <a:pt x="15653" y="28681"/>
                    <a:pt x="26418" y="26842"/>
                    <a:pt x="37148" y="24858"/>
                  </a:cubicBezTo>
                  <a:cubicBezTo>
                    <a:pt x="37971" y="22778"/>
                    <a:pt x="38467" y="20528"/>
                    <a:pt x="38467" y="18145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orme libre : forme 901">
              <a:extLst>
                <a:ext uri="{FF2B5EF4-FFF2-40B4-BE49-F238E27FC236}">
                  <a16:creationId xmlns:a16="http://schemas.microsoft.com/office/drawing/2014/main" id="{C17B1EAC-46EE-27B4-31B9-92560861C7F8}"/>
                </a:ext>
              </a:extLst>
            </p:cNvPr>
            <p:cNvSpPr/>
            <p:nvPr/>
          </p:nvSpPr>
          <p:spPr>
            <a:xfrm>
              <a:off x="1529956" y="4105661"/>
              <a:ext cx="28569" cy="11035"/>
            </a:xfrm>
            <a:custGeom>
              <a:avLst/>
              <a:gdLst>
                <a:gd name="connsiteX0" fmla="*/ 12776 w 28569"/>
                <a:gd name="connsiteY0" fmla="*/ 0 h 11035"/>
                <a:gd name="connsiteX1" fmla="*/ 10731 w 28569"/>
                <a:gd name="connsiteY1" fmla="*/ 0 h 11035"/>
                <a:gd name="connsiteX2" fmla="*/ 50 w 28569"/>
                <a:gd name="connsiteY2" fmla="*/ 3871 h 11035"/>
                <a:gd name="connsiteX3" fmla="*/ 111 w 28569"/>
                <a:gd name="connsiteY3" fmla="*/ 4125 h 11035"/>
                <a:gd name="connsiteX4" fmla="*/ 28392 w 28569"/>
                <a:gd name="connsiteY4" fmla="*/ 11032 h 11035"/>
                <a:gd name="connsiteX5" fmla="*/ 28561 w 28569"/>
                <a:gd name="connsiteY5" fmla="*/ 10838 h 11035"/>
                <a:gd name="connsiteX6" fmla="*/ 12776 w 28569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9" h="11035">
                  <a:moveTo>
                    <a:pt x="12776" y="0"/>
                  </a:moveTo>
                  <a:lnTo>
                    <a:pt x="10731" y="0"/>
                  </a:lnTo>
                  <a:cubicBezTo>
                    <a:pt x="6655" y="0"/>
                    <a:pt x="2977" y="1488"/>
                    <a:pt x="50" y="3871"/>
                  </a:cubicBezTo>
                  <a:cubicBezTo>
                    <a:pt x="-35" y="3944"/>
                    <a:pt x="-10" y="4089"/>
                    <a:pt x="111" y="4125"/>
                  </a:cubicBezTo>
                  <a:cubicBezTo>
                    <a:pt x="9497" y="6508"/>
                    <a:pt x="18921" y="8831"/>
                    <a:pt x="28392" y="11032"/>
                  </a:cubicBezTo>
                  <a:cubicBezTo>
                    <a:pt x="28501" y="11056"/>
                    <a:pt x="28598" y="10947"/>
                    <a:pt x="28561" y="10838"/>
                  </a:cubicBezTo>
                  <a:cubicBezTo>
                    <a:pt x="26082" y="4512"/>
                    <a:pt x="19985" y="0"/>
                    <a:pt x="12776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orme libre : forme 902">
              <a:extLst>
                <a:ext uri="{FF2B5EF4-FFF2-40B4-BE49-F238E27FC236}">
                  <a16:creationId xmlns:a16="http://schemas.microsoft.com/office/drawing/2014/main" id="{08150E99-3337-8759-3BE4-E9A003AA9A29}"/>
                </a:ext>
              </a:extLst>
            </p:cNvPr>
            <p:cNvSpPr/>
            <p:nvPr/>
          </p:nvSpPr>
          <p:spPr>
            <a:xfrm>
              <a:off x="2216591" y="4105661"/>
              <a:ext cx="28565" cy="11035"/>
            </a:xfrm>
            <a:custGeom>
              <a:avLst/>
              <a:gdLst>
                <a:gd name="connsiteX0" fmla="*/ 15794 w 28565"/>
                <a:gd name="connsiteY0" fmla="*/ 0 h 11035"/>
                <a:gd name="connsiteX1" fmla="*/ 8 w 28565"/>
                <a:gd name="connsiteY1" fmla="*/ 10838 h 11035"/>
                <a:gd name="connsiteX2" fmla="*/ 177 w 28565"/>
                <a:gd name="connsiteY2" fmla="*/ 11032 h 11035"/>
                <a:gd name="connsiteX3" fmla="*/ 28459 w 28565"/>
                <a:gd name="connsiteY3" fmla="*/ 4125 h 11035"/>
                <a:gd name="connsiteX4" fmla="*/ 28519 w 28565"/>
                <a:gd name="connsiteY4" fmla="*/ 3871 h 11035"/>
                <a:gd name="connsiteX5" fmla="*/ 17838 w 28565"/>
                <a:gd name="connsiteY5" fmla="*/ 0 h 11035"/>
                <a:gd name="connsiteX6" fmla="*/ 15794 w 28565"/>
                <a:gd name="connsiteY6" fmla="*/ 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65" h="11035">
                  <a:moveTo>
                    <a:pt x="15794" y="0"/>
                  </a:moveTo>
                  <a:cubicBezTo>
                    <a:pt x="8584" y="0"/>
                    <a:pt x="2488" y="4500"/>
                    <a:pt x="8" y="10838"/>
                  </a:cubicBezTo>
                  <a:cubicBezTo>
                    <a:pt x="-29" y="10947"/>
                    <a:pt x="68" y="11056"/>
                    <a:pt x="177" y="11032"/>
                  </a:cubicBezTo>
                  <a:cubicBezTo>
                    <a:pt x="9649" y="8843"/>
                    <a:pt x="19072" y="6520"/>
                    <a:pt x="28459" y="4125"/>
                  </a:cubicBezTo>
                  <a:cubicBezTo>
                    <a:pt x="28568" y="4101"/>
                    <a:pt x="28604" y="3944"/>
                    <a:pt x="28519" y="3871"/>
                  </a:cubicBezTo>
                  <a:cubicBezTo>
                    <a:pt x="25592" y="1488"/>
                    <a:pt x="21902" y="0"/>
                    <a:pt x="17838" y="0"/>
                  </a:cubicBezTo>
                  <a:lnTo>
                    <a:pt x="15794" y="0"/>
                  </a:ln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orme libre : forme 903">
              <a:extLst>
                <a:ext uri="{FF2B5EF4-FFF2-40B4-BE49-F238E27FC236}">
                  <a16:creationId xmlns:a16="http://schemas.microsoft.com/office/drawing/2014/main" id="{3AE92981-B281-4058-1F4A-2E0A14188D09}"/>
                </a:ext>
              </a:extLst>
            </p:cNvPr>
            <p:cNvSpPr/>
            <p:nvPr/>
          </p:nvSpPr>
          <p:spPr>
            <a:xfrm>
              <a:off x="1917793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orme libre : forme 904">
              <a:extLst>
                <a:ext uri="{FF2B5EF4-FFF2-40B4-BE49-F238E27FC236}">
                  <a16:creationId xmlns:a16="http://schemas.microsoft.com/office/drawing/2014/main" id="{D5C79119-5EFA-4964-62B4-83C63F19ACBA}"/>
                </a:ext>
              </a:extLst>
            </p:cNvPr>
            <p:cNvSpPr/>
            <p:nvPr/>
          </p:nvSpPr>
          <p:spPr>
            <a:xfrm>
              <a:off x="2016754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orme libre : forme 905">
              <a:extLst>
                <a:ext uri="{FF2B5EF4-FFF2-40B4-BE49-F238E27FC236}">
                  <a16:creationId xmlns:a16="http://schemas.microsoft.com/office/drawing/2014/main" id="{014E3BB7-362E-3DD0-C46D-D9A4F2FDB7E3}"/>
                </a:ext>
              </a:extLst>
            </p:cNvPr>
            <p:cNvSpPr/>
            <p:nvPr/>
          </p:nvSpPr>
          <p:spPr>
            <a:xfrm>
              <a:off x="1719908" y="4105661"/>
              <a:ext cx="38466" cy="36289"/>
            </a:xfrm>
            <a:custGeom>
              <a:avLst/>
              <a:gdLst>
                <a:gd name="connsiteX0" fmla="*/ 20322 w 38466"/>
                <a:gd name="connsiteY0" fmla="*/ 0 h 36289"/>
                <a:gd name="connsiteX1" fmla="*/ 18145 w 38466"/>
                <a:gd name="connsiteY1" fmla="*/ 0 h 36289"/>
                <a:gd name="connsiteX2" fmla="*/ 0 w 38466"/>
                <a:gd name="connsiteY2" fmla="*/ 18145 h 36289"/>
                <a:gd name="connsiteX3" fmla="*/ 18145 w 38466"/>
                <a:gd name="connsiteY3" fmla="*/ 36289 h 36289"/>
                <a:gd name="connsiteX4" fmla="*/ 20322 w 38466"/>
                <a:gd name="connsiteY4" fmla="*/ 36289 h 36289"/>
                <a:gd name="connsiteX5" fmla="*/ 38467 w 38466"/>
                <a:gd name="connsiteY5" fmla="*/ 18145 h 36289"/>
                <a:gd name="connsiteX6" fmla="*/ 20322 w 38466"/>
                <a:gd name="connsiteY6" fmla="*/ 0 h 3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6289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8173"/>
                    <a:pt x="8117" y="36289"/>
                    <a:pt x="18145" y="36289"/>
                  </a:cubicBezTo>
                  <a:lnTo>
                    <a:pt x="20322" y="36289"/>
                  </a:lnTo>
                  <a:cubicBezTo>
                    <a:pt x="30350" y="36289"/>
                    <a:pt x="38467" y="28173"/>
                    <a:pt x="38467" y="18145"/>
                  </a:cubicBezTo>
                  <a:cubicBezTo>
                    <a:pt x="38467" y="8117"/>
                    <a:pt x="30338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6654D13C-78FE-53B6-B338-6806F2520C79}"/>
                </a:ext>
              </a:extLst>
            </p:cNvPr>
            <p:cNvSpPr/>
            <p:nvPr/>
          </p:nvSpPr>
          <p:spPr>
            <a:xfrm>
              <a:off x="1620947" y="4105661"/>
              <a:ext cx="38466" cy="30410"/>
            </a:xfrm>
            <a:custGeom>
              <a:avLst/>
              <a:gdLst>
                <a:gd name="connsiteX0" fmla="*/ 20322 w 38466"/>
                <a:gd name="connsiteY0" fmla="*/ 0 h 30410"/>
                <a:gd name="connsiteX1" fmla="*/ 18145 w 38466"/>
                <a:gd name="connsiteY1" fmla="*/ 0 h 30410"/>
                <a:gd name="connsiteX2" fmla="*/ 0 w 38466"/>
                <a:gd name="connsiteY2" fmla="*/ 18145 h 30410"/>
                <a:gd name="connsiteX3" fmla="*/ 1319 w 38466"/>
                <a:gd name="connsiteY3" fmla="*/ 24846 h 30410"/>
                <a:gd name="connsiteX4" fmla="*/ 33616 w 38466"/>
                <a:gd name="connsiteY4" fmla="*/ 30410 h 30410"/>
                <a:gd name="connsiteX5" fmla="*/ 38467 w 38466"/>
                <a:gd name="connsiteY5" fmla="*/ 18132 h 30410"/>
                <a:gd name="connsiteX6" fmla="*/ 20322 w 38466"/>
                <a:gd name="connsiteY6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66" h="30410">
                  <a:moveTo>
                    <a:pt x="20322" y="0"/>
                  </a:moveTo>
                  <a:lnTo>
                    <a:pt x="18145" y="0"/>
                  </a:lnTo>
                  <a:cubicBezTo>
                    <a:pt x="8117" y="0"/>
                    <a:pt x="0" y="8117"/>
                    <a:pt x="0" y="18145"/>
                  </a:cubicBezTo>
                  <a:cubicBezTo>
                    <a:pt x="0" y="20516"/>
                    <a:pt x="484" y="22778"/>
                    <a:pt x="1319" y="24846"/>
                  </a:cubicBezTo>
                  <a:cubicBezTo>
                    <a:pt x="12036" y="26830"/>
                    <a:pt x="22814" y="28668"/>
                    <a:pt x="33616" y="30410"/>
                  </a:cubicBezTo>
                  <a:cubicBezTo>
                    <a:pt x="36604" y="27181"/>
                    <a:pt x="38467" y="22886"/>
                    <a:pt x="38467" y="18132"/>
                  </a:cubicBezTo>
                  <a:cubicBezTo>
                    <a:pt x="38467" y="8129"/>
                    <a:pt x="30350" y="0"/>
                    <a:pt x="20322" y="0"/>
                  </a:cubicBezTo>
                  <a:close/>
                </a:path>
              </a:pathLst>
            </a:custGeom>
            <a:grpFill/>
            <a:ln w="120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908" name="Graphique 18">
            <a:extLst>
              <a:ext uri="{FF2B5EF4-FFF2-40B4-BE49-F238E27FC236}">
                <a16:creationId xmlns:a16="http://schemas.microsoft.com/office/drawing/2014/main" id="{03BB475A-0018-0E56-FD22-9732B8868D0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1843" y="3519645"/>
            <a:ext cx="3212268" cy="713837"/>
          </a:xfrm>
          <a:prstGeom prst="rect">
            <a:avLst/>
          </a:prstGeom>
        </p:spPr>
      </p:pic>
      <p:grpSp>
        <p:nvGrpSpPr>
          <p:cNvPr id="927" name="Groupe 926">
            <a:extLst>
              <a:ext uri="{FF2B5EF4-FFF2-40B4-BE49-F238E27FC236}">
                <a16:creationId xmlns:a16="http://schemas.microsoft.com/office/drawing/2014/main" id="{5F3848CF-C498-35E1-2F51-7000DE225F0E}"/>
              </a:ext>
            </a:extLst>
          </p:cNvPr>
          <p:cNvGrpSpPr/>
          <p:nvPr/>
        </p:nvGrpSpPr>
        <p:grpSpPr>
          <a:xfrm>
            <a:off x="5435359" y="826729"/>
            <a:ext cx="2333065" cy="547884"/>
            <a:chOff x="5435359" y="826729"/>
            <a:chExt cx="2333065" cy="547884"/>
          </a:xfrm>
        </p:grpSpPr>
        <p:sp>
          <p:nvSpPr>
            <p:cNvPr id="909" name="Espace réservé du texte 2">
              <a:extLst>
                <a:ext uri="{FF2B5EF4-FFF2-40B4-BE49-F238E27FC236}">
                  <a16:creationId xmlns:a16="http://schemas.microsoft.com/office/drawing/2014/main" id="{B4941411-57F9-47F3-D6BA-3A28ACC9126B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826729"/>
              <a:ext cx="1745994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Préambule</a:t>
              </a:r>
            </a:p>
          </p:txBody>
        </p:sp>
        <p:sp>
          <p:nvSpPr>
            <p:cNvPr id="910" name="Espace réservé du texte 2">
              <a:extLst>
                <a:ext uri="{FF2B5EF4-FFF2-40B4-BE49-F238E27FC236}">
                  <a16:creationId xmlns:a16="http://schemas.microsoft.com/office/drawing/2014/main" id="{A553D9A7-6DD9-D8E0-2575-984F7FF0A86D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89033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01</a:t>
              </a:r>
            </a:p>
          </p:txBody>
        </p:sp>
      </p:grpSp>
      <p:grpSp>
        <p:nvGrpSpPr>
          <p:cNvPr id="928" name="Groupe 927">
            <a:extLst>
              <a:ext uri="{FF2B5EF4-FFF2-40B4-BE49-F238E27FC236}">
                <a16:creationId xmlns:a16="http://schemas.microsoft.com/office/drawing/2014/main" id="{01C72062-BB57-A211-794F-F2FC7F5650A2}"/>
              </a:ext>
            </a:extLst>
          </p:cNvPr>
          <p:cNvGrpSpPr/>
          <p:nvPr/>
        </p:nvGrpSpPr>
        <p:grpSpPr>
          <a:xfrm>
            <a:off x="5435359" y="1379524"/>
            <a:ext cx="5760961" cy="547884"/>
            <a:chOff x="5435359" y="1374613"/>
            <a:chExt cx="5760961" cy="547884"/>
          </a:xfrm>
        </p:grpSpPr>
        <p:sp>
          <p:nvSpPr>
            <p:cNvPr id="911" name="Espace réservé du texte 2">
              <a:extLst>
                <a:ext uri="{FF2B5EF4-FFF2-40B4-BE49-F238E27FC236}">
                  <a16:creationId xmlns:a16="http://schemas.microsoft.com/office/drawing/2014/main" id="{51C73572-E499-4326-B5F6-85B2AED0DEF9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374613"/>
              <a:ext cx="51738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Calendrier et modalités de mise en œuvre </a:t>
              </a:r>
            </a:p>
          </p:txBody>
        </p:sp>
        <p:sp>
          <p:nvSpPr>
            <p:cNvPr id="912" name="Espace réservé du texte 2">
              <a:extLst>
                <a:ext uri="{FF2B5EF4-FFF2-40B4-BE49-F238E27FC236}">
                  <a16:creationId xmlns:a16="http://schemas.microsoft.com/office/drawing/2014/main" id="{50260A54-66B1-54F7-70C1-E88E558F8FBB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438221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02</a:t>
              </a:r>
            </a:p>
          </p:txBody>
        </p:sp>
      </p:grpSp>
      <p:grpSp>
        <p:nvGrpSpPr>
          <p:cNvPr id="929" name="Groupe 928">
            <a:extLst>
              <a:ext uri="{FF2B5EF4-FFF2-40B4-BE49-F238E27FC236}">
                <a16:creationId xmlns:a16="http://schemas.microsoft.com/office/drawing/2014/main" id="{54EC0E81-808C-63DF-C938-408BA88C7359}"/>
              </a:ext>
            </a:extLst>
          </p:cNvPr>
          <p:cNvGrpSpPr/>
          <p:nvPr/>
        </p:nvGrpSpPr>
        <p:grpSpPr>
          <a:xfrm>
            <a:off x="5435359" y="1932319"/>
            <a:ext cx="5049761" cy="547884"/>
            <a:chOff x="5435359" y="1922497"/>
            <a:chExt cx="5049761" cy="547884"/>
          </a:xfrm>
        </p:grpSpPr>
        <p:sp>
          <p:nvSpPr>
            <p:cNvPr id="913" name="Espace réservé du texte 2">
              <a:extLst>
                <a:ext uri="{FF2B5EF4-FFF2-40B4-BE49-F238E27FC236}">
                  <a16:creationId xmlns:a16="http://schemas.microsoft.com/office/drawing/2014/main" id="{9455D666-A84C-856B-EAAD-EF2FB34174EF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192249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à propos de la notation</a:t>
              </a:r>
            </a:p>
          </p:txBody>
        </p:sp>
        <p:sp>
          <p:nvSpPr>
            <p:cNvPr id="914" name="Espace réservé du texte 2">
              <a:extLst>
                <a:ext uri="{FF2B5EF4-FFF2-40B4-BE49-F238E27FC236}">
                  <a16:creationId xmlns:a16="http://schemas.microsoft.com/office/drawing/2014/main" id="{C55DFEFB-2E86-5A3C-2615-586FC7E6FAB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198610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03</a:t>
              </a:r>
            </a:p>
          </p:txBody>
        </p:sp>
      </p:grpSp>
      <p:grpSp>
        <p:nvGrpSpPr>
          <p:cNvPr id="930" name="Groupe 929">
            <a:extLst>
              <a:ext uri="{FF2B5EF4-FFF2-40B4-BE49-F238E27FC236}">
                <a16:creationId xmlns:a16="http://schemas.microsoft.com/office/drawing/2014/main" id="{BC53F773-F3B9-EAEA-22DB-73874AEA22BA}"/>
              </a:ext>
            </a:extLst>
          </p:cNvPr>
          <p:cNvGrpSpPr/>
          <p:nvPr/>
        </p:nvGrpSpPr>
        <p:grpSpPr>
          <a:xfrm>
            <a:off x="5435359" y="2485114"/>
            <a:ext cx="5049761" cy="547884"/>
            <a:chOff x="5435359" y="2457917"/>
            <a:chExt cx="5049761" cy="547884"/>
          </a:xfrm>
        </p:grpSpPr>
        <p:sp>
          <p:nvSpPr>
            <p:cNvPr id="915" name="Espace réservé du texte 2">
              <a:extLst>
                <a:ext uri="{FF2B5EF4-FFF2-40B4-BE49-F238E27FC236}">
                  <a16:creationId xmlns:a16="http://schemas.microsoft.com/office/drawing/2014/main" id="{F513117B-1990-8C02-B00D-2D3497AADE42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245791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Informations générales et contextuelles</a:t>
              </a:r>
            </a:p>
          </p:txBody>
        </p:sp>
        <p:sp>
          <p:nvSpPr>
            <p:cNvPr id="916" name="Espace réservé du texte 2">
              <a:extLst>
                <a:ext uri="{FF2B5EF4-FFF2-40B4-BE49-F238E27FC236}">
                  <a16:creationId xmlns:a16="http://schemas.microsoft.com/office/drawing/2014/main" id="{61915E41-DE59-A880-C80A-B84E094FFEF6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252152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04</a:t>
              </a:r>
            </a:p>
          </p:txBody>
        </p:sp>
      </p:grpSp>
      <p:grpSp>
        <p:nvGrpSpPr>
          <p:cNvPr id="931" name="Groupe 930">
            <a:extLst>
              <a:ext uri="{FF2B5EF4-FFF2-40B4-BE49-F238E27FC236}">
                <a16:creationId xmlns:a16="http://schemas.microsoft.com/office/drawing/2014/main" id="{B0F85D78-F1A0-3862-E305-D7BBCFED0D79}"/>
              </a:ext>
            </a:extLst>
          </p:cNvPr>
          <p:cNvGrpSpPr/>
          <p:nvPr/>
        </p:nvGrpSpPr>
        <p:grpSpPr>
          <a:xfrm>
            <a:off x="5435359" y="3037909"/>
            <a:ext cx="5049761" cy="547884"/>
            <a:chOff x="5435359" y="3035369"/>
            <a:chExt cx="5049761" cy="547884"/>
          </a:xfrm>
        </p:grpSpPr>
        <p:sp>
          <p:nvSpPr>
            <p:cNvPr id="917" name="Espace réservé du texte 2">
              <a:extLst>
                <a:ext uri="{FF2B5EF4-FFF2-40B4-BE49-F238E27FC236}">
                  <a16:creationId xmlns:a16="http://schemas.microsoft.com/office/drawing/2014/main" id="{834D6FA6-92DE-4B80-1865-493180595FB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035369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sociétés</a:t>
              </a:r>
            </a:p>
          </p:txBody>
        </p:sp>
        <p:sp>
          <p:nvSpPr>
            <p:cNvPr id="918" name="Espace réservé du texte 2">
              <a:extLst>
                <a:ext uri="{FF2B5EF4-FFF2-40B4-BE49-F238E27FC236}">
                  <a16:creationId xmlns:a16="http://schemas.microsoft.com/office/drawing/2014/main" id="{7D2CED8B-71E6-B122-F930-76FDD869BA2B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098977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05</a:t>
              </a:r>
            </a:p>
          </p:txBody>
        </p:sp>
      </p:grpSp>
      <p:grpSp>
        <p:nvGrpSpPr>
          <p:cNvPr id="932" name="Groupe 931">
            <a:extLst>
              <a:ext uri="{FF2B5EF4-FFF2-40B4-BE49-F238E27FC236}">
                <a16:creationId xmlns:a16="http://schemas.microsoft.com/office/drawing/2014/main" id="{720CADA5-412B-3B56-3435-8928CB8E0764}"/>
              </a:ext>
            </a:extLst>
          </p:cNvPr>
          <p:cNvGrpSpPr/>
          <p:nvPr/>
        </p:nvGrpSpPr>
        <p:grpSpPr>
          <a:xfrm>
            <a:off x="5435359" y="3590704"/>
            <a:ext cx="5049761" cy="547884"/>
            <a:chOff x="5435359" y="3603750"/>
            <a:chExt cx="5049761" cy="547884"/>
          </a:xfrm>
        </p:grpSpPr>
        <p:sp>
          <p:nvSpPr>
            <p:cNvPr id="919" name="Espace réservé du texte 2">
              <a:extLst>
                <a:ext uri="{FF2B5EF4-FFF2-40B4-BE49-F238E27FC236}">
                  <a16:creationId xmlns:a16="http://schemas.microsoft.com/office/drawing/2014/main" id="{D6818FBF-BB22-2BC0-F9B9-ACE1CA71DD4E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3603750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Organisation des stocks physiques et logiques</a:t>
              </a:r>
            </a:p>
          </p:txBody>
        </p:sp>
        <p:sp>
          <p:nvSpPr>
            <p:cNvPr id="920" name="Espace réservé du texte 2">
              <a:extLst>
                <a:ext uri="{FF2B5EF4-FFF2-40B4-BE49-F238E27FC236}">
                  <a16:creationId xmlns:a16="http://schemas.microsoft.com/office/drawing/2014/main" id="{352D47BB-F5CF-7DAD-318A-327E352DF3E4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3667358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06</a:t>
              </a:r>
            </a:p>
          </p:txBody>
        </p:sp>
      </p:grpSp>
      <p:grpSp>
        <p:nvGrpSpPr>
          <p:cNvPr id="933" name="Groupe 932">
            <a:extLst>
              <a:ext uri="{FF2B5EF4-FFF2-40B4-BE49-F238E27FC236}">
                <a16:creationId xmlns:a16="http://schemas.microsoft.com/office/drawing/2014/main" id="{32C8AD6D-5828-B7F4-E087-27C5D6D878A7}"/>
              </a:ext>
            </a:extLst>
          </p:cNvPr>
          <p:cNvGrpSpPr/>
          <p:nvPr/>
        </p:nvGrpSpPr>
        <p:grpSpPr>
          <a:xfrm>
            <a:off x="5435359" y="4143499"/>
            <a:ext cx="5049761" cy="547884"/>
            <a:chOff x="5435359" y="4172131"/>
            <a:chExt cx="5049761" cy="547884"/>
          </a:xfrm>
        </p:grpSpPr>
        <p:sp>
          <p:nvSpPr>
            <p:cNvPr id="921" name="Espace réservé du texte 2">
              <a:extLst>
                <a:ext uri="{FF2B5EF4-FFF2-40B4-BE49-F238E27FC236}">
                  <a16:creationId xmlns:a16="http://schemas.microsoft.com/office/drawing/2014/main" id="{645BE20B-8745-372C-BC65-60A879C8DE04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17213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Volumétrie</a:t>
              </a:r>
            </a:p>
          </p:txBody>
        </p:sp>
        <p:sp>
          <p:nvSpPr>
            <p:cNvPr id="922" name="Espace réservé du texte 2">
              <a:extLst>
                <a:ext uri="{FF2B5EF4-FFF2-40B4-BE49-F238E27FC236}">
                  <a16:creationId xmlns:a16="http://schemas.microsoft.com/office/drawing/2014/main" id="{AD88B577-3F10-B4F5-2CA5-5E36EF11F609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23573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07</a:t>
              </a:r>
            </a:p>
          </p:txBody>
        </p:sp>
      </p:grpSp>
      <p:grpSp>
        <p:nvGrpSpPr>
          <p:cNvPr id="935" name="Groupe 934">
            <a:extLst>
              <a:ext uri="{FF2B5EF4-FFF2-40B4-BE49-F238E27FC236}">
                <a16:creationId xmlns:a16="http://schemas.microsoft.com/office/drawing/2014/main" id="{91A5821A-05F3-D6F1-FF9E-E18EA3BF5053}"/>
              </a:ext>
            </a:extLst>
          </p:cNvPr>
          <p:cNvGrpSpPr/>
          <p:nvPr/>
        </p:nvGrpSpPr>
        <p:grpSpPr>
          <a:xfrm>
            <a:off x="5435359" y="5249091"/>
            <a:ext cx="5049761" cy="547884"/>
            <a:chOff x="5435359" y="5040811"/>
            <a:chExt cx="5049761" cy="547884"/>
          </a:xfrm>
        </p:grpSpPr>
        <p:sp>
          <p:nvSpPr>
            <p:cNvPr id="923" name="Espace réservé du texte 2">
              <a:extLst>
                <a:ext uri="{FF2B5EF4-FFF2-40B4-BE49-F238E27FC236}">
                  <a16:creationId xmlns:a16="http://schemas.microsoft.com/office/drawing/2014/main" id="{2CC7FF47-DE75-A006-A746-784366E68CCD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5040811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Précisions sur le périmètre fonctionnel</a:t>
              </a:r>
            </a:p>
          </p:txBody>
        </p:sp>
        <p:sp>
          <p:nvSpPr>
            <p:cNvPr id="924" name="Espace réservé du texte 2">
              <a:extLst>
                <a:ext uri="{FF2B5EF4-FFF2-40B4-BE49-F238E27FC236}">
                  <a16:creationId xmlns:a16="http://schemas.microsoft.com/office/drawing/2014/main" id="{E7F1031F-AF90-F6D0-9B3D-8693428DABC1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5104419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09</a:t>
              </a:r>
            </a:p>
          </p:txBody>
        </p:sp>
      </p:grpSp>
      <p:grpSp>
        <p:nvGrpSpPr>
          <p:cNvPr id="934" name="Groupe 933">
            <a:extLst>
              <a:ext uri="{FF2B5EF4-FFF2-40B4-BE49-F238E27FC236}">
                <a16:creationId xmlns:a16="http://schemas.microsoft.com/office/drawing/2014/main" id="{A0915769-FF25-A176-96B8-262E91D60A11}"/>
              </a:ext>
            </a:extLst>
          </p:cNvPr>
          <p:cNvGrpSpPr/>
          <p:nvPr/>
        </p:nvGrpSpPr>
        <p:grpSpPr>
          <a:xfrm>
            <a:off x="5435359" y="4696294"/>
            <a:ext cx="5049761" cy="547884"/>
            <a:chOff x="5435359" y="4656407"/>
            <a:chExt cx="5049761" cy="547884"/>
          </a:xfrm>
        </p:grpSpPr>
        <p:sp>
          <p:nvSpPr>
            <p:cNvPr id="925" name="Espace réservé du texte 2">
              <a:extLst>
                <a:ext uri="{FF2B5EF4-FFF2-40B4-BE49-F238E27FC236}">
                  <a16:creationId xmlns:a16="http://schemas.microsoft.com/office/drawing/2014/main" id="{44B45543-5B48-C3BD-2B1E-ACC70A2B6717}"/>
                </a:ext>
              </a:extLst>
            </p:cNvPr>
            <p:cNvSpPr txBox="1">
              <a:spLocks/>
            </p:cNvSpPr>
            <p:nvPr/>
          </p:nvSpPr>
          <p:spPr>
            <a:xfrm>
              <a:off x="6022430" y="4656407"/>
              <a:ext cx="4462690" cy="48427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Interfaces et périmètre applicatif</a:t>
              </a:r>
            </a:p>
          </p:txBody>
        </p:sp>
        <p:sp>
          <p:nvSpPr>
            <p:cNvPr id="926" name="Espace réservé du texte 2">
              <a:extLst>
                <a:ext uri="{FF2B5EF4-FFF2-40B4-BE49-F238E27FC236}">
                  <a16:creationId xmlns:a16="http://schemas.microsoft.com/office/drawing/2014/main" id="{16053BD7-9155-026E-5965-069F79325D32}"/>
                </a:ext>
              </a:extLst>
            </p:cNvPr>
            <p:cNvSpPr txBox="1">
              <a:spLocks/>
            </p:cNvSpPr>
            <p:nvPr/>
          </p:nvSpPr>
          <p:spPr>
            <a:xfrm>
              <a:off x="5435359" y="4720015"/>
              <a:ext cx="803504" cy="484276"/>
            </a:xfrm>
            <a:prstGeom prst="rect">
              <a:avLst/>
            </a:prstGeom>
          </p:spPr>
          <p:txBody>
            <a:bodyPr vert="horz" wrap="square" lIns="36000" tIns="36000" rIns="36000" bIns="36000" rtlCol="0">
              <a:noAutofit/>
            </a:bodyPr>
            <a:lstStyle>
              <a:lvl1pPr marL="0" indent="0" algn="l" defTabSz="914400" rtl="0" eaLnBrk="1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1400"/>
                </a:spcAft>
                <a:buFontTx/>
                <a:buNone/>
                <a:defRPr sz="1600" b="0" i="0" kern="1200">
                  <a:solidFill>
                    <a:schemeClr val="tx1"/>
                  </a:solidFill>
                  <a:latin typeface="Plus Jakarta Sans" pitchFamily="2" charset="77"/>
                  <a:ea typeface="Noto Sans" panose="020B0502040504020204" pitchFamily="34" charset="0"/>
                  <a:cs typeface="Plus Jakarta Sans" pitchFamily="2" charset="77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1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5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Tx/>
                <a:buBlip>
                  <a:blip r:embed="rId6"/>
                </a:buBlip>
                <a:defRPr sz="1000" kern="1200">
                  <a:solidFill>
                    <a:schemeClr val="tx1"/>
                  </a:solidFill>
                  <a:latin typeface="Noto Sans" panose="020B0502040504020204" pitchFamily="34" charset="0"/>
                  <a:ea typeface="Noto Sans" panose="020B0502040504020204" pitchFamily="34" charset="0"/>
                  <a:cs typeface="Noto Sans" panose="020B050204050402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fr-FR" sz="2400" b="1" cap="all">
                  <a:solidFill>
                    <a:schemeClr val="accent1"/>
                  </a:solidFill>
                  <a:ea typeface="+mj-ea"/>
                  <a:cs typeface="+mj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074213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660C8D-FF27-AE93-2A60-D969D2E8B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4449D34F-0017-ED0E-8D63-3701A1DE9F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Données référentielles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E0116AA-DA9B-53C7-D92A-4540006E81D9}"/>
              </a:ext>
            </a:extLst>
          </p:cNvPr>
          <p:cNvSpPr txBox="1"/>
          <p:nvPr/>
        </p:nvSpPr>
        <p:spPr>
          <a:xfrm>
            <a:off x="507245" y="1156564"/>
            <a:ext cx="11177364" cy="48936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ARTICLES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TYPES D’ARTICLES ET ASSORTIMENTS​</a:t>
            </a:r>
            <a:endParaRPr lang="fr-FR" sz="1000" b="1" kern="10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Un même article est décliné en plusieurs références et typologies, selon son stade de développement (prototype, échantillon, produit fini…).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Nota : différent de la notion de « variantes », qui concernent plusieurs versions / variantes d’une même référence (donc dans un même type).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VARIANTES ARTICLES​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enjeux sont de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gérer les différentes versions d’un même article, et leurs valeurs d’attributs spécifiques, sur l’ensemble de la chaine,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conserver les données d’analyse et d’historique « consolidées » à la référence,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pouvoir opérer à la maille « variante » (fine) ou à la maille « référence » (toutes variantes) en fonction des besoins.</a:t>
            </a:r>
          </a:p>
          <a:p>
            <a:pPr marL="1257300" lvl="2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Ex : la mise en place et le réassort magasins pourront se faire à la maille référence (sans considération pour les variantes), tandis que le canal e-commerce doit remplir certaines promesses clients (ex : origine et composition) gérées à la maille variante.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VAS (</a:t>
            </a:r>
            <a:r>
              <a:rPr lang="fr-FR" sz="1000" b="1" i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Value Added Services</a:t>
            </a: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) ET </a:t>
            </a: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« AUTRES ARTICLES ET PRESTATIONS (</a:t>
            </a:r>
            <a:r>
              <a:rPr lang="fr-FR" sz="1000" b="1" i="1" kern="100">
                <a:ea typeface="Aptos" panose="020B0004020202020204" pitchFamily="34" charset="0"/>
                <a:cs typeface="Times New Roman" panose="02020603050405020304" pitchFamily="18" charset="0"/>
              </a:rPr>
              <a:t>UPCHARGES</a:t>
            </a: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) ».</a:t>
            </a:r>
            <a:endParaRPr lang="fr-FR" sz="1000" b="1" kern="10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deux notions renvoient à des articles ou prestations complémentaires. 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Les VAS sont associés à une commande de vente et comprennent des opérations spécifiques demandées par le client.</a:t>
            </a: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Les autres prestations / </a:t>
            </a:r>
            <a:r>
              <a:rPr lang="fr-FR" sz="1000" i="1" kern="10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upcharges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correspondent à des services additionnels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(par exemple, manutention ou conditionnemen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t spécifiques, étiquetage en entrepôt, etc.) qui pourront apparaitre sur les commandes d’achat et de vente.</a:t>
            </a:r>
            <a:endParaRPr lang="fr-FR" sz="1000" kern="10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Il est important de pouvoir tracer ces prestations dans l’ERP pour un meilleur suivi et une facturation adaptée.</a:t>
            </a: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000" b="1" kern="100">
              <a:solidFill>
                <a:srgbClr val="6E8DFF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GRILLES DE TAILLES.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dimensions exactes des produits (ex : tour de taille / largeur / longueur de jambe en cm) sont gérées dans le PLM.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L’ERP doit être en mesure de gérer différents types de taille normalisés et leurs variantes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Taille principale (ex : pantalon = 38, 40, 42, chaussure = pointure 37, 38…) ;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Tailles secondaires (ex : 3 longueurs de jambes 28, 30, 32 possibles pour un même pantalon taille 36).</a:t>
            </a: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000" kern="10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802DD7EC-57B3-BD4B-CC67-C7ECB6B9471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1483749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5C81C3-8E4F-3827-86EE-7E0BF3B4F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898D657E-F87E-04F3-6A50-C6CBFF5F6E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Données référentielles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62B78BE7-193D-BADB-C182-56CE9AC2A2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48BA57B-57CE-BC56-DB83-697FB8930363}"/>
              </a:ext>
            </a:extLst>
          </p:cNvPr>
          <p:cNvSpPr txBox="1"/>
          <p:nvPr/>
        </p:nvSpPr>
        <p:spPr>
          <a:xfrm>
            <a:off x="507245" y="1156564"/>
            <a:ext cx="11177364" cy="31854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PRIX ET PROMOTIONS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Symbol" panose="05050102010706020507" pitchFamily="18" charset="2"/>
              <a:buChar char=""/>
            </a:pPr>
            <a:endParaRPr lang="fr-FR" sz="1000" kern="100"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GESTION DES PRIX MULTICRITÈRE AVEC UNE GESTION HORIZONTALE ET VERTICALE.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Consiste à pouvoir définir des règles tarifaires selon plusieurs axes :</a:t>
            </a:r>
          </a:p>
          <a:p>
            <a:pPr marL="7429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Verticalement : appliquer des conditions tarifaires depuis un niveau / nœud supérieur vers des niveaux / nœuds inférieurs (ex :  une maison mère vers des filiales / succursales), avec la possibilité de créer des exceptions au niveau des niveaux / nœuds.</a:t>
            </a:r>
          </a:p>
          <a:p>
            <a:pPr marL="7429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Horizontalement : appliquer des conditions tarifaires en fonction de critères de segmentation (ex : typologie de clients, zones géographiques , canaux de distribution…).</a:t>
            </a: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2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GÉNÉRAL</a:t>
            </a: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000" b="1" kern="100">
                <a:cs typeface="Times New Roman" panose="02020603050405020304" pitchFamily="18" charset="0"/>
              </a:rPr>
              <a:t>CONTRÔLE DE COHÉRENCE DES DONNÉES ERP-AUTRES SOURCES​.</a:t>
            </a:r>
          </a:p>
          <a:p>
            <a:pPr marL="342900" lvl="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Rapport / cockpit permettant d’identifier, sur certaines données ciblées / </a:t>
            </a:r>
            <a:r>
              <a:rPr lang="fr-FR" sz="1000" kern="100" err="1">
                <a:cs typeface="Times New Roman" panose="02020603050405020304" pitchFamily="18" charset="0"/>
              </a:rPr>
              <a:t>flagguées</a:t>
            </a:r>
            <a:r>
              <a:rPr lang="fr-FR" sz="1000" kern="100">
                <a:cs typeface="Times New Roman" panose="02020603050405020304" pitchFamily="18" charset="0"/>
              </a:rPr>
              <a:t>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des écarts entre la valeur communiquée par la source et celle présente dans l’ERP (contrôle de la mise à jour) ;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des données manquantes.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Ce contrôle peut porter sur des données référentielles mais aussi certaines données transactionnelles (ex : commande de vente sans prix, créée par EDI / chargement). </a:t>
            </a:r>
            <a:endParaRPr lang="fr-FR" sz="10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</a:pPr>
            <a:endParaRPr lang="fr-FR" sz="1000" b="1" kern="100">
              <a:solidFill>
                <a:srgbClr val="6E8DFF"/>
              </a:solidFill>
              <a:cs typeface="Times New Roman" panose="02020603050405020304" pitchFamily="18" charset="0"/>
            </a:endParaRPr>
          </a:p>
          <a:p>
            <a:pPr lvl="0" algn="just">
              <a:spcBef>
                <a:spcPts val="100"/>
              </a:spcBef>
              <a:spcAft>
                <a:spcPts val="100"/>
              </a:spcAft>
            </a:pPr>
            <a:endParaRPr lang="fr-FR" sz="1000" kern="10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30879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7D787F-A0B7-6A25-93F2-A88FC4E91B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0A08C0AE-8E50-897D-1763-054004C1D2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Données référentielles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7E341123-5A10-647A-5216-529830EA06D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32A8C3D-26FA-7596-0D82-46EF6818DF4A}"/>
              </a:ext>
            </a:extLst>
          </p:cNvPr>
          <p:cNvSpPr txBox="1"/>
          <p:nvPr/>
        </p:nvSpPr>
        <p:spPr>
          <a:xfrm>
            <a:off x="507245" y="1156564"/>
            <a:ext cx="11177364" cy="30726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CONDITIONS LOGISTIQUES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solidFill>
                <a:srgbClr val="6E8DFF"/>
              </a:solidFill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UNITÉS LOGISTIQUES ET COLISAGE.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La gestion et le calcul du colisage sont un enjeu important pour le Groupe Beaumanoir.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L’ERP devra permettre de définir différents types de colisage (existants actuellement ou non).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principales unités existantes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b="1" kern="100">
                <a:cs typeface="Times New Roman" panose="02020603050405020304" pitchFamily="18" charset="0"/>
              </a:rPr>
              <a:t>Colis assorti </a:t>
            </a:r>
            <a:r>
              <a:rPr lang="fr-FR" sz="1000" kern="100">
                <a:cs typeface="Times New Roman" panose="02020603050405020304" pitchFamily="18" charset="0"/>
              </a:rPr>
              <a:t>: destiné à massifier la mise en place magasin en regroupant tout l’assortiment (multiples références et tailles, dans les quantités déterminées pour la MEP) dans des colis traités en cross </a:t>
            </a:r>
            <a:r>
              <a:rPr lang="fr-FR" sz="1000" kern="100" err="1">
                <a:cs typeface="Times New Roman" panose="02020603050405020304" pitchFamily="18" charset="0"/>
              </a:rPr>
              <a:t>docking</a:t>
            </a:r>
            <a:r>
              <a:rPr lang="fr-FR" sz="1000" kern="100">
                <a:cs typeface="Times New Roman" panose="02020603050405020304" pitchFamily="18" charset="0"/>
              </a:rPr>
              <a:t>.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b="1" kern="100">
                <a:cs typeface="Times New Roman" panose="02020603050405020304" pitchFamily="18" charset="0"/>
              </a:rPr>
              <a:t>Bag : </a:t>
            </a:r>
            <a:r>
              <a:rPr lang="fr-FR" sz="1000" kern="100">
                <a:cs typeface="Times New Roman" panose="02020603050405020304" pitchFamily="18" charset="0"/>
              </a:rPr>
              <a:t>destiné à optimiser la gestion des stocks et du réassort magasin, plusieurs combinatoires possibles (ex : une ou plusieurs référence(s) dans toutes les tailles, un colis mono-référence et mono-taille, etc.).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Ces unités de colisage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disposeront d’une « méta-référence » logistique permettant de les identifier comme un colis unique,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conserveront le détail des références produits et quantités qu’elles contiennent, 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seront traitées en stock sur les deux niveaux :</a:t>
            </a:r>
          </a:p>
          <a:p>
            <a:pPr marL="1257300" lvl="2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manipulées et mouvementées comme un tout indissociable (sauf opération spécifique de dé-lotissement),</a:t>
            </a:r>
          </a:p>
          <a:p>
            <a:pPr marL="1257300" lvl="2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gérées en données de stock comme « méta-référence » et produits unitaires (ex : si un bag est transféré, les quantités unitaires de produits qu’il contient sont transférées aussi).</a:t>
            </a:r>
          </a:p>
        </p:txBody>
      </p:sp>
    </p:spTree>
    <p:extLst>
      <p:ext uri="{BB962C8B-B14F-4D97-AF65-F5344CB8AC3E}">
        <p14:creationId xmlns:p14="http://schemas.microsoft.com/office/powerpoint/2010/main" val="217420524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1FDB9-5B4D-798E-3F60-54C37B5737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C1885CF4-3C22-AFE1-482A-A85775E219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Saisons, Permanents et carry-over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CB0A7AA8-3FA6-A2CB-28E0-C4387160E75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BE5338C-BA87-1619-CDC8-89CC7A5926C2}"/>
              </a:ext>
            </a:extLst>
          </p:cNvPr>
          <p:cNvSpPr txBox="1"/>
          <p:nvPr/>
        </p:nvSpPr>
        <p:spPr>
          <a:xfrm>
            <a:off x="507245" y="1156564"/>
            <a:ext cx="11177364" cy="18919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200" b="1" kern="100">
                <a:solidFill>
                  <a:srgbClr val="6E8DFF"/>
                </a:solidFill>
                <a:cs typeface="Times New Roman" panose="02020603050405020304" pitchFamily="18" charset="0"/>
              </a:rPr>
              <a:t>ARTICLES SAISONNIERS</a:t>
            </a: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endParaRPr lang="fr-FR" sz="1000" b="1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DIMENSION SAISON.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Un même article peut être rattaché simultanément à plusieurs saisons actives (S et S+1). 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Ces saisons peuvent se chevaucher sur différentes périodes, en fonction de l’avancement de celles-ci (S en cours de commercialisation, S+1 en cours d’achat).</a:t>
            </a:r>
          </a:p>
          <a:p>
            <a:pPr marL="342900" indent="-34290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La gestion des saisons doit permettre de :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gérer ce rattachement multi saisons des articles ;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affecter des transactions et commandes à une saison ;</a:t>
            </a:r>
          </a:p>
          <a:p>
            <a:pPr marL="800100" lvl="1" indent="-342900" algn="just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cs typeface="Times New Roman" panose="02020603050405020304" pitchFamily="18" charset="0"/>
              </a:rPr>
              <a:t>gérer des dates / périodes de validité de la saison, autorisant ou limitant certains actes de gestion.</a:t>
            </a:r>
          </a:p>
          <a:p>
            <a:pPr marL="628650" lvl="1" indent="-342900">
              <a:lnSpc>
                <a:spcPct val="115000"/>
              </a:lnSpc>
              <a:buFont typeface="Courier New" panose="02070309020205020404" pitchFamily="49" charset="0"/>
              <a:buChar char="o"/>
            </a:pPr>
            <a:endParaRPr lang="fr-FR" sz="1000" kern="100"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802361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80210B-B833-35C9-15B2-888061F44C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C048559E-0B01-7220-177A-BF16BCBEED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Planning capacité et matières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3DFDC946-A338-0938-444B-DA45A4BA995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910E2FED-B77A-1AAA-5753-8A61715E6669}"/>
              </a:ext>
            </a:extLst>
          </p:cNvPr>
          <p:cNvSpPr txBox="1"/>
          <p:nvPr/>
        </p:nvSpPr>
        <p:spPr>
          <a:xfrm>
            <a:off x="507244" y="1156708"/>
            <a:ext cx="11437707" cy="36574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cap="all">
                <a:ea typeface="+mj-ea"/>
                <a:cs typeface="+mj-cs"/>
              </a:rPr>
              <a:t>répartition des achats de matières au niveau des marques.</a:t>
            </a: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Beaumanoir réserve et achète certaines matières auprès de leurs fournisseurs.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Achats : les marques Beaumanoir passent commande, et les quantités achetées sont livrées et consignées directement aux usines des façonniers.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Réservations : Beaumanoir « réserve » des quantités de matières auprès de fournisseurs et demandent à leurs façonniers / fournisseurs de produits finis d’acheter ces matières.</a:t>
            </a: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Chaque marque achète et réserve ses matières.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Cette situation est en partie liée au manque actuel d’outils collaboratifs / « inter-marques ».</a:t>
            </a:r>
          </a:p>
          <a:p>
            <a:pPr marL="628650" lvl="1" indent="-2857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Une solution et une instance communes aux différentes marques permettraient de mieux planifier et massifier.</a:t>
            </a:r>
          </a:p>
          <a:p>
            <a:pPr marL="171450" indent="-2857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  <a:p>
            <a:pPr>
              <a:spcBef>
                <a:spcPts val="100"/>
              </a:spcBef>
              <a:spcAft>
                <a:spcPts val="100"/>
              </a:spcAft>
            </a:pPr>
            <a:r>
              <a:rPr lang="fr-FR" sz="1000" b="1" cap="all"/>
              <a:t>Calcul des quantités de matières​.</a:t>
            </a:r>
            <a:endParaRPr lang="fr-FR" sz="1000"/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Les façonniers remontent périodiquement les rapports de coupe, qui indiquent la quantité exacte de matière utilisée sur la période.</a:t>
            </a:r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Ces rapports de coupe constituent l’emploi réel de matière, qui est comparé à l’emploi théorique à deux fins :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suivi des stocks de matières (dont prévisionnel),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ajustement des prix de revient (impact de la « surconsommation » de matière, par rapport au prévisionnel.</a:t>
            </a:r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 L’ERP doit donc :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permettre d’intégrer les rapports de coupe ;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mettre à jour / ajuster les stocks de matières et le prévisionnel associé (couverture) ;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proposer des ajustements d’emplois matières (qui devront être répercutés dans le PLM et dans l’ERP, par extension) ;</a:t>
            </a:r>
          </a:p>
          <a:p>
            <a:pPr marL="628650" lvl="1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/>
              <a:t>proposer des ajustements de coût matière (impact de l’emploi « réel » sur le prix) et de coût de revient du produit fini.</a:t>
            </a:r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endParaRPr lang="fr-FR" sz="1000"/>
          </a:p>
          <a:p>
            <a:pPr marL="171450" indent="-17145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endParaRPr lang="fr-FR" sz="1000"/>
          </a:p>
        </p:txBody>
      </p:sp>
    </p:spTree>
    <p:extLst>
      <p:ext uri="{BB962C8B-B14F-4D97-AF65-F5344CB8AC3E}">
        <p14:creationId xmlns:p14="http://schemas.microsoft.com/office/powerpoint/2010/main" val="89040758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800539-46E8-4DBA-4522-F90CA66BB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A7D2B513-FF04-8962-58B0-A01EA81DEB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Gestion des commandes d'achats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FA694A34-E560-4D5D-2AE3-4EA0220C67A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14BB597-C2BC-B50F-9AA0-9B7F158B7878}"/>
              </a:ext>
            </a:extLst>
          </p:cNvPr>
          <p:cNvSpPr txBox="1"/>
          <p:nvPr/>
        </p:nvSpPr>
        <p:spPr>
          <a:xfrm>
            <a:off x="507245" y="1156564"/>
            <a:ext cx="11177364" cy="7591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COCKPIT DE GESTION DES COMMANDES D’ACHAT​ ET APPROVISIONNEMENTS.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 Groupe Beaumanoir souhaite étudier les scénarios proposés pour améliorer le pilotage des approvisionnements : intégration fine des contraintes logistiques, lissage des achats, suivi « temps réel » des aléas de transport, </a:t>
            </a:r>
            <a:r>
              <a:rPr lang="fr-FR" sz="1000" kern="100" err="1">
                <a:cs typeface="Times New Roman" panose="02020603050405020304" pitchFamily="18" charset="0"/>
              </a:rPr>
              <a:t>tracking</a:t>
            </a:r>
            <a:r>
              <a:rPr lang="fr-FR" sz="1000" kern="100">
                <a:cs typeface="Times New Roman" panose="02020603050405020304" pitchFamily="18" charset="0"/>
              </a:rPr>
              <a:t> et </a:t>
            </a:r>
            <a:r>
              <a:rPr lang="fr-FR" sz="1000" kern="100" err="1">
                <a:cs typeface="Times New Roman" panose="02020603050405020304" pitchFamily="18" charset="0"/>
              </a:rPr>
              <a:t>fiablité</a:t>
            </a:r>
            <a:r>
              <a:rPr lang="fr-FR" sz="1000" kern="100">
                <a:cs typeface="Times New Roman" panose="02020603050405020304" pitchFamily="18" charset="0"/>
              </a:rPr>
              <a:t> des ETA, etc.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Ces solutions doivent être intégrées / intégrables avec l’ERP.</a:t>
            </a:r>
          </a:p>
        </p:txBody>
      </p:sp>
    </p:spTree>
    <p:extLst>
      <p:ext uri="{BB962C8B-B14F-4D97-AF65-F5344CB8AC3E}">
        <p14:creationId xmlns:p14="http://schemas.microsoft.com/office/powerpoint/2010/main" val="218560769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344E13-B5A3-87EF-E861-5B65F61B5C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2BEC2BB9-7581-6958-987F-CF0D74E662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Gestion des commandes de vente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DDD4C823-5FD9-33CD-D7D7-F2AAA8C98CA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1662B56-445A-19C0-51F6-E68194E894BA}"/>
              </a:ext>
            </a:extLst>
          </p:cNvPr>
          <p:cNvSpPr txBox="1"/>
          <p:nvPr/>
        </p:nvSpPr>
        <p:spPr>
          <a:xfrm>
            <a:off x="507245" y="1156564"/>
            <a:ext cx="11177364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CLIENTS ET COMMANDES DE VENTE B2C​.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commandes de vente B2C / e-commerce sont enregistrées dans l’ERP avec l’ensemble des informations de commande, détaillées (à l’image d’une commande </a:t>
            </a:r>
            <a:r>
              <a:rPr lang="fr-FR" sz="1000" kern="100" err="1">
                <a:cs typeface="Times New Roman" panose="02020603050405020304" pitchFamily="18" charset="0"/>
              </a:rPr>
              <a:t>Wholesale</a:t>
            </a:r>
            <a:r>
              <a:rPr lang="fr-FR" sz="1000" kern="100">
                <a:cs typeface="Times New Roman" panose="02020603050405020304" pitchFamily="18" charset="0"/>
              </a:rPr>
              <a:t> par exemple).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Les données de prix et conditions tarifaires sont héritées des systèmes front-office.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Un client « générique » (one-time </a:t>
            </a:r>
            <a:r>
              <a:rPr lang="fr-FR" sz="1000" kern="100" err="1">
                <a:cs typeface="Times New Roman" panose="02020603050405020304" pitchFamily="18" charset="0"/>
              </a:rPr>
              <a:t>customer</a:t>
            </a:r>
            <a:r>
              <a:rPr lang="fr-FR" sz="1000" kern="100">
                <a:cs typeface="Times New Roman" panose="02020603050405020304" pitchFamily="18" charset="0"/>
              </a:rPr>
              <a:t>) est actuellement utilisé pour enregistrer toutes les données de la transaction. </a:t>
            </a:r>
          </a:p>
        </p:txBody>
      </p:sp>
    </p:spTree>
    <p:extLst>
      <p:ext uri="{BB962C8B-B14F-4D97-AF65-F5344CB8AC3E}">
        <p14:creationId xmlns:p14="http://schemas.microsoft.com/office/powerpoint/2010/main" val="32145173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BA29E0-62D7-9E69-3EE9-1204ECCEE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05414701-9363-80F9-7170-161CFA83B3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Gestion des stocks​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61EB9089-AE7C-79FE-62DC-3D8002B8A38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89B3AB2-7E15-EC03-02B1-9BCE1A627127}"/>
              </a:ext>
            </a:extLst>
          </p:cNvPr>
          <p:cNvSpPr txBox="1"/>
          <p:nvPr/>
        </p:nvSpPr>
        <p:spPr>
          <a:xfrm>
            <a:off x="507245" y="1147208"/>
            <a:ext cx="11177364" cy="38369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APPLICATION DE RÈGLES DE GESTION DES STOCKS SUR LA TOTALITÉ DES QUANTITÉS DISPONIBLES.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Possibilité de définir des règles qui s'appliquent à tous les produits, indépendamment de la saison (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ex : seuils de réapprovisionnement, seuils de transfert, etc.)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. 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L'ERP doit être flexible et capable d'intégrer diverses règles.</a:t>
            </a:r>
          </a:p>
          <a:p>
            <a:pPr marL="171450" lvl="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b="1" kern="100">
              <a:solidFill>
                <a:srgbClr val="6E8DFF"/>
              </a:solidFill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GESTION DES STOCKS DÉPORTÉS / CONSIGNÉS.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% D’ÉCART.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>
                <a:solidFill>
                  <a:srgbClr val="000000"/>
                </a:solidFill>
              </a:rPr>
              <a:t>Un pourcentage d’écart toléré est défini par client.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>
                <a:solidFill>
                  <a:srgbClr val="000000"/>
                </a:solidFill>
              </a:rPr>
              <a:t>Il est donc nécessaire de pouvoir paramétrer ce pourcentage de stock directement au niveau du compte client, unitairement ou via des critères de segmentation.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RAPPORTS DE VENTE.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Les rapports de vente des clients sont intégrés à fréquence variable, pas chargement ou EDI.</a:t>
            </a: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L’écart entre le stock théorique (stock consigné – ventes) et le stock réel (stock réceptionné en retour) est calculé lors du retour en stock des produits, en fin de saison.</a:t>
            </a:r>
          </a:p>
          <a:p>
            <a:pPr marL="171450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1" kern="100">
                <a:cs typeface="Times New Roman" panose="02020603050405020304" pitchFamily="18" charset="0"/>
              </a:rPr>
              <a:t>CRÉATION AUTOMATIQUE DE COMMANDES FACTURABLES.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Création automatique de commandes sur la base des rapports de vente (ci-dessus) permettant de facturer le client.</a:t>
            </a:r>
          </a:p>
          <a:p>
            <a:pPr marL="628650" lvl="1" indent="-171450" algn="just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cs typeface="Times New Roman" panose="02020603050405020304" pitchFamily="18" charset="0"/>
              </a:rPr>
              <a:t>Pas de traitement logistique pour ces commandes.</a:t>
            </a:r>
          </a:p>
          <a:p>
            <a:pPr lvl="1" algn="just">
              <a:spcBef>
                <a:spcPts val="100"/>
              </a:spcBef>
              <a:spcAft>
                <a:spcPts val="100"/>
              </a:spcAft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algn="just">
              <a:spcBef>
                <a:spcPts val="100"/>
              </a:spcBef>
              <a:spcAft>
                <a:spcPts val="100"/>
              </a:spcAft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VALORISATION DES STOCKS.</a:t>
            </a:r>
          </a:p>
          <a:p>
            <a:pPr marL="171450" indent="-171450" algn="just" rtl="0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0" i="0">
                <a:solidFill>
                  <a:srgbClr val="000000"/>
                </a:solidFill>
                <a:effectLst/>
              </a:rPr>
              <a:t>La valorisation des stocks dépendra de différents attributs et règles. Par exemp</a:t>
            </a:r>
            <a:r>
              <a:rPr lang="fr-FR" sz="1000">
                <a:solidFill>
                  <a:srgbClr val="000000"/>
                </a:solidFill>
              </a:rPr>
              <a:t>le :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b="0" i="0">
                <a:solidFill>
                  <a:srgbClr val="000000"/>
                </a:solidFill>
                <a:effectLst/>
              </a:rPr>
              <a:t>Catégorie de produit (1</a:t>
            </a:r>
            <a:r>
              <a:rPr lang="fr-FR" sz="1000" b="0" i="0" baseline="30000">
                <a:solidFill>
                  <a:srgbClr val="000000"/>
                </a:solidFill>
                <a:effectLst/>
              </a:rPr>
              <a:t>e</a:t>
            </a:r>
            <a:r>
              <a:rPr lang="fr-FR" sz="1000" b="0" i="0">
                <a:solidFill>
                  <a:srgbClr val="000000"/>
                </a:solidFill>
                <a:effectLst/>
              </a:rPr>
              <a:t> qualité = PRMP, défectueux = valeur fixe, échantillon = % prix public…).</a:t>
            </a: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>
                <a:solidFill>
                  <a:srgbClr val="000000"/>
                </a:solidFill>
              </a:rPr>
              <a:t>Type de stock (stock central, stock consigné…).</a:t>
            </a:r>
            <a:endParaRPr lang="fr-FR" sz="1000" b="0" i="0">
              <a:solidFill>
                <a:srgbClr val="000000"/>
              </a:solidFill>
              <a:effectLst/>
            </a:endParaRPr>
          </a:p>
          <a:p>
            <a:pPr marL="6286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>
              <a:solidFill>
                <a:srgbClr val="000000"/>
              </a:solidFill>
            </a:endParaRPr>
          </a:p>
          <a:p>
            <a:pPr>
              <a:spcBef>
                <a:spcPts val="100"/>
              </a:spcBef>
              <a:spcAft>
                <a:spcPts val="100"/>
              </a:spcAft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44895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9C1301-5A52-9C55-6953-30A51BA7E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0792B5FA-D7D7-19F2-C7BF-FDD1E1BD6C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Expédition et suivi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FBB0C035-24C8-CC59-7905-CE3404E2171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F900B1E-AB0B-D785-B6DB-9CF390514943}"/>
              </a:ext>
            </a:extLst>
          </p:cNvPr>
          <p:cNvSpPr txBox="1"/>
          <p:nvPr/>
        </p:nvSpPr>
        <p:spPr>
          <a:xfrm>
            <a:off x="507245" y="1142128"/>
            <a:ext cx="11177364" cy="32470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GESTION DES EXPÉDITIONS PARTIELLES ET RELIQUATS DE COMMANDE​.</a:t>
            </a:r>
            <a:endParaRPr lang="fr-FR" sz="1000" b="1" kern="10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Une commande peut être livrée en plusieurs fois, selon :</a:t>
            </a:r>
          </a:p>
          <a:p>
            <a:pPr marL="800100" lvl="1" indent="-34290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la disponibilité des produits,</a:t>
            </a:r>
          </a:p>
          <a:p>
            <a:pPr marL="800100" lvl="1" indent="-34290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d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es règles d’incompatibilité / exclusions définies (ex: chapeaux expédiés à part). </a:t>
            </a:r>
          </a:p>
          <a:p>
            <a:pPr marL="342900" lvl="0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En cas d’expédition partielle, le système générera plusieurs bons de préparation et livraison.</a:t>
            </a:r>
          </a:p>
          <a:p>
            <a:pPr marL="800100" lvl="1" indent="-34290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Chaque bon est préparé et expédié à 100%.</a:t>
            </a:r>
          </a:p>
          <a:p>
            <a:pPr marL="800100" lvl="1" indent="-342900">
              <a:spcBef>
                <a:spcPts val="100"/>
              </a:spcBef>
              <a:spcAft>
                <a:spcPts val="100"/>
              </a:spcAft>
              <a:buFont typeface="Courier New" panose="02070309020205020404" pitchFamily="49" charset="0"/>
              <a:buChar char="o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Dans le cas contraire, le reliquat bascule dans le reste-à-servir de la commande, et sera à nouveau affecté à une nouvelle expédition.</a:t>
            </a:r>
          </a:p>
          <a:p>
            <a:pPr marL="800100" lvl="1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  <a:p>
            <a:pPr marL="0" lvl="1"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000" b="1" cap="all"/>
              <a:t>Mode de livraison et solution de transport.</a:t>
            </a:r>
          </a:p>
          <a:p>
            <a:pPr marL="1714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Le choix du transporteur / prestataire et la gestion du transport sont assurés par l'entrepôt : pas de TMS requis dans le périmètre.</a:t>
            </a:r>
          </a:p>
          <a:p>
            <a:pPr marL="1714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L’ERP détermine les modes de livraison en fonction du type de commande, des points / zones de départ et d’arrivée, et d’autres critères logistiques potentiels (à déterminer finement en phase d’analyse).</a:t>
            </a:r>
          </a:p>
          <a:p>
            <a:pPr marL="0" lvl="1" algn="just" fontAlgn="base">
              <a:spcBef>
                <a:spcPts val="100"/>
              </a:spcBef>
              <a:spcAft>
                <a:spcPts val="100"/>
              </a:spcAft>
            </a:pPr>
            <a:endParaRPr lang="fr-FR" sz="1000"/>
          </a:p>
          <a:p>
            <a:pPr marL="0" lvl="1" algn="just" fontAlgn="base">
              <a:spcBef>
                <a:spcPts val="100"/>
              </a:spcBef>
              <a:spcAft>
                <a:spcPts val="100"/>
              </a:spcAft>
            </a:pPr>
            <a:r>
              <a:rPr lang="fr-FR" sz="1000" b="1"/>
              <a:t>COLISAGE – OPTIMUMS LOGISTIQUES​</a:t>
            </a:r>
          </a:p>
          <a:p>
            <a:pPr marL="1714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L’ERP devra permettre d’optimiser le picking, la manutention et le transport en sélectionnant / privilégiant les produits conditionnés / en colis lorsque les quantités commandées le permettent.</a:t>
            </a:r>
          </a:p>
          <a:p>
            <a:pPr marL="1714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/>
              <a:t>Certains clients demandent une estimation des volumes et du nombre de colis en amont. La prise en charge de ce calcul / cette estimation par l’ERP serait un plus.</a:t>
            </a:r>
          </a:p>
          <a:p>
            <a:pPr marL="171450" lvl="1" indent="-171450" algn="just" fontAlgn="base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/>
          </a:p>
        </p:txBody>
      </p:sp>
    </p:spTree>
    <p:extLst>
      <p:ext uri="{BB962C8B-B14F-4D97-AF65-F5344CB8AC3E}">
        <p14:creationId xmlns:p14="http://schemas.microsoft.com/office/powerpoint/2010/main" val="182215414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12C7A3-EBB0-5972-BEA7-DE0A87F56B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re 18">
            <a:extLst>
              <a:ext uri="{FF2B5EF4-FFF2-40B4-BE49-F238E27FC236}">
                <a16:creationId xmlns:a16="http://schemas.microsoft.com/office/drawing/2014/main" id="{FC3DD938-D186-2702-0306-F8424E1DDF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ADV, finance et comptabilité</a:t>
            </a:r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id="{4A4D42CC-52F4-A4FB-384C-E98C0AFD572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07245" y="730049"/>
            <a:ext cx="11177364" cy="312803"/>
          </a:xfrm>
        </p:spPr>
        <p:txBody>
          <a:bodyPr/>
          <a:lstStyle/>
          <a:p>
            <a:endParaRPr lang="fr-FR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8B4A3B0-DD77-3515-5431-0E74FBEC1CD1}"/>
              </a:ext>
            </a:extLst>
          </p:cNvPr>
          <p:cNvSpPr txBox="1"/>
          <p:nvPr/>
        </p:nvSpPr>
        <p:spPr>
          <a:xfrm>
            <a:off x="507244" y="1142128"/>
            <a:ext cx="11725395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100"/>
              </a:spcBef>
              <a:spcAft>
                <a:spcPts val="100"/>
              </a:spcAft>
              <a:buNone/>
            </a:pPr>
            <a:r>
              <a:rPr lang="fr-FR" sz="1000" b="1" kern="100">
                <a:ea typeface="Aptos" panose="020B0004020202020204" pitchFamily="34" charset="0"/>
                <a:cs typeface="Times New Roman" panose="02020603050405020304" pitchFamily="18" charset="0"/>
              </a:rPr>
              <a:t>ÉMISSION DES FACTURES DE VENTE – RÔLES DE L’ERP OPÉRATIONS ET DE SAP FICO.</a:t>
            </a:r>
          </a:p>
          <a:p>
            <a:pPr marL="342900" lvl="0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Les données nécessaires à la création de la facture (données client, prix et conditions, commande, etc.) sont envoyés de l’ERP Opérations Achat/</a:t>
            </a: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V</a:t>
            </a:r>
            <a:r>
              <a:rPr lang="fr-FR" sz="1000" kern="10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ente vers SAP FICO, qui génère la facture.</a:t>
            </a:r>
          </a:p>
          <a:p>
            <a:pPr marL="342900" lvl="0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r>
              <a:rPr lang="fr-FR" sz="1000" kern="100">
                <a:ea typeface="Aptos" panose="020B0004020202020204" pitchFamily="34" charset="0"/>
                <a:cs typeface="Times New Roman" panose="02020603050405020304" pitchFamily="18" charset="0"/>
              </a:rPr>
              <a:t>Ce fonctionnement est hérité de l’existant et constitue la base du besoin actuel. Il pourra être revu en phase de conception.</a:t>
            </a:r>
          </a:p>
          <a:p>
            <a:pPr marL="342900" lvl="0" indent="-342900"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</a:pPr>
            <a:endParaRPr lang="fr-FR" sz="1000" kern="100"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371115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8224&quot;&gt;&lt;version val=&quot;35300&quot;/&gt;&lt;CPresentation id=&quot;1&quot;&gt;&lt;m_precDefaultNumber&gt;&lt;m_yearfmt&gt;&lt;begin val=&quot;0&quot;/&gt;&lt;end val=&quot;4&quot;/&gt;&lt;/m_yearfmt&gt;&lt;/m_precDefaultNumber&gt;&lt;m_precDefaultPercent&gt;&lt;m_yearfmt&gt;&lt;begin val=&quot;0&quot;/&gt;&lt;end val=&quot;4&quot;/&gt;&lt;/m_yearfmt&gt;&lt;/m_precDefaultPercent&gt;&lt;m_precDefaultDate&gt;&lt;m_yearfmt&gt;&lt;begin val=&quot;0&quot;/&gt;&lt;end val=&quot;4&quot;/&gt;&lt;/m_yearfmt&gt;&lt;/m_precDefaultDate&gt;&lt;m_precDefaultDay&gt;&lt;m_bNumberIsYear val=&quot;0&quot;/&gt;&lt;m_strFormatTime&gt;%#d&lt;/m_strFormatTime&gt;&lt;m_yearfmt&gt;&lt;begin val=&quot;0&quot;/&gt;&lt;end val=&quot;4&quot;/&gt;&lt;/m_yearfmt&gt;&lt;/m_precDefaultDay&gt;&lt;m_precDefaultWeek&gt;&lt;m_bNumberIsYear val=&quot;0&quot;/&gt;&lt;m_strFormatTime&gt;%4&lt;/m_strFormatTime&gt;&lt;m_yearfmt&gt;&lt;begin val=&quot;0&quot;/&gt;&lt;end val=&quot;4&quot;/&gt;&lt;/m_yearfmt&gt;&lt;/m_precDefaultWeek&gt;&lt;m_precDefaultMonth&gt;&lt;m_bNumberIsYear val=&quot;0&quot;/&gt;&lt;m_strFormatTime&gt;%1&lt;/m_strFormatTime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0&quot;/&gt;&lt;/m_mruColor&gt;&lt;/CPresentation&gt;&lt;/root&gt;"/>
  <p:tag name="THINKCELLUNDODONOTDELETE" val="0"/>
  <p:tag name="POWER_USER_CONTEXTUAL_SHAPES_AGENDA_DESIGNER" val="{&quot;Divider1&quot;:{&quot;Title&quot;:{&quot;AutoShapeType&quot;:1,&quot;Visible&quot;:-1,&quot;LockAspectRatio&quot;:0,&quot;CanUpdateAdjustments&quot;:true,&quot;Adjustment1&quot;:-1.0,&quot;Adjustment2&quot;:-1.0,&quot;CanManagePosition&quot;:true,&quot;Left&quot;:240.0,&quot;Top&quot;:216.0,&quot;Width&quot;:700.0,&quot;Height&quot;:108.0,&quot;Rotation&quot;:-1.0,&quot;TextFrame2AutoSize&quot;:1,&quot;TextFrame2TextRangeFontName&quot;:&quot;&quot;,&quot;TextFrameMarginTop&quot;:0.0,&quot;TextFrameMarginLeft&quot;:0.0,&quot;TextFrameMarginRight&quot;:0.0,&quot;TextFrameMarginBottom&quot;:0.0,&quot;TextFrameWordWrap&quot;:-1,&quot;TextFrameTextRangeFontSize&quot;:30.0,&quot;TextFrameTextRangeFontColorHexa&quot;:&quot;#252525&quot;,&quot;TextFrameTextRangeFontBold&quot;:0,&quot;TextFrameTextRangeFontItalic&quot;:0,&quot;TextFrameTextRangeFontUnderline&quot;:0,&quot;TextFrameVerticalAnchor&quot;:1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true},&quot;Number&quot;:{&quot;AutoShapeType&quot;:1,&quot;Visible&quot;:-1,&quot;LockAspectRatio&quot;:0,&quot;CanUpdateAdjustments&quot;:true,&quot;Adjustment1&quot;:-1.0,&quot;Adjustment2&quot;:-1.0,&quot;CanManagePosition&quot;:true,&quot;Left&quot;:115.2,&quot;Top&quot;:216.0,&quot;Width&quot;:81.0,&quot;Height&quot;:8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30.0,&quot;TextFrameTextRangeFontColorHexa&quot;:&quot;#FFFFFF&quot;,&quot;TextFrameTextRangeFontBold&quot;:0,&quot;TextFrameTextRangeFontItalic&quot;:0,&quot;TextFrameTextRangeFontUnderline&quot;:0,&quot;TextFrameVerticalAnchor&quot;:3,&quot;TextFrameHorizontalAnchor&quot;:2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true},&quot;Line&quot;:{&quot;AutoShapeType&quot;:1,&quot;Visible&quot;:-1,&quot;LockAspectRatio&quot;:0,&quot;CanUpdateAdjustments&quot;:true,&quot;Adjustment1&quot;:-1.0,&quot;Adjustment2&quot;:-1.0,&quot;CanManagePosition&quot;:true,&quot;Left&quot;:240.0,&quot;Top&quot;:331.0,&quot;Width&quot;:700.0,&quot;Height&quot;:0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0.0,&quot;LineVisible&quot;:-1,&quot;LineForeColorHexa&quot;:&quot;#6E8DFF&quot;,&quot;LineWeight&quot;:0.0,&quot;LineDashStyle&quot;:1,&quot;LineEndArrowheadStyle&quot;:1,&quot;LineBeginArrowheadStyle&quot;:1,&quot;ShouldSendToBack&quot;:false,&quot;NeedsApplyToAll&quot;:false}},&quot;TableOfContent1&quot;:{&quot;MarginLeft&quot;:76.8,&quot;MarginRight&quot;:76.79999,&quot;MarginTop&quot;:86.4,&quot;MarginBottom&quot;:21.5999756,&quot;ShouldVerticalCenter&quot;:true,&quot;Title&quot;:{&quot;AutoShapeType&quot;:1,&quot;Visible&quot;:-1,&quot;LockAspectRatio&quot;:0,&quot;CanUpdateAdjustments&quot;:true,&quot;Adjustment1&quot;:-1.0,&quot;Adjustment2&quot;:-1.0,&quot;CanManagePosition&quot;:true,&quot;Left&quot;:76.8,&quot;Top&quot;:54.0,&quot;Width&quot;:768.0,&quot;Height&quot;:30.0,&quot;Rotation&quot;:0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32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true},&quot;SectionTitle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FFFFFF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},&quot;Back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0,&quot;LineForeColorHexa&quot;:null,&quot;LineWeight&quot;:0.0,&quot;LineDashStyle&quot;:1,&quot;LineEndArrowheadStyle&quot;:1,&quot;LineBeginArrowheadStyle&quot;:1,&quot;ShouldSendToBack&quot;:true,&quot;NeedsApplyToAll&quot;:false},&quot;Inactive&quot;:{&quot;AutoShapeType&quot;:1,&quot;Visible&quot;:0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null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null,&quot;FillTransparency&quot;:0.0,&quot;LineVisible&quot;:-1,&quot;LineForeColorHexa&quot;:null,&quot;LineWeight&quot;:0.0,&quot;LineDashStyle&quot;:1,&quot;LineEndArrowheadStyle&quot;:1,&quot;LineBeginArrowheadStyle&quot;:1,&quot;ShouldSendToBack&quot;:true,&quot;NeedsApplyToAll&quot;:false},&quot;CoverPage&quot;:{&quot;AutoShapeType&quot;:1,&quot;Visible&quot;:0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null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null,&quot;FillTransparency&quot;:0.0,&quot;LineVisible&quot;:-1,&quot;LineForeColorHexa&quot;:null,&quot;LineWeight&quot;:0.0,&quot;LineDashStyle&quot;:1,&quot;LineEndArrowheadStyle&quot;:1,&quot;LineBeginArrowheadStyle&quot;:1,&quot;ShouldSendToBack&quot;:true,&quot;NeedsApplyToAll&quot;:false}},&quot;Number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D9D9D9&quot;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},&quot;SlideIndex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0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}},&quot;TableOfContent3&quot;:{&quot;MarginLeft&quot;:76.8,&quot;MarginRight&quot;:76.8,&quot;MarginTop&quot;:86.4,&quot;MarginBottom&quot;:21.6,&quot;ShouldVerticalCenter&quot;:true,&quot;Title&quot;:{&quot;AutoShapeType&quot;:1,&quot;Visible&quot;:-1,&quot;LockAspectRatio&quot;:0,&quot;CanUpdateAdjustments&quot;:true,&quot;Adjustment1&quot;:-1.0,&quot;Adjustment2&quot;:-1.0,&quot;CanManagePosition&quot;:true,&quot;Left&quot;:76.8,&quot;Top&quot;:54.0,&quot;Width&quot;:768.0,&quot;Height&quot;:30.0,&quot;Rotation&quot;:0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32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true},&quot;SectionTitle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},&quot;Number&quot;:{&quot;Active&quot;:{&quot;AutoShapeType&quot;:9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,&quot;Inactive&quot;:{&quot;AutoShapeType&quot;:9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6E8D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FFFF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,&quot;CoverPage&quot;:{&quot;AutoShapeType&quot;:9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},&quot;SlideIndex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},&quot;Lin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0.0,&quot;LineVisible&quot;:-1,&quot;LineForeColorHexa&quot;:&quot;#6E8DFF&quot;,&quot;LineWeight&quot;:2.0,&quot;LineDashStyle&quot;:1,&quot;LineEndArrowheadStyle&quot;:1,&quot;LineBeginArrowheadStyle&quot;:1,&quot;ShouldSendToBack&quot;:true,&quot;NeedsApplyToAll&quot;:false}},&quot;TableOfContent4&quot;:{&quot;MarginLeft&quot;:76.8,&quot;MarginRight&quot;:76.8,&quot;MarginTop&quot;:86.4,&quot;MarginBottom&quot;:21.6,&quot;ShouldVerticalCenter&quot;:true,&quot;Title&quot;:{&quot;AutoShapeType&quot;:1,&quot;Visible&quot;:-1,&quot;LockAspectRatio&quot;:0,&quot;CanUpdateAdjustments&quot;:true,&quot;Adjustment1&quot;:-1.0,&quot;Adjustment2&quot;:-1.0,&quot;CanManagePosition&quot;:true,&quot;Left&quot;:76.8,&quot;Top&quot;:54.0,&quot;Width&quot;:768.0,&quot;Height&quot;:30.0,&quot;Rotation&quot;:0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32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true},&quot;SectionTitle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7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1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},&quot;Number&quot;:{&quot;Active&quot;:{&quot;AutoShapeType&quot;:9,&quot;Visible&quot;:-1,&quot;LockAspectRatio&quot;:-1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,&quot;Inactive&quot;:{&quot;AutoShapeType&quot;:9,&quot;Visible&quot;:-1,&quot;LockAspectRatio&quot;:-1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6E8D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FFFF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,&quot;CoverPage&quot;:{&quot;AutoShapeType&quot;:9,&quot;Visible&quot;:-1,&quot;LockAspectRatio&quot;:-1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FFFFFF&quot;,&quot;TextFrameTextRangeFontBold&quot;:-1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-1,&quot;FillForeColorHexa&quot;:&quot;#6E8DFF&quot;,&quot;FillTransparency&quot;:0.0,&quot;LineVisible&quot;:-1,&quot;LineForeColorHexa&quot;:&quot;#6E8DFF&quot;,&quot;LineWeight&quot;:2.0,&quot;LineDashStyle&quot;:1,&quot;LineEndArrowheadStyle&quot;:1,&quot;LineBeginArrowheadStyle&quot;:1,&quot;ShouldSendToBack&quot;:false,&quot;NeedsApplyToAll&quot;:false}},&quot;SlideIndex&quot;:{&quot;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Inactiv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,&quot;CoverPage&quot;:{&quot;AutoShapeType&quot;:1,&quot;Visible&quot;:-1,&quot;LockAspectRatio&quot;:0,&quot;CanUpdateAdjustments&quot;:tru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0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1.0,&quot;LineVisible&quot;:0,&quot;LineForeColorHexa&quot;:null,&quot;LineWeight&quot;:0.0,&quot;LineDashStyle&quot;:1,&quot;LineEndArrowheadStyle&quot;:1,&quot;LineBeginArrowheadStyle&quot;:1,&quot;ShouldSendToBack&quot;:false,&quot;NeedsApplyToAll&quot;:false}},&quot;Arc&quot;:{&quot;AutoShapeType&quot;:25,&quot;Visible&quot;:-1,&quot;LockAspectRatio&quot;:0,&quot;CanUpdateAdjustments&quot;:false,&quot;Adjustment1&quot;:-1.0,&quot;Adjustment2&quot;:-1.0,&quot;CanManagePosition&quot;:false,&quot;Left&quot;:-1.0,&quot;Top&quot;:-1.0,&quot;Width&quot;:-1.0,&quot;Height&quot;:-1.0,&quot;Rotation&quot;:-1.0,&quot;TextFrame2AutoSize&quot;:0,&quot;TextFrame2TextRangeFontName&quot;:&quot;&quot;,&quot;TextFrameMarginTop&quot;:0.0,&quot;TextFrameMarginLeft&quot;:0.0,&quot;TextFrameMarginRight&quot;:0.0,&quot;TextFrameMarginBottom&quot;:0.0,&quot;TextFrameWordWrap&quot;:-1,&quot;TextFrameTextRangeFontSize&quot;:18.0,&quot;TextFrameTextRangeFontColorHexa&quot;:&quot;#252525&quot;,&quot;TextFrameTextRangeFontBold&quot;:0,&quot;TextFrameTextRangeFontItalic&quot;:0,&quot;TextFrameTextRangeFontUnderline&quot;:0,&quot;TextFrameVerticalAnchor&quot;:3,&quot;TextFrameHorizontalAnchor&quot;:1,&quot;TextFrameTextRangeParagraphFormatBulletType&quot;:0,&quot;TextFrameTextRangeParagraphFormatLineRuleWithin&quot;:-1,&quot;TextFrameTextRangeParagraphFormatSpaceWithin&quot;:-3.40282347E+38,&quot;TextFrameTextRangeParagraphFormatLineRuleAfter&quot;:0,&quot;TextFrameTextRangeParagraphFormatSpaceAfter&quot;:-3.40282347E+38,&quot;TextFrameTextRangeParagraphFormatLineRuleBefore&quot;:0,&quot;TextFrameTextRangeParagraphFormatSpaceBefore&quot;:-3.40282347E+38,&quot;TextFrameTextRangeParagraphs1ParagraphFormatAlignment&quot;:0,&quot;ZOrderPosition&quot;:-2147483648,&quot;FillVisible&quot;:0,&quot;FillForeColorHexa&quot;:null,&quot;FillTransparency&quot;:0.0,&quot;LineVisible&quot;:-1,&quot;LineForeColorHexa&quot;:&quot;#6E8DFF&quot;,&quot;LineWeight&quot;:2.0,&quot;LineDashStyle&quot;:1,&quot;LineEndArrowheadStyle&quot;:1,&quot;LineBeginArrowheadStyle&quot;:1,&quot;ShouldSendToBack&quot;:true,&quot;NeedsApplyToAll&quot;:false}}}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  <p:tag name="NUM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4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5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7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UM" val="26"/>
</p:tagLst>
</file>

<file path=ppt/theme/theme1.xml><?xml version="1.0" encoding="utf-8"?>
<a:theme xmlns:a="http://schemas.openxmlformats.org/drawingml/2006/main" name="Synvance">
  <a:themeElements>
    <a:clrScheme name="Synvance 2">
      <a:dk1>
        <a:srgbClr val="252525"/>
      </a:dk1>
      <a:lt1>
        <a:srgbClr val="FFFFFF"/>
      </a:lt1>
      <a:dk2>
        <a:srgbClr val="464554"/>
      </a:dk2>
      <a:lt2>
        <a:srgbClr val="ABA8BA"/>
      </a:lt2>
      <a:accent1>
        <a:srgbClr val="6E8DFF"/>
      </a:accent1>
      <a:accent2>
        <a:srgbClr val="19094C"/>
      </a:accent2>
      <a:accent3>
        <a:srgbClr val="C46D70"/>
      </a:accent3>
      <a:accent4>
        <a:srgbClr val="5B0236"/>
      </a:accent4>
      <a:accent5>
        <a:srgbClr val="07B096"/>
      </a:accent5>
      <a:accent6>
        <a:srgbClr val="0C474E"/>
      </a:accent6>
      <a:hlink>
        <a:srgbClr val="AAB8F9"/>
      </a:hlink>
      <a:folHlink>
        <a:srgbClr val="4168FF"/>
      </a:folHlink>
    </a:clrScheme>
    <a:fontScheme name="Synvance">
      <a:majorFont>
        <a:latin typeface="Plus Jakarta Sans ExtraBold"/>
        <a:ea typeface=""/>
        <a:cs typeface=""/>
      </a:majorFont>
      <a:minorFont>
        <a:latin typeface="Noto Sans"/>
        <a:ea typeface=""/>
        <a:cs typeface=""/>
      </a:minorFont>
    </a:fontScheme>
    <a:fmtScheme name="Thèm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marL="171450" indent="-171450" algn="l">
          <a:spcAft>
            <a:spcPts val="600"/>
          </a:spcAft>
          <a:buFont typeface="Arial" panose="020B0604020202020204" pitchFamily="34" charset="0"/>
          <a:buChar char="•"/>
          <a:defRPr sz="1000" b="1" dirty="0">
            <a:solidFill>
              <a:srgbClr val="1A1C30"/>
            </a:solidFill>
            <a:latin typeface="Calibri" panose="020F0502020204030204" pitchFamily="34" charset="0"/>
            <a:cs typeface="Calibri" panose="020F0502020204030204" pitchFamily="34" charset="0"/>
          </a:defRPr>
        </a:defPPr>
      </a:lstStyle>
      <a:style>
        <a:lnRef idx="2">
          <a:schemeClr val="accent1"/>
        </a:lnRef>
        <a:fillRef idx="1">
          <a:schemeClr val="lt1"/>
        </a:fillRef>
        <a:effectRef idx="0">
          <a:schemeClr val="accent1"/>
        </a:effectRef>
        <a:fontRef idx="minor">
          <a:schemeClr val="dk1"/>
        </a:fontRef>
      </a:style>
    </a:spDef>
  </a:objectDefaults>
  <a:extraClrSchemeLst/>
  <a:extLst>
    <a:ext uri="{05A4C25C-085E-4340-85A3-A5531E510DB2}">
      <thm15:themeFamily xmlns:thm15="http://schemas.microsoft.com/office/thememl/2012/main" name="Synvance" id="{075BF9B7-20BB-5D42-A70B-80D911AB02C8}" vid="{2F837936-2802-C644-B0EB-A5EF0CDCE7DF}"/>
    </a:ext>
  </a:extLst>
</a:theme>
</file>

<file path=ppt/theme/theme2.xml><?xml version="1.0" encoding="utf-8"?>
<a:theme xmlns:a="http://schemas.openxmlformats.org/drawingml/2006/main" name="Custom Design">
  <a:themeElements>
    <a:clrScheme name="SYNVANCE">
      <a:dk1>
        <a:srgbClr val="221F20"/>
      </a:dk1>
      <a:lt1>
        <a:srgbClr val="FFFFFF"/>
      </a:lt1>
      <a:dk2>
        <a:srgbClr val="221F20"/>
      </a:dk2>
      <a:lt2>
        <a:srgbClr val="E9E7E8"/>
      </a:lt2>
      <a:accent1>
        <a:srgbClr val="00AABA"/>
      </a:accent1>
      <a:accent2>
        <a:srgbClr val="1A1C30"/>
      </a:accent2>
      <a:accent3>
        <a:srgbClr val="C3E354"/>
      </a:accent3>
      <a:accent4>
        <a:srgbClr val="28ABEB"/>
      </a:accent4>
      <a:accent5>
        <a:srgbClr val="DEFCBD"/>
      </a:accent5>
      <a:accent6>
        <a:srgbClr val="5EC380"/>
      </a:accent6>
      <a:hlink>
        <a:srgbClr val="96ADE3"/>
      </a:hlink>
      <a:folHlink>
        <a:srgbClr val="000000"/>
      </a:folHlink>
    </a:clrScheme>
    <a:fontScheme name="Segoe UI">
      <a:majorFont>
        <a:latin typeface="Segoe UI Semibold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6717DD25454FB4695523AD6FA678BBB" ma:contentTypeVersion="3" ma:contentTypeDescription="Crée un document." ma:contentTypeScope="" ma:versionID="5bcb89fef6812fe6719aed61a50240c2">
  <xsd:schema xmlns:xsd="http://www.w3.org/2001/XMLSchema" xmlns:xs="http://www.w3.org/2001/XMLSchema" xmlns:p="http://schemas.microsoft.com/office/2006/metadata/properties" xmlns:ns2="b152b8e2-9a73-4d1a-bc18-96b00c72b20e" targetNamespace="http://schemas.microsoft.com/office/2006/metadata/properties" ma:root="true" ma:fieldsID="4eba6ec78bc86a3a6262e0cef8282375" ns2:_="">
    <xsd:import namespace="b152b8e2-9a73-4d1a-bc18-96b00c72b20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152b8e2-9a73-4d1a-bc18-96b00c72b20e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B42BF3F7-EF84-4610-A3BA-C5F5073E2F0D}"/>
</file>

<file path=customXml/itemProps2.xml><?xml version="1.0" encoding="utf-8"?>
<ds:datastoreItem xmlns:ds="http://schemas.openxmlformats.org/officeDocument/2006/customXml" ds:itemID="{85FBE15E-1F0F-45B5-8C23-0E4037C5660F}">
  <ds:schemaRefs>
    <ds:schemaRef ds:uri="http://schemas.microsoft.com/office/infopath/2007/PartnerControls"/>
    <ds:schemaRef ds:uri="http://purl.org/dc/dcmitype/"/>
    <ds:schemaRef ds:uri="ef35b7e4-7e0c-40ce-9e68-e13b8d4c4544"/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purl.org/dc/elements/1.1/"/>
    <ds:schemaRef ds:uri="http://schemas.microsoft.com/office/2006/metadata/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EDB1EF71-3776-4C2E-8F1E-448E98247C86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56a32828-16f1-424d-b091-745640c937f5}" enabled="0" method="" siteId="{56a32828-16f1-424d-b091-745640c937f5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3803</Words>
  <Application>Microsoft Office PowerPoint</Application>
  <PresentationFormat>Grand écran</PresentationFormat>
  <Paragraphs>646</Paragraphs>
  <Slides>30</Slides>
  <Notes>29</Notes>
  <HiddenSlides>0</HiddenSlides>
  <MMClips>0</MMClips>
  <ScaleCrop>false</ScaleCrop>
  <HeadingPairs>
    <vt:vector size="8" baseType="variant">
      <vt:variant>
        <vt:lpstr>Polices utilisées</vt:lpstr>
      </vt:variant>
      <vt:variant>
        <vt:i4>18</vt:i4>
      </vt:variant>
      <vt:variant>
        <vt:lpstr>Thème</vt:lpstr>
      </vt:variant>
      <vt:variant>
        <vt:i4>2</vt:i4>
      </vt:variant>
      <vt:variant>
        <vt:lpstr>Serveurs OLE incorporés</vt:lpstr>
      </vt:variant>
      <vt:variant>
        <vt:i4>1</vt:i4>
      </vt:variant>
      <vt:variant>
        <vt:lpstr>Titres des diapositives</vt:lpstr>
      </vt:variant>
      <vt:variant>
        <vt:i4>30</vt:i4>
      </vt:variant>
    </vt:vector>
  </HeadingPairs>
  <TitlesOfParts>
    <vt:vector size="51" baseType="lpstr">
      <vt:lpstr>Aptos</vt:lpstr>
      <vt:lpstr>Arial</vt:lpstr>
      <vt:lpstr>Calibri</vt:lpstr>
      <vt:lpstr>Cera Pro</vt:lpstr>
      <vt:lpstr>Courier New</vt:lpstr>
      <vt:lpstr>Galano Grotesque</vt:lpstr>
      <vt:lpstr>Montserrat</vt:lpstr>
      <vt:lpstr>Montserrat Light</vt:lpstr>
      <vt:lpstr>Noto Sans</vt:lpstr>
      <vt:lpstr>Plus Jakarta Sans</vt:lpstr>
      <vt:lpstr>Plus Jakarta Sans ExtraBold</vt:lpstr>
      <vt:lpstr>Plus Jakarta Sans SemiBold</vt:lpstr>
      <vt:lpstr>Segoe UI</vt:lpstr>
      <vt:lpstr>Segoe UI Semibold</vt:lpstr>
      <vt:lpstr>Symbol</vt:lpstr>
      <vt:lpstr>Times New Roman</vt:lpstr>
      <vt:lpstr>Verdana</vt:lpstr>
      <vt:lpstr>Wingdings</vt:lpstr>
      <vt:lpstr>Synvance</vt:lpstr>
      <vt:lpstr>Custom Design</vt:lpstr>
      <vt:lpstr>Diapositive think-cell</vt:lpstr>
      <vt:lpstr>CADRAGE Achats / VENTE</vt:lpstr>
      <vt:lpstr>SOMMAIRE</vt:lpstr>
      <vt:lpstr>SOMMAIRE</vt:lpstr>
      <vt:lpstr>Préambule</vt:lpstr>
      <vt:lpstr>SOMMAIRE</vt:lpstr>
      <vt:lpstr>Calendrier et modalités de mise en œuvre</vt:lpstr>
      <vt:lpstr>SOMMAIRE</vt:lpstr>
      <vt:lpstr>Précisions à propos de la NOTATION</vt:lpstr>
      <vt:lpstr>SOMMAIRE</vt:lpstr>
      <vt:lpstr>Informations générales et contextuelles</vt:lpstr>
      <vt:lpstr>SOMMAIRE</vt:lpstr>
      <vt:lpstr>ORGANISATION DES Sociétés</vt:lpstr>
      <vt:lpstr>ORGANISATION DES Sociétés</vt:lpstr>
      <vt:lpstr>SOMMAIRE</vt:lpstr>
      <vt:lpstr>ORGANISATION DES STOCKS PHYSIQUES ET LOGIQUES</vt:lpstr>
      <vt:lpstr>SOMMAIRE</vt:lpstr>
      <vt:lpstr>Volumétrie</vt:lpstr>
      <vt:lpstr>SOMMAIRE</vt:lpstr>
      <vt:lpstr>INTERFACES ET Périmètre applicatif</vt:lpstr>
      <vt:lpstr>SOMMAIRE</vt:lpstr>
      <vt:lpstr>Données référentielles</vt:lpstr>
      <vt:lpstr>Données référentielles</vt:lpstr>
      <vt:lpstr>Données référentielles</vt:lpstr>
      <vt:lpstr>Saisons, Permanents et carry-over</vt:lpstr>
      <vt:lpstr>Planning capacité et matières</vt:lpstr>
      <vt:lpstr>Gestion des commandes d'achats</vt:lpstr>
      <vt:lpstr>Gestion des commandes de vente</vt:lpstr>
      <vt:lpstr>Gestion des stocks​</vt:lpstr>
      <vt:lpstr>Expédition et suivi</vt:lpstr>
      <vt:lpstr>ADV, finance et comptabilité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Colin Heridel</dc:creator>
  <cp:lastModifiedBy>Arthur Lambert</cp:lastModifiedBy>
  <cp:revision>1</cp:revision>
  <cp:lastPrinted>2024-03-18T17:38:23Z</cp:lastPrinted>
  <dcterms:created xsi:type="dcterms:W3CDTF">2024-02-07T18:41:02Z</dcterms:created>
  <dcterms:modified xsi:type="dcterms:W3CDTF">2025-06-13T11:41:56Z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Order">
    <vt:r8>800</vt:r8>
  </property>
  <property fmtid="{D5CDD505-2E9C-101B-9397-08002B2CF9AE}" pid="3" name="xd_Signature">
    <vt:bool>false</vt:bool>
  </property>
  <property fmtid="{D5CDD505-2E9C-101B-9397-08002B2CF9AE}" pid="4" name="xd_ProgID">
    <vt:lpwstr/>
  </property>
  <property fmtid="{D5CDD505-2E9C-101B-9397-08002B2CF9AE}" pid="5" name="ComplianceAssetId">
    <vt:lpwstr/>
  </property>
  <property fmtid="{D5CDD505-2E9C-101B-9397-08002B2CF9AE}" pid="6" name="TemplateUrl">
    <vt:lpwstr/>
  </property>
  <property fmtid="{D5CDD505-2E9C-101B-9397-08002B2CF9AE}" pid="7" name="_ExtendedDescription">
    <vt:lpwstr/>
  </property>
  <property fmtid="{D5CDD505-2E9C-101B-9397-08002B2CF9AE}" pid="8" name="TriggerFlowInfo">
    <vt:lpwstr/>
  </property>
  <property fmtid="{D5CDD505-2E9C-101B-9397-08002B2CF9AE}" pid="9" name="ContentTypeId">
    <vt:lpwstr>0x01010036717DD25454FB4695523AD6FA678BBB</vt:lpwstr>
  </property>
  <property fmtid="{D5CDD505-2E9C-101B-9397-08002B2CF9AE}" pid="10" name="_SourceUrl">
    <vt:lpwstr/>
  </property>
  <property fmtid="{D5CDD505-2E9C-101B-9397-08002B2CF9AE}" pid="11" name="_SharedFileIndex">
    <vt:lpwstr/>
  </property>
</Properties>
</file>